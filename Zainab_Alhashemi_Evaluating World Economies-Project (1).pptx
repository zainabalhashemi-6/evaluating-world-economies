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Fira Sans Condensed ExtraBold"/>
      <p:bold r:id="rId27"/>
      <p:boldItalic r:id="rId28"/>
    </p:embeddedFont>
    <p:embeddedFont>
      <p:font typeface="Bebas Neue"/>
      <p:regular r:id="rId29"/>
    </p:embeddedFont>
    <p:embeddedFont>
      <p:font typeface="Fira Sans Condensed"/>
      <p:regular r:id="rId30"/>
      <p:bold r:id="rId31"/>
      <p:italic r:id="rId32"/>
      <p:boldItalic r:id="rId33"/>
    </p:embeddedFont>
    <p:embeddedFont>
      <p:font typeface="Albert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1">
          <p15:clr>
            <a:srgbClr val="9AA0A6"/>
          </p15:clr>
        </p15:guide>
        <p15:guide id="2" pos="5276">
          <p15:clr>
            <a:srgbClr val="9AA0A6"/>
          </p15:clr>
        </p15:guide>
        <p15:guide id="3" orient="horz" pos="2952">
          <p15:clr>
            <a:srgbClr val="9AA0A6"/>
          </p15:clr>
        </p15:guide>
        <p15:guide id="4" pos="45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1" orient="horz"/>
        <p:guide pos="5276"/>
        <p:guide pos="2952" orient="horz"/>
        <p:guide pos="45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FiraSansCondensedExtraBold-boldItalic.fntdata"/><Relationship Id="rId27" Type="http://schemas.openxmlformats.org/officeDocument/2006/relationships/font" Target="fonts/FiraSansCondensed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ebas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Condensed-bold.fntdata"/><Relationship Id="rId30" Type="http://schemas.openxmlformats.org/officeDocument/2006/relationships/font" Target="fonts/FiraSansCondensed-regular.fntdata"/><Relationship Id="rId11" Type="http://schemas.openxmlformats.org/officeDocument/2006/relationships/slide" Target="slides/slide6.xml"/><Relationship Id="rId33" Type="http://schemas.openxmlformats.org/officeDocument/2006/relationships/font" Target="fonts/FiraSansCondensed-boldItalic.fntdata"/><Relationship Id="rId10" Type="http://schemas.openxmlformats.org/officeDocument/2006/relationships/slide" Target="slides/slide5.xml"/><Relationship Id="rId32" Type="http://schemas.openxmlformats.org/officeDocument/2006/relationships/font" Target="fonts/FiraSansCondensed-italic.fntdata"/><Relationship Id="rId13" Type="http://schemas.openxmlformats.org/officeDocument/2006/relationships/slide" Target="slides/slide8.xml"/><Relationship Id="rId35" Type="http://schemas.openxmlformats.org/officeDocument/2006/relationships/font" Target="fonts/AlbertSans-bold.fntdata"/><Relationship Id="rId12" Type="http://schemas.openxmlformats.org/officeDocument/2006/relationships/slide" Target="slides/slide7.xml"/><Relationship Id="rId34" Type="http://schemas.openxmlformats.org/officeDocument/2006/relationships/font" Target="fonts/AlbertSans-regular.fntdata"/><Relationship Id="rId15" Type="http://schemas.openxmlformats.org/officeDocument/2006/relationships/slide" Target="slides/slide10.xml"/><Relationship Id="rId37" Type="http://schemas.openxmlformats.org/officeDocument/2006/relationships/font" Target="fonts/AlbertSans-boldItalic.fntdata"/><Relationship Id="rId14" Type="http://schemas.openxmlformats.org/officeDocument/2006/relationships/slide" Target="slides/slide9.xml"/><Relationship Id="rId36" Type="http://schemas.openxmlformats.org/officeDocument/2006/relationships/font" Target="fonts/Albert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dd0c7d16c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dd0c7d16c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a823a79d6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3a823a79d6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de045886f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de045886f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a823a79d68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3a823a79d68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a823a79d68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3a823a79d68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dd0c7d16c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dd0c7d16c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1de045886f1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1de045886f1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3a823a79d68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3a823a79d68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1de045886f1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1de045886f1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1de045886f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1de045886f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a823a79d68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3a823a79d68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a823a79d68_0_1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3a823a79d68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3a823a79d68_0_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3a823a79d68_0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3a823a79d68_0_1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3a823a79d68_0_1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3a823a79d68_0_1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3a823a79d68_0_1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3a823a79d68_0_1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3a823a79d68_0_1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3a823a79d68_0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3a823a79d68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gdb0f9523dd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gdb0f9523dd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3a823a79d68_0_1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3a823a79d68_0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1de045886f1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1de045886f1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10" name="Google Shape;10;p2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13" name="Google Shape;13;p2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3134050" y="966200"/>
            <a:ext cx="5170500" cy="19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4800"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34050" y="2814150"/>
            <a:ext cx="5170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19" name="Google Shape;19;p3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" name="Google Shape;21;p3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2" name="Google Shape;22;p3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 txBox="1"/>
          <p:nvPr>
            <p:ph type="title"/>
          </p:nvPr>
        </p:nvSpPr>
        <p:spPr>
          <a:xfrm>
            <a:off x="2566775" y="2554200"/>
            <a:ext cx="58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3"/>
          <p:cNvSpPr txBox="1"/>
          <p:nvPr>
            <p:ph hasCustomPrompt="1" idx="2" type="title"/>
          </p:nvPr>
        </p:nvSpPr>
        <p:spPr>
          <a:xfrm>
            <a:off x="4887075" y="1149000"/>
            <a:ext cx="1223100" cy="122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3071325" y="3396000"/>
            <a:ext cx="4854600" cy="5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3"/>
          <p:cNvSpPr/>
          <p:nvPr/>
        </p:nvSpPr>
        <p:spPr>
          <a:xfrm rot="-5400000">
            <a:off x="8000234" y="877971"/>
            <a:ext cx="1372494" cy="915118"/>
          </a:xfrm>
          <a:custGeom>
            <a:rect b="b" l="l" r="r" t="t"/>
            <a:pathLst>
              <a:path extrusionOk="0" h="60354" w="90519">
                <a:moveTo>
                  <a:pt x="86053" y="1"/>
                </a:moveTo>
                <a:cubicBezTo>
                  <a:pt x="74910" y="1"/>
                  <a:pt x="35353" y="3312"/>
                  <a:pt x="34955" y="4425"/>
                </a:cubicBezTo>
                <a:cubicBezTo>
                  <a:pt x="34499" y="5763"/>
                  <a:pt x="44196" y="16158"/>
                  <a:pt x="44196" y="16158"/>
                </a:cubicBezTo>
                <a:lnTo>
                  <a:pt x="0" y="60353"/>
                </a:lnTo>
                <a:lnTo>
                  <a:pt x="53497" y="60353"/>
                </a:lnTo>
                <a:lnTo>
                  <a:pt x="70640" y="43210"/>
                </a:lnTo>
                <a:cubicBezTo>
                  <a:pt x="70640" y="43210"/>
                  <a:pt x="80708" y="53103"/>
                  <a:pt x="82509" y="53103"/>
                </a:cubicBezTo>
                <a:cubicBezTo>
                  <a:pt x="82549" y="53103"/>
                  <a:pt x="82584" y="53099"/>
                  <a:pt x="82616" y="53089"/>
                </a:cubicBezTo>
                <a:cubicBezTo>
                  <a:pt x="84044" y="52633"/>
                  <a:pt x="90519" y="1477"/>
                  <a:pt x="88908" y="231"/>
                </a:cubicBezTo>
                <a:cubicBezTo>
                  <a:pt x="88706" y="72"/>
                  <a:pt x="87684" y="1"/>
                  <a:pt x="860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30" name="Google Shape;30;p4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" name="Google Shape;32;p4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33" name="Google Shape;33;p4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720000" y="1203200"/>
            <a:ext cx="7704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" name="Google Shape;38;p4"/>
          <p:cNvGrpSpPr/>
          <p:nvPr/>
        </p:nvGrpSpPr>
        <p:grpSpPr>
          <a:xfrm>
            <a:off x="8066919" y="92141"/>
            <a:ext cx="972630" cy="1011658"/>
            <a:chOff x="512425" y="919675"/>
            <a:chExt cx="1712075" cy="1780775"/>
          </a:xfrm>
        </p:grpSpPr>
        <p:sp>
          <p:nvSpPr>
            <p:cNvPr id="39" name="Google Shape;39;p4"/>
            <p:cNvSpPr/>
            <p:nvPr/>
          </p:nvSpPr>
          <p:spPr>
            <a:xfrm>
              <a:off x="512425" y="919675"/>
              <a:ext cx="1712075" cy="1780775"/>
            </a:xfrm>
            <a:custGeom>
              <a:rect b="b" l="l" r="r" t="t"/>
              <a:pathLst>
                <a:path extrusionOk="0" h="71231" w="68483">
                  <a:moveTo>
                    <a:pt x="48511" y="1"/>
                  </a:moveTo>
                  <a:cubicBezTo>
                    <a:pt x="43851" y="1"/>
                    <a:pt x="1284" y="13886"/>
                    <a:pt x="670" y="16022"/>
                  </a:cubicBezTo>
                  <a:cubicBezTo>
                    <a:pt x="1" y="18211"/>
                    <a:pt x="16263" y="69154"/>
                    <a:pt x="18846" y="71069"/>
                  </a:cubicBezTo>
                  <a:cubicBezTo>
                    <a:pt x="19003" y="71179"/>
                    <a:pt x="19306" y="71231"/>
                    <a:pt x="19738" y="71231"/>
                  </a:cubicBezTo>
                  <a:cubicBezTo>
                    <a:pt x="26583" y="71231"/>
                    <a:pt x="65740" y="58142"/>
                    <a:pt x="67084" y="55111"/>
                  </a:cubicBezTo>
                  <a:cubicBezTo>
                    <a:pt x="68482" y="51889"/>
                    <a:pt x="50519" y="1189"/>
                    <a:pt x="48877" y="65"/>
                  </a:cubicBezTo>
                  <a:cubicBezTo>
                    <a:pt x="48815" y="22"/>
                    <a:pt x="48691" y="1"/>
                    <a:pt x="485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66700" y="1096725"/>
              <a:ext cx="1075275" cy="488075"/>
            </a:xfrm>
            <a:custGeom>
              <a:rect b="b" l="l" r="r" t="t"/>
              <a:pathLst>
                <a:path extrusionOk="0" h="19523" w="43011">
                  <a:moveTo>
                    <a:pt x="39810" y="0"/>
                  </a:moveTo>
                  <a:cubicBezTo>
                    <a:pt x="38152" y="0"/>
                    <a:pt x="2087" y="11928"/>
                    <a:pt x="1064" y="12831"/>
                  </a:cubicBezTo>
                  <a:cubicBezTo>
                    <a:pt x="0" y="13743"/>
                    <a:pt x="1976" y="19214"/>
                    <a:pt x="3253" y="19518"/>
                  </a:cubicBezTo>
                  <a:cubicBezTo>
                    <a:pt x="3265" y="19521"/>
                    <a:pt x="3282" y="19522"/>
                    <a:pt x="3303" y="19522"/>
                  </a:cubicBezTo>
                  <a:cubicBezTo>
                    <a:pt x="5211" y="19522"/>
                    <a:pt x="41256" y="7443"/>
                    <a:pt x="42068" y="6691"/>
                  </a:cubicBezTo>
                  <a:cubicBezTo>
                    <a:pt x="43010" y="5779"/>
                    <a:pt x="41065" y="247"/>
                    <a:pt x="39849" y="4"/>
                  </a:cubicBezTo>
                  <a:cubicBezTo>
                    <a:pt x="39839" y="2"/>
                    <a:pt x="39826" y="0"/>
                    <a:pt x="398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831600" y="1775475"/>
              <a:ext cx="215825" cy="203450"/>
            </a:xfrm>
            <a:custGeom>
              <a:rect b="b" l="l" r="r" t="t"/>
              <a:pathLst>
                <a:path extrusionOk="0" h="8138" w="8633">
                  <a:moveTo>
                    <a:pt x="6431" y="1"/>
                  </a:moveTo>
                  <a:cubicBezTo>
                    <a:pt x="5256" y="1"/>
                    <a:pt x="119" y="1747"/>
                    <a:pt x="91" y="2216"/>
                  </a:cubicBezTo>
                  <a:cubicBezTo>
                    <a:pt x="0" y="2702"/>
                    <a:pt x="1641" y="7566"/>
                    <a:pt x="2037" y="8082"/>
                  </a:cubicBezTo>
                  <a:cubicBezTo>
                    <a:pt x="2066" y="8120"/>
                    <a:pt x="2141" y="8137"/>
                    <a:pt x="2252" y="8137"/>
                  </a:cubicBezTo>
                  <a:cubicBezTo>
                    <a:pt x="3413" y="8137"/>
                    <a:pt x="8574" y="6282"/>
                    <a:pt x="8602" y="5894"/>
                  </a:cubicBezTo>
                  <a:cubicBezTo>
                    <a:pt x="8632" y="5377"/>
                    <a:pt x="6991" y="544"/>
                    <a:pt x="6657" y="58"/>
                  </a:cubicBezTo>
                  <a:cubicBezTo>
                    <a:pt x="6629" y="19"/>
                    <a:pt x="6550" y="1"/>
                    <a:pt x="6431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1093000" y="1688850"/>
              <a:ext cx="215825" cy="203600"/>
            </a:xfrm>
            <a:custGeom>
              <a:rect b="b" l="l" r="r" t="t"/>
              <a:pathLst>
                <a:path extrusionOk="0" h="8144" w="8633">
                  <a:moveTo>
                    <a:pt x="6432" y="1"/>
                  </a:moveTo>
                  <a:cubicBezTo>
                    <a:pt x="5261" y="1"/>
                    <a:pt x="147" y="1747"/>
                    <a:pt x="91" y="2216"/>
                  </a:cubicBezTo>
                  <a:cubicBezTo>
                    <a:pt x="0" y="2733"/>
                    <a:pt x="1642" y="7566"/>
                    <a:pt x="2006" y="8082"/>
                  </a:cubicBezTo>
                  <a:cubicBezTo>
                    <a:pt x="2040" y="8124"/>
                    <a:pt x="2123" y="8144"/>
                    <a:pt x="2247" y="8144"/>
                  </a:cubicBezTo>
                  <a:cubicBezTo>
                    <a:pt x="3459" y="8144"/>
                    <a:pt x="8547" y="6283"/>
                    <a:pt x="8602" y="5924"/>
                  </a:cubicBezTo>
                  <a:cubicBezTo>
                    <a:pt x="8633" y="5377"/>
                    <a:pt x="6991" y="544"/>
                    <a:pt x="6657" y="58"/>
                  </a:cubicBezTo>
                  <a:cubicBezTo>
                    <a:pt x="6629" y="19"/>
                    <a:pt x="6551" y="1"/>
                    <a:pt x="6432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1354400" y="1602400"/>
              <a:ext cx="215075" cy="203450"/>
            </a:xfrm>
            <a:custGeom>
              <a:rect b="b" l="l" r="r" t="t"/>
              <a:pathLst>
                <a:path extrusionOk="0" h="8138" w="8603">
                  <a:moveTo>
                    <a:pt x="6443" y="0"/>
                  </a:moveTo>
                  <a:cubicBezTo>
                    <a:pt x="5290" y="0"/>
                    <a:pt x="144" y="1740"/>
                    <a:pt x="61" y="2239"/>
                  </a:cubicBezTo>
                  <a:cubicBezTo>
                    <a:pt x="0" y="2726"/>
                    <a:pt x="1642" y="7589"/>
                    <a:pt x="2006" y="8075"/>
                  </a:cubicBezTo>
                  <a:cubicBezTo>
                    <a:pt x="2038" y="8118"/>
                    <a:pt x="2120" y="8137"/>
                    <a:pt x="2244" y="8137"/>
                  </a:cubicBezTo>
                  <a:cubicBezTo>
                    <a:pt x="3446" y="8137"/>
                    <a:pt x="8544" y="6303"/>
                    <a:pt x="8572" y="5917"/>
                  </a:cubicBezTo>
                  <a:cubicBezTo>
                    <a:pt x="8602" y="5370"/>
                    <a:pt x="6991" y="568"/>
                    <a:pt x="6657" y="51"/>
                  </a:cubicBezTo>
                  <a:cubicBezTo>
                    <a:pt x="6628" y="16"/>
                    <a:pt x="6554" y="0"/>
                    <a:pt x="6443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1615800" y="1516550"/>
              <a:ext cx="215075" cy="202675"/>
            </a:xfrm>
            <a:custGeom>
              <a:rect b="b" l="l" r="r" t="t"/>
              <a:pathLst>
                <a:path extrusionOk="0" h="8107" w="8603">
                  <a:moveTo>
                    <a:pt x="6437" y="0"/>
                  </a:moveTo>
                  <a:cubicBezTo>
                    <a:pt x="5353" y="0"/>
                    <a:pt x="145" y="1764"/>
                    <a:pt x="61" y="2208"/>
                  </a:cubicBezTo>
                  <a:cubicBezTo>
                    <a:pt x="0" y="2695"/>
                    <a:pt x="1611" y="7558"/>
                    <a:pt x="2007" y="8044"/>
                  </a:cubicBezTo>
                  <a:cubicBezTo>
                    <a:pt x="2038" y="8087"/>
                    <a:pt x="2120" y="8106"/>
                    <a:pt x="2244" y="8106"/>
                  </a:cubicBezTo>
                  <a:cubicBezTo>
                    <a:pt x="3446" y="8106"/>
                    <a:pt x="8544" y="6272"/>
                    <a:pt x="8572" y="5886"/>
                  </a:cubicBezTo>
                  <a:cubicBezTo>
                    <a:pt x="8602" y="5369"/>
                    <a:pt x="6991" y="536"/>
                    <a:pt x="6627" y="50"/>
                  </a:cubicBezTo>
                  <a:cubicBezTo>
                    <a:pt x="6606" y="16"/>
                    <a:pt x="6540" y="0"/>
                    <a:pt x="6437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922775" y="2050150"/>
              <a:ext cx="215825" cy="203250"/>
            </a:xfrm>
            <a:custGeom>
              <a:rect b="b" l="l" r="r" t="t"/>
              <a:pathLst>
                <a:path extrusionOk="0" h="8130" w="8633">
                  <a:moveTo>
                    <a:pt x="6472" y="0"/>
                  </a:moveTo>
                  <a:cubicBezTo>
                    <a:pt x="5380" y="0"/>
                    <a:pt x="120" y="1755"/>
                    <a:pt x="92" y="2202"/>
                  </a:cubicBezTo>
                  <a:cubicBezTo>
                    <a:pt x="1" y="2719"/>
                    <a:pt x="1642" y="7582"/>
                    <a:pt x="2007" y="8068"/>
                  </a:cubicBezTo>
                  <a:cubicBezTo>
                    <a:pt x="2040" y="8110"/>
                    <a:pt x="2124" y="8130"/>
                    <a:pt x="2248" y="8130"/>
                  </a:cubicBezTo>
                  <a:cubicBezTo>
                    <a:pt x="3465" y="8130"/>
                    <a:pt x="8575" y="6269"/>
                    <a:pt x="8603" y="5910"/>
                  </a:cubicBezTo>
                  <a:cubicBezTo>
                    <a:pt x="8633" y="5363"/>
                    <a:pt x="6992" y="530"/>
                    <a:pt x="6657" y="44"/>
                  </a:cubicBezTo>
                  <a:cubicBezTo>
                    <a:pt x="6632" y="14"/>
                    <a:pt x="6568" y="0"/>
                    <a:pt x="6472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1184175" y="1963525"/>
              <a:ext cx="215850" cy="203275"/>
            </a:xfrm>
            <a:custGeom>
              <a:rect b="b" l="l" r="r" t="t"/>
              <a:pathLst>
                <a:path extrusionOk="0" h="8131" w="8634">
                  <a:moveTo>
                    <a:pt x="6472" y="0"/>
                  </a:moveTo>
                  <a:cubicBezTo>
                    <a:pt x="5381" y="0"/>
                    <a:pt x="120" y="1757"/>
                    <a:pt x="92" y="2232"/>
                  </a:cubicBezTo>
                  <a:cubicBezTo>
                    <a:pt x="1" y="2719"/>
                    <a:pt x="1642" y="7582"/>
                    <a:pt x="2007" y="8068"/>
                  </a:cubicBezTo>
                  <a:cubicBezTo>
                    <a:pt x="2041" y="8111"/>
                    <a:pt x="2126" y="8130"/>
                    <a:pt x="2252" y="8130"/>
                  </a:cubicBezTo>
                  <a:cubicBezTo>
                    <a:pt x="3472" y="8130"/>
                    <a:pt x="8545" y="6296"/>
                    <a:pt x="8572" y="5910"/>
                  </a:cubicBezTo>
                  <a:cubicBezTo>
                    <a:pt x="8633" y="5363"/>
                    <a:pt x="6992" y="560"/>
                    <a:pt x="6657" y="44"/>
                  </a:cubicBezTo>
                  <a:cubicBezTo>
                    <a:pt x="6633" y="14"/>
                    <a:pt x="6569" y="0"/>
                    <a:pt x="6472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1445575" y="1877500"/>
              <a:ext cx="215850" cy="202675"/>
            </a:xfrm>
            <a:custGeom>
              <a:rect b="b" l="l" r="r" t="t"/>
              <a:pathLst>
                <a:path extrusionOk="0" h="8107" w="8634">
                  <a:moveTo>
                    <a:pt x="6454" y="0"/>
                  </a:moveTo>
                  <a:cubicBezTo>
                    <a:pt x="5323" y="0"/>
                    <a:pt x="117" y="1764"/>
                    <a:pt x="62" y="2208"/>
                  </a:cubicBezTo>
                  <a:cubicBezTo>
                    <a:pt x="1" y="2694"/>
                    <a:pt x="1642" y="7558"/>
                    <a:pt x="2007" y="8044"/>
                  </a:cubicBezTo>
                  <a:cubicBezTo>
                    <a:pt x="2038" y="8087"/>
                    <a:pt x="2121" y="8106"/>
                    <a:pt x="2245" y="8106"/>
                  </a:cubicBezTo>
                  <a:cubicBezTo>
                    <a:pt x="3447" y="8106"/>
                    <a:pt x="8545" y="6272"/>
                    <a:pt x="8572" y="5886"/>
                  </a:cubicBezTo>
                  <a:cubicBezTo>
                    <a:pt x="8633" y="5369"/>
                    <a:pt x="6992" y="536"/>
                    <a:pt x="6657" y="50"/>
                  </a:cubicBezTo>
                  <a:cubicBezTo>
                    <a:pt x="6631" y="16"/>
                    <a:pt x="6561" y="0"/>
                    <a:pt x="6454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1009400" y="2313075"/>
              <a:ext cx="215850" cy="203275"/>
            </a:xfrm>
            <a:custGeom>
              <a:rect b="b" l="l" r="r" t="t"/>
              <a:pathLst>
                <a:path extrusionOk="0" h="8131" w="8634">
                  <a:moveTo>
                    <a:pt x="6473" y="0"/>
                  </a:moveTo>
                  <a:cubicBezTo>
                    <a:pt x="5385" y="0"/>
                    <a:pt x="148" y="1757"/>
                    <a:pt x="92" y="2232"/>
                  </a:cubicBezTo>
                  <a:cubicBezTo>
                    <a:pt x="1" y="2718"/>
                    <a:pt x="1642" y="7582"/>
                    <a:pt x="2007" y="8068"/>
                  </a:cubicBezTo>
                  <a:cubicBezTo>
                    <a:pt x="2041" y="8111"/>
                    <a:pt x="2126" y="8130"/>
                    <a:pt x="2252" y="8130"/>
                  </a:cubicBezTo>
                  <a:cubicBezTo>
                    <a:pt x="3472" y="8130"/>
                    <a:pt x="8548" y="6296"/>
                    <a:pt x="8603" y="5910"/>
                  </a:cubicBezTo>
                  <a:cubicBezTo>
                    <a:pt x="8633" y="5363"/>
                    <a:pt x="6992" y="560"/>
                    <a:pt x="6657" y="44"/>
                  </a:cubicBezTo>
                  <a:cubicBezTo>
                    <a:pt x="6633" y="14"/>
                    <a:pt x="6569" y="0"/>
                    <a:pt x="6473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1270800" y="2227050"/>
              <a:ext cx="215850" cy="202675"/>
            </a:xfrm>
            <a:custGeom>
              <a:rect b="b" l="l" r="r" t="t"/>
              <a:pathLst>
                <a:path extrusionOk="0" h="8107" w="8634">
                  <a:moveTo>
                    <a:pt x="6461" y="0"/>
                  </a:moveTo>
                  <a:cubicBezTo>
                    <a:pt x="5353" y="0"/>
                    <a:pt x="145" y="1764"/>
                    <a:pt x="62" y="2208"/>
                  </a:cubicBezTo>
                  <a:cubicBezTo>
                    <a:pt x="1" y="2694"/>
                    <a:pt x="1642" y="7558"/>
                    <a:pt x="2007" y="8044"/>
                  </a:cubicBezTo>
                  <a:cubicBezTo>
                    <a:pt x="2038" y="8087"/>
                    <a:pt x="2121" y="8106"/>
                    <a:pt x="2245" y="8106"/>
                  </a:cubicBezTo>
                  <a:cubicBezTo>
                    <a:pt x="3447" y="8106"/>
                    <a:pt x="8545" y="6272"/>
                    <a:pt x="8572" y="5886"/>
                  </a:cubicBezTo>
                  <a:cubicBezTo>
                    <a:pt x="8633" y="5369"/>
                    <a:pt x="6992" y="536"/>
                    <a:pt x="6657" y="50"/>
                  </a:cubicBezTo>
                  <a:cubicBezTo>
                    <a:pt x="6634" y="16"/>
                    <a:pt x="6566" y="0"/>
                    <a:pt x="6461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1532975" y="2140400"/>
              <a:ext cx="215825" cy="203425"/>
            </a:xfrm>
            <a:custGeom>
              <a:rect b="b" l="l" r="r" t="t"/>
              <a:pathLst>
                <a:path extrusionOk="0" h="8137" w="8633">
                  <a:moveTo>
                    <a:pt x="6453" y="1"/>
                  </a:moveTo>
                  <a:cubicBezTo>
                    <a:pt x="5323" y="1"/>
                    <a:pt x="117" y="1765"/>
                    <a:pt x="61" y="2209"/>
                  </a:cubicBezTo>
                  <a:cubicBezTo>
                    <a:pt x="0" y="2695"/>
                    <a:pt x="1642" y="7559"/>
                    <a:pt x="2006" y="8075"/>
                  </a:cubicBezTo>
                  <a:cubicBezTo>
                    <a:pt x="2037" y="8117"/>
                    <a:pt x="2118" y="8137"/>
                    <a:pt x="2240" y="8137"/>
                  </a:cubicBezTo>
                  <a:cubicBezTo>
                    <a:pt x="3433" y="8137"/>
                    <a:pt x="8544" y="6273"/>
                    <a:pt x="8572" y="5887"/>
                  </a:cubicBezTo>
                  <a:cubicBezTo>
                    <a:pt x="8633" y="5370"/>
                    <a:pt x="6991" y="537"/>
                    <a:pt x="6657" y="51"/>
                  </a:cubicBezTo>
                  <a:cubicBezTo>
                    <a:pt x="6631" y="17"/>
                    <a:pt x="6560" y="1"/>
                    <a:pt x="6453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1707750" y="1790875"/>
              <a:ext cx="300925" cy="466325"/>
            </a:xfrm>
            <a:custGeom>
              <a:rect b="b" l="l" r="r" t="t"/>
              <a:pathLst>
                <a:path extrusionOk="0" h="18653" w="12037">
                  <a:moveTo>
                    <a:pt x="6407" y="0"/>
                  </a:moveTo>
                  <a:cubicBezTo>
                    <a:pt x="5322" y="0"/>
                    <a:pt x="114" y="1764"/>
                    <a:pt x="31" y="2208"/>
                  </a:cubicBezTo>
                  <a:cubicBezTo>
                    <a:pt x="0" y="2634"/>
                    <a:pt x="5076" y="18074"/>
                    <a:pt x="5472" y="18591"/>
                  </a:cubicBezTo>
                  <a:cubicBezTo>
                    <a:pt x="5502" y="18633"/>
                    <a:pt x="5583" y="18653"/>
                    <a:pt x="5705" y="18653"/>
                  </a:cubicBezTo>
                  <a:cubicBezTo>
                    <a:pt x="6899" y="18653"/>
                    <a:pt x="12009" y="16792"/>
                    <a:pt x="12037" y="16433"/>
                  </a:cubicBezTo>
                  <a:cubicBezTo>
                    <a:pt x="12037" y="15916"/>
                    <a:pt x="6870" y="445"/>
                    <a:pt x="6596" y="50"/>
                  </a:cubicBezTo>
                  <a:cubicBezTo>
                    <a:pt x="6575" y="16"/>
                    <a:pt x="6509" y="0"/>
                    <a:pt x="6407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644650" y="1059325"/>
              <a:ext cx="1120875" cy="562600"/>
            </a:xfrm>
            <a:custGeom>
              <a:rect b="b" l="l" r="r" t="t"/>
              <a:pathLst>
                <a:path extrusionOk="0" h="22504" w="44835">
                  <a:moveTo>
                    <a:pt x="41278" y="315"/>
                  </a:moveTo>
                  <a:cubicBezTo>
                    <a:pt x="41947" y="527"/>
                    <a:pt x="43163" y="3050"/>
                    <a:pt x="43862" y="5603"/>
                  </a:cubicBezTo>
                  <a:cubicBezTo>
                    <a:pt x="44348" y="7488"/>
                    <a:pt x="44318" y="8430"/>
                    <a:pt x="44074" y="8704"/>
                  </a:cubicBezTo>
                  <a:cubicBezTo>
                    <a:pt x="43619" y="9160"/>
                    <a:pt x="34804" y="12290"/>
                    <a:pt x="24013" y="15877"/>
                  </a:cubicBezTo>
                  <a:cubicBezTo>
                    <a:pt x="12876" y="19590"/>
                    <a:pt x="4640" y="22112"/>
                    <a:pt x="3674" y="22112"/>
                  </a:cubicBezTo>
                  <a:cubicBezTo>
                    <a:pt x="3651" y="22112"/>
                    <a:pt x="3632" y="22111"/>
                    <a:pt x="3618" y="22108"/>
                  </a:cubicBezTo>
                  <a:cubicBezTo>
                    <a:pt x="2858" y="21895"/>
                    <a:pt x="1490" y="19069"/>
                    <a:pt x="882" y="16515"/>
                  </a:cubicBezTo>
                  <a:cubicBezTo>
                    <a:pt x="548" y="15087"/>
                    <a:pt x="487" y="14053"/>
                    <a:pt x="791" y="13749"/>
                  </a:cubicBezTo>
                  <a:cubicBezTo>
                    <a:pt x="1916" y="12655"/>
                    <a:pt x="39090" y="345"/>
                    <a:pt x="41278" y="345"/>
                  </a:cubicBezTo>
                  <a:lnTo>
                    <a:pt x="41278" y="315"/>
                  </a:lnTo>
                  <a:close/>
                  <a:moveTo>
                    <a:pt x="41283" y="0"/>
                  </a:moveTo>
                  <a:cubicBezTo>
                    <a:pt x="38961" y="0"/>
                    <a:pt x="1623" y="12370"/>
                    <a:pt x="487" y="13506"/>
                  </a:cubicBezTo>
                  <a:cubicBezTo>
                    <a:pt x="1" y="14023"/>
                    <a:pt x="244" y="15482"/>
                    <a:pt x="487" y="16607"/>
                  </a:cubicBezTo>
                  <a:cubicBezTo>
                    <a:pt x="1034" y="18795"/>
                    <a:pt x="2402" y="22139"/>
                    <a:pt x="3466" y="22503"/>
                  </a:cubicBezTo>
                  <a:lnTo>
                    <a:pt x="3587" y="22503"/>
                  </a:lnTo>
                  <a:cubicBezTo>
                    <a:pt x="5198" y="22503"/>
                    <a:pt x="19636" y="17762"/>
                    <a:pt x="24044" y="16272"/>
                  </a:cubicBezTo>
                  <a:cubicBezTo>
                    <a:pt x="30822" y="14023"/>
                    <a:pt x="43771" y="9585"/>
                    <a:pt x="44318" y="9008"/>
                  </a:cubicBezTo>
                  <a:cubicBezTo>
                    <a:pt x="44834" y="8430"/>
                    <a:pt x="44530" y="6819"/>
                    <a:pt x="44196" y="5543"/>
                  </a:cubicBezTo>
                  <a:cubicBezTo>
                    <a:pt x="43649" y="3536"/>
                    <a:pt x="42403" y="345"/>
                    <a:pt x="41369" y="11"/>
                  </a:cubicBezTo>
                  <a:cubicBezTo>
                    <a:pt x="41350" y="4"/>
                    <a:pt x="41321" y="0"/>
                    <a:pt x="41283" y="0"/>
                  </a:cubicBezTo>
                  <a:close/>
                </a:path>
              </a:pathLst>
            </a:custGeom>
            <a:solidFill>
              <a:srgbClr val="486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646925" y="1344525"/>
              <a:ext cx="1260700" cy="425575"/>
            </a:xfrm>
            <a:custGeom>
              <a:rect b="b" l="l" r="r" t="t"/>
              <a:pathLst>
                <a:path extrusionOk="0" h="17023" w="50428">
                  <a:moveTo>
                    <a:pt x="50306" y="1"/>
                  </a:moveTo>
                  <a:lnTo>
                    <a:pt x="1" y="16658"/>
                  </a:lnTo>
                  <a:lnTo>
                    <a:pt x="122" y="17022"/>
                  </a:lnTo>
                  <a:lnTo>
                    <a:pt x="50427" y="366"/>
                  </a:lnTo>
                  <a:lnTo>
                    <a:pt x="50306" y="1"/>
                  </a:lnTo>
                  <a:close/>
                </a:path>
              </a:pathLst>
            </a:custGeom>
            <a:solidFill>
              <a:srgbClr val="486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1819450" y="2009450"/>
              <a:ext cx="98050" cy="54725"/>
            </a:xfrm>
            <a:custGeom>
              <a:rect b="b" l="l" r="r" t="t"/>
              <a:pathLst>
                <a:path extrusionOk="0" h="2189" w="3922">
                  <a:moveTo>
                    <a:pt x="3587" y="0"/>
                  </a:moveTo>
                  <a:lnTo>
                    <a:pt x="0" y="1185"/>
                  </a:lnTo>
                  <a:lnTo>
                    <a:pt x="335" y="2189"/>
                  </a:lnTo>
                  <a:lnTo>
                    <a:pt x="3922" y="100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1840725" y="1987400"/>
              <a:ext cx="54750" cy="98050"/>
            </a:xfrm>
            <a:custGeom>
              <a:rect b="b" l="l" r="r" t="t"/>
              <a:pathLst>
                <a:path extrusionOk="0" h="3922" w="2190">
                  <a:moveTo>
                    <a:pt x="1004" y="1"/>
                  </a:moveTo>
                  <a:lnTo>
                    <a:pt x="1" y="335"/>
                  </a:lnTo>
                  <a:lnTo>
                    <a:pt x="1186" y="3922"/>
                  </a:lnTo>
                  <a:lnTo>
                    <a:pt x="2189" y="3587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5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58" name="Google Shape;58;p5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" name="Google Shape;60;p5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1" name="Google Shape;61;p5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2" type="title"/>
          </p:nvPr>
        </p:nvSpPr>
        <p:spPr>
          <a:xfrm>
            <a:off x="720000" y="24873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3" type="title"/>
          </p:nvPr>
        </p:nvSpPr>
        <p:spPr>
          <a:xfrm>
            <a:off x="4901688" y="24873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1" type="subTitle"/>
          </p:nvPr>
        </p:nvSpPr>
        <p:spPr>
          <a:xfrm>
            <a:off x="720000" y="2630625"/>
            <a:ext cx="3522300" cy="1873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4" type="subTitle"/>
          </p:nvPr>
        </p:nvSpPr>
        <p:spPr>
          <a:xfrm>
            <a:off x="4901700" y="2630625"/>
            <a:ext cx="3522300" cy="1873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9" name="Google Shape;69;p5"/>
          <p:cNvGrpSpPr/>
          <p:nvPr/>
        </p:nvGrpSpPr>
        <p:grpSpPr>
          <a:xfrm flipH="1" rot="10800000">
            <a:off x="7505003" y="256"/>
            <a:ext cx="1638701" cy="2363711"/>
            <a:chOff x="3924650" y="1876400"/>
            <a:chExt cx="2477625" cy="3573800"/>
          </a:xfrm>
        </p:grpSpPr>
        <p:sp>
          <p:nvSpPr>
            <p:cNvPr id="70" name="Google Shape;70;p5"/>
            <p:cNvSpPr/>
            <p:nvPr/>
          </p:nvSpPr>
          <p:spPr>
            <a:xfrm>
              <a:off x="5496625" y="3541525"/>
              <a:ext cx="497850" cy="465100"/>
            </a:xfrm>
            <a:custGeom>
              <a:rect b="b" l="l" r="r" t="t"/>
              <a:pathLst>
                <a:path extrusionOk="0" h="18604" w="19914">
                  <a:moveTo>
                    <a:pt x="19419" y="1"/>
                  </a:moveTo>
                  <a:cubicBezTo>
                    <a:pt x="17328" y="1"/>
                    <a:pt x="0" y="15847"/>
                    <a:pt x="1000" y="18072"/>
                  </a:cubicBezTo>
                  <a:cubicBezTo>
                    <a:pt x="1219" y="18370"/>
                    <a:pt x="2039" y="18604"/>
                    <a:pt x="3224" y="18604"/>
                  </a:cubicBezTo>
                  <a:cubicBezTo>
                    <a:pt x="6007" y="18604"/>
                    <a:pt x="10800" y="17317"/>
                    <a:pt x="14543" y="12568"/>
                  </a:cubicBezTo>
                  <a:cubicBezTo>
                    <a:pt x="19747" y="5896"/>
                    <a:pt x="19914" y="159"/>
                    <a:pt x="19580" y="59"/>
                  </a:cubicBezTo>
                  <a:cubicBezTo>
                    <a:pt x="19546" y="20"/>
                    <a:pt x="19492" y="1"/>
                    <a:pt x="19419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4785250" y="2718225"/>
              <a:ext cx="778075" cy="675450"/>
            </a:xfrm>
            <a:custGeom>
              <a:rect b="b" l="l" r="r" t="t"/>
              <a:pathLst>
                <a:path extrusionOk="0" h="27018" w="31123">
                  <a:moveTo>
                    <a:pt x="18747" y="0"/>
                  </a:moveTo>
                  <a:lnTo>
                    <a:pt x="14644" y="367"/>
                  </a:lnTo>
                  <a:lnTo>
                    <a:pt x="7973" y="7873"/>
                  </a:lnTo>
                  <a:cubicBezTo>
                    <a:pt x="7940" y="7873"/>
                    <a:pt x="6272" y="9140"/>
                    <a:pt x="5004" y="10074"/>
                  </a:cubicBezTo>
                  <a:cubicBezTo>
                    <a:pt x="3770" y="11042"/>
                    <a:pt x="1" y="17646"/>
                    <a:pt x="1" y="17646"/>
                  </a:cubicBezTo>
                  <a:cubicBezTo>
                    <a:pt x="1" y="17646"/>
                    <a:pt x="352" y="19592"/>
                    <a:pt x="2732" y="19592"/>
                  </a:cubicBezTo>
                  <a:cubicBezTo>
                    <a:pt x="2997" y="19592"/>
                    <a:pt x="3286" y="19568"/>
                    <a:pt x="3603" y="19514"/>
                  </a:cubicBezTo>
                  <a:cubicBezTo>
                    <a:pt x="6005" y="19014"/>
                    <a:pt x="7106" y="17313"/>
                    <a:pt x="7106" y="17313"/>
                  </a:cubicBezTo>
                  <a:lnTo>
                    <a:pt x="7106" y="17313"/>
                  </a:lnTo>
                  <a:cubicBezTo>
                    <a:pt x="7106" y="17313"/>
                    <a:pt x="5071" y="25352"/>
                    <a:pt x="5271" y="26052"/>
                  </a:cubicBezTo>
                  <a:cubicBezTo>
                    <a:pt x="5443" y="26616"/>
                    <a:pt x="6240" y="27017"/>
                    <a:pt x="7236" y="27017"/>
                  </a:cubicBezTo>
                  <a:cubicBezTo>
                    <a:pt x="8951" y="27017"/>
                    <a:pt x="11258" y="25825"/>
                    <a:pt x="11976" y="22216"/>
                  </a:cubicBezTo>
                  <a:cubicBezTo>
                    <a:pt x="12076" y="23150"/>
                    <a:pt x="12176" y="24184"/>
                    <a:pt x="12643" y="25018"/>
                  </a:cubicBezTo>
                  <a:cubicBezTo>
                    <a:pt x="12943" y="25552"/>
                    <a:pt x="13344" y="25919"/>
                    <a:pt x="13977" y="25986"/>
                  </a:cubicBezTo>
                  <a:cubicBezTo>
                    <a:pt x="14009" y="25987"/>
                    <a:pt x="14040" y="25987"/>
                    <a:pt x="14071" y="25987"/>
                  </a:cubicBezTo>
                  <a:cubicBezTo>
                    <a:pt x="14911" y="25987"/>
                    <a:pt x="15797" y="25560"/>
                    <a:pt x="16279" y="24885"/>
                  </a:cubicBezTo>
                  <a:cubicBezTo>
                    <a:pt x="16813" y="24151"/>
                    <a:pt x="16946" y="23150"/>
                    <a:pt x="17013" y="22250"/>
                  </a:cubicBezTo>
                  <a:cubicBezTo>
                    <a:pt x="17080" y="21683"/>
                    <a:pt x="17080" y="21049"/>
                    <a:pt x="17013" y="20482"/>
                  </a:cubicBezTo>
                  <a:cubicBezTo>
                    <a:pt x="17013" y="20081"/>
                    <a:pt x="16979" y="19748"/>
                    <a:pt x="16946" y="19381"/>
                  </a:cubicBezTo>
                  <a:cubicBezTo>
                    <a:pt x="16946" y="19247"/>
                    <a:pt x="16746" y="18213"/>
                    <a:pt x="16813" y="18180"/>
                  </a:cubicBezTo>
                  <a:cubicBezTo>
                    <a:pt x="17580" y="17746"/>
                    <a:pt x="17913" y="17179"/>
                    <a:pt x="17913" y="17179"/>
                  </a:cubicBezTo>
                  <a:lnTo>
                    <a:pt x="18514" y="11876"/>
                  </a:lnTo>
                  <a:lnTo>
                    <a:pt x="31123" y="8206"/>
                  </a:lnTo>
                  <a:lnTo>
                    <a:pt x="28955" y="834"/>
                  </a:lnTo>
                  <a:lnTo>
                    <a:pt x="24185" y="134"/>
                  </a:lnTo>
                  <a:lnTo>
                    <a:pt x="18747" y="0"/>
                  </a:lnTo>
                  <a:close/>
                </a:path>
              </a:pathLst>
            </a:custGeom>
            <a:solidFill>
              <a:srgbClr val="DD8B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3924650" y="1876400"/>
              <a:ext cx="1400175" cy="1140875"/>
            </a:xfrm>
            <a:custGeom>
              <a:rect b="b" l="l" r="r" t="t"/>
              <a:pathLst>
                <a:path extrusionOk="0" h="45635" w="56007">
                  <a:moveTo>
                    <a:pt x="13012" y="0"/>
                  </a:moveTo>
                  <a:cubicBezTo>
                    <a:pt x="11594" y="0"/>
                    <a:pt x="10254" y="878"/>
                    <a:pt x="9707" y="2284"/>
                  </a:cubicBezTo>
                  <a:lnTo>
                    <a:pt x="667" y="26035"/>
                  </a:lnTo>
                  <a:cubicBezTo>
                    <a:pt x="0" y="27836"/>
                    <a:pt x="901" y="29837"/>
                    <a:pt x="2702" y="30538"/>
                  </a:cubicBezTo>
                  <a:lnTo>
                    <a:pt x="41763" y="45415"/>
                  </a:lnTo>
                  <a:cubicBezTo>
                    <a:pt x="42166" y="45564"/>
                    <a:pt x="42580" y="45635"/>
                    <a:pt x="42988" y="45635"/>
                  </a:cubicBezTo>
                  <a:cubicBezTo>
                    <a:pt x="44405" y="45635"/>
                    <a:pt x="45748" y="44779"/>
                    <a:pt x="46266" y="43380"/>
                  </a:cubicBezTo>
                  <a:lnTo>
                    <a:pt x="55340" y="19630"/>
                  </a:lnTo>
                  <a:cubicBezTo>
                    <a:pt x="56007" y="17829"/>
                    <a:pt x="55073" y="15827"/>
                    <a:pt x="53271" y="15127"/>
                  </a:cubicBezTo>
                  <a:lnTo>
                    <a:pt x="14210" y="216"/>
                  </a:lnTo>
                  <a:cubicBezTo>
                    <a:pt x="13815" y="70"/>
                    <a:pt x="13410" y="0"/>
                    <a:pt x="13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905350" y="2811625"/>
              <a:ext cx="45875" cy="83425"/>
            </a:xfrm>
            <a:custGeom>
              <a:rect b="b" l="l" r="r" t="t"/>
              <a:pathLst>
                <a:path extrusionOk="0" h="3337" w="1835">
                  <a:moveTo>
                    <a:pt x="1535" y="0"/>
                  </a:moveTo>
                  <a:cubicBezTo>
                    <a:pt x="967" y="301"/>
                    <a:pt x="500" y="801"/>
                    <a:pt x="267" y="1435"/>
                  </a:cubicBezTo>
                  <a:cubicBezTo>
                    <a:pt x="0" y="2102"/>
                    <a:pt x="33" y="2769"/>
                    <a:pt x="267" y="3336"/>
                  </a:cubicBezTo>
                  <a:cubicBezTo>
                    <a:pt x="834" y="3069"/>
                    <a:pt x="1301" y="2569"/>
                    <a:pt x="1535" y="1935"/>
                  </a:cubicBezTo>
                  <a:cubicBezTo>
                    <a:pt x="1835" y="1301"/>
                    <a:pt x="1801" y="634"/>
                    <a:pt x="1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4801925" y="2765575"/>
              <a:ext cx="149300" cy="143650"/>
            </a:xfrm>
            <a:custGeom>
              <a:rect b="b" l="l" r="r" t="t"/>
              <a:pathLst>
                <a:path extrusionOk="0" h="5746" w="5972">
                  <a:moveTo>
                    <a:pt x="3236" y="408"/>
                  </a:moveTo>
                  <a:cubicBezTo>
                    <a:pt x="3503" y="408"/>
                    <a:pt x="3804" y="441"/>
                    <a:pt x="4070" y="508"/>
                  </a:cubicBezTo>
                  <a:cubicBezTo>
                    <a:pt x="4637" y="742"/>
                    <a:pt x="5104" y="1175"/>
                    <a:pt x="5405" y="1742"/>
                  </a:cubicBezTo>
                  <a:cubicBezTo>
                    <a:pt x="4838" y="2076"/>
                    <a:pt x="4437" y="2576"/>
                    <a:pt x="4170" y="3177"/>
                  </a:cubicBezTo>
                  <a:cubicBezTo>
                    <a:pt x="3970" y="3810"/>
                    <a:pt x="3937" y="4478"/>
                    <a:pt x="4137" y="5111"/>
                  </a:cubicBezTo>
                  <a:cubicBezTo>
                    <a:pt x="3825" y="5233"/>
                    <a:pt x="3514" y="5291"/>
                    <a:pt x="3202" y="5291"/>
                  </a:cubicBezTo>
                  <a:cubicBezTo>
                    <a:pt x="2913" y="5291"/>
                    <a:pt x="2624" y="5241"/>
                    <a:pt x="2336" y="5145"/>
                  </a:cubicBezTo>
                  <a:cubicBezTo>
                    <a:pt x="1102" y="4644"/>
                    <a:pt x="434" y="3243"/>
                    <a:pt x="935" y="1976"/>
                  </a:cubicBezTo>
                  <a:cubicBezTo>
                    <a:pt x="1302" y="975"/>
                    <a:pt x="2236" y="408"/>
                    <a:pt x="3236" y="408"/>
                  </a:cubicBezTo>
                  <a:close/>
                  <a:moveTo>
                    <a:pt x="3270" y="1"/>
                  </a:moveTo>
                  <a:cubicBezTo>
                    <a:pt x="2100" y="1"/>
                    <a:pt x="1010" y="699"/>
                    <a:pt x="568" y="1842"/>
                  </a:cubicBezTo>
                  <a:cubicBezTo>
                    <a:pt x="1" y="3343"/>
                    <a:pt x="768" y="4978"/>
                    <a:pt x="2236" y="5578"/>
                  </a:cubicBezTo>
                  <a:cubicBezTo>
                    <a:pt x="2503" y="5678"/>
                    <a:pt x="2903" y="5745"/>
                    <a:pt x="3236" y="5745"/>
                  </a:cubicBezTo>
                  <a:cubicBezTo>
                    <a:pt x="3670" y="5745"/>
                    <a:pt x="4104" y="5612"/>
                    <a:pt x="4504" y="5445"/>
                  </a:cubicBezTo>
                  <a:lnTo>
                    <a:pt x="4671" y="5345"/>
                  </a:lnTo>
                  <a:lnTo>
                    <a:pt x="4604" y="5178"/>
                  </a:lnTo>
                  <a:cubicBezTo>
                    <a:pt x="4404" y="4611"/>
                    <a:pt x="4404" y="3977"/>
                    <a:pt x="4604" y="3377"/>
                  </a:cubicBezTo>
                  <a:cubicBezTo>
                    <a:pt x="4804" y="2810"/>
                    <a:pt x="5271" y="2343"/>
                    <a:pt x="5805" y="2043"/>
                  </a:cubicBezTo>
                  <a:lnTo>
                    <a:pt x="5972" y="1976"/>
                  </a:lnTo>
                  <a:lnTo>
                    <a:pt x="5905" y="1809"/>
                  </a:lnTo>
                  <a:cubicBezTo>
                    <a:pt x="5605" y="1042"/>
                    <a:pt x="5004" y="475"/>
                    <a:pt x="4271" y="174"/>
                  </a:cubicBezTo>
                  <a:cubicBezTo>
                    <a:pt x="3939" y="57"/>
                    <a:pt x="3601" y="1"/>
                    <a:pt x="327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4153975" y="2104025"/>
              <a:ext cx="172650" cy="165050"/>
            </a:xfrm>
            <a:custGeom>
              <a:rect b="b" l="l" r="r" t="t"/>
              <a:pathLst>
                <a:path extrusionOk="0" h="6602" w="6906">
                  <a:moveTo>
                    <a:pt x="2496" y="1"/>
                  </a:moveTo>
                  <a:cubicBezTo>
                    <a:pt x="2037" y="1"/>
                    <a:pt x="1604" y="270"/>
                    <a:pt x="1401" y="751"/>
                  </a:cubicBezTo>
                  <a:lnTo>
                    <a:pt x="234" y="3787"/>
                  </a:lnTo>
                  <a:cubicBezTo>
                    <a:pt x="0" y="4421"/>
                    <a:pt x="301" y="5088"/>
                    <a:pt x="901" y="5355"/>
                  </a:cubicBezTo>
                  <a:lnTo>
                    <a:pt x="3970" y="6522"/>
                  </a:lnTo>
                  <a:cubicBezTo>
                    <a:pt x="4100" y="6576"/>
                    <a:pt x="4238" y="6601"/>
                    <a:pt x="4376" y="6601"/>
                  </a:cubicBezTo>
                  <a:cubicBezTo>
                    <a:pt x="4837" y="6601"/>
                    <a:pt x="5299" y="6317"/>
                    <a:pt x="5504" y="5855"/>
                  </a:cubicBezTo>
                  <a:lnTo>
                    <a:pt x="6672" y="2786"/>
                  </a:lnTo>
                  <a:cubicBezTo>
                    <a:pt x="6905" y="2186"/>
                    <a:pt x="6638" y="1519"/>
                    <a:pt x="6005" y="1252"/>
                  </a:cubicBezTo>
                  <a:lnTo>
                    <a:pt x="2936" y="84"/>
                  </a:lnTo>
                  <a:cubicBezTo>
                    <a:pt x="2791" y="28"/>
                    <a:pt x="2642" y="1"/>
                    <a:pt x="24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4225700" y="2110275"/>
              <a:ext cx="20850" cy="31725"/>
            </a:xfrm>
            <a:custGeom>
              <a:rect b="b" l="l" r="r" t="t"/>
              <a:pathLst>
                <a:path extrusionOk="0" h="1269" w="834">
                  <a:moveTo>
                    <a:pt x="434" y="1"/>
                  </a:moveTo>
                  <a:lnTo>
                    <a:pt x="0" y="1135"/>
                  </a:lnTo>
                  <a:lnTo>
                    <a:pt x="400" y="1269"/>
                  </a:lnTo>
                  <a:lnTo>
                    <a:pt x="834" y="13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4271550" y="2126975"/>
              <a:ext cx="20875" cy="32550"/>
            </a:xfrm>
            <a:custGeom>
              <a:rect b="b" l="l" r="r" t="t"/>
              <a:pathLst>
                <a:path extrusionOk="0" h="1302" w="835">
                  <a:moveTo>
                    <a:pt x="434" y="0"/>
                  </a:moveTo>
                  <a:lnTo>
                    <a:pt x="1" y="1134"/>
                  </a:lnTo>
                  <a:lnTo>
                    <a:pt x="401" y="1301"/>
                  </a:lnTo>
                  <a:lnTo>
                    <a:pt x="835" y="167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4186500" y="2213700"/>
              <a:ext cx="20875" cy="32550"/>
            </a:xfrm>
            <a:custGeom>
              <a:rect b="b" l="l" r="r" t="t"/>
              <a:pathLst>
                <a:path extrusionOk="0" h="1302" w="835">
                  <a:moveTo>
                    <a:pt x="434" y="0"/>
                  </a:moveTo>
                  <a:lnTo>
                    <a:pt x="0" y="1134"/>
                  </a:lnTo>
                  <a:lnTo>
                    <a:pt x="401" y="1301"/>
                  </a:lnTo>
                  <a:lnTo>
                    <a:pt x="834" y="167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4231525" y="2231200"/>
              <a:ext cx="20875" cy="31725"/>
            </a:xfrm>
            <a:custGeom>
              <a:rect b="b" l="l" r="r" t="t"/>
              <a:pathLst>
                <a:path extrusionOk="0" h="1269" w="835">
                  <a:moveTo>
                    <a:pt x="434" y="1"/>
                  </a:moveTo>
                  <a:lnTo>
                    <a:pt x="1" y="1135"/>
                  </a:lnTo>
                  <a:lnTo>
                    <a:pt x="401" y="1268"/>
                  </a:lnTo>
                  <a:lnTo>
                    <a:pt x="834" y="13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4284075" y="2172000"/>
              <a:ext cx="32525" cy="20875"/>
            </a:xfrm>
            <a:custGeom>
              <a:rect b="b" l="l" r="r" t="t"/>
              <a:pathLst>
                <a:path extrusionOk="0" h="835" w="1301">
                  <a:moveTo>
                    <a:pt x="167" y="0"/>
                  </a:moveTo>
                  <a:lnTo>
                    <a:pt x="0" y="401"/>
                  </a:lnTo>
                  <a:lnTo>
                    <a:pt x="1134" y="834"/>
                  </a:lnTo>
                  <a:lnTo>
                    <a:pt x="1301" y="43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4266550" y="2220375"/>
              <a:ext cx="31725" cy="20875"/>
            </a:xfrm>
            <a:custGeom>
              <a:rect b="b" l="l" r="r" t="t"/>
              <a:pathLst>
                <a:path extrusionOk="0" h="835" w="1269">
                  <a:moveTo>
                    <a:pt x="167" y="0"/>
                  </a:moveTo>
                  <a:lnTo>
                    <a:pt x="1" y="400"/>
                  </a:lnTo>
                  <a:lnTo>
                    <a:pt x="1135" y="834"/>
                  </a:lnTo>
                  <a:lnTo>
                    <a:pt x="1268" y="43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4180650" y="2133625"/>
              <a:ext cx="31725" cy="20050"/>
            </a:xfrm>
            <a:custGeom>
              <a:rect b="b" l="l" r="r" t="t"/>
              <a:pathLst>
                <a:path extrusionOk="0" h="802" w="1269">
                  <a:moveTo>
                    <a:pt x="134" y="1"/>
                  </a:moveTo>
                  <a:lnTo>
                    <a:pt x="1" y="368"/>
                  </a:lnTo>
                  <a:lnTo>
                    <a:pt x="1135" y="802"/>
                  </a:lnTo>
                  <a:lnTo>
                    <a:pt x="1268" y="401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4163150" y="2181175"/>
              <a:ext cx="31700" cy="20025"/>
            </a:xfrm>
            <a:custGeom>
              <a:rect b="b" l="l" r="r" t="t"/>
              <a:pathLst>
                <a:path extrusionOk="0" h="801" w="1268">
                  <a:moveTo>
                    <a:pt x="134" y="0"/>
                  </a:moveTo>
                  <a:lnTo>
                    <a:pt x="0" y="367"/>
                  </a:lnTo>
                  <a:lnTo>
                    <a:pt x="1134" y="801"/>
                  </a:lnTo>
                  <a:lnTo>
                    <a:pt x="1268" y="401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4224025" y="1978275"/>
              <a:ext cx="336100" cy="178725"/>
            </a:xfrm>
            <a:custGeom>
              <a:rect b="b" l="l" r="r" t="t"/>
              <a:pathLst>
                <a:path extrusionOk="0" h="7149" w="13444">
                  <a:moveTo>
                    <a:pt x="1668" y="478"/>
                  </a:moveTo>
                  <a:cubicBezTo>
                    <a:pt x="1802" y="478"/>
                    <a:pt x="1935" y="478"/>
                    <a:pt x="2068" y="578"/>
                  </a:cubicBezTo>
                  <a:lnTo>
                    <a:pt x="12109" y="4414"/>
                  </a:lnTo>
                  <a:cubicBezTo>
                    <a:pt x="12409" y="4480"/>
                    <a:pt x="12676" y="4747"/>
                    <a:pt x="12776" y="5047"/>
                  </a:cubicBezTo>
                  <a:cubicBezTo>
                    <a:pt x="12943" y="5314"/>
                    <a:pt x="12943" y="5648"/>
                    <a:pt x="12843" y="5948"/>
                  </a:cubicBezTo>
                  <a:cubicBezTo>
                    <a:pt x="12743" y="6248"/>
                    <a:pt x="12509" y="6482"/>
                    <a:pt x="12209" y="6615"/>
                  </a:cubicBezTo>
                  <a:cubicBezTo>
                    <a:pt x="12051" y="6703"/>
                    <a:pt x="11883" y="6745"/>
                    <a:pt x="11716" y="6745"/>
                  </a:cubicBezTo>
                  <a:cubicBezTo>
                    <a:pt x="11566" y="6745"/>
                    <a:pt x="11417" y="6712"/>
                    <a:pt x="11275" y="6649"/>
                  </a:cubicBezTo>
                  <a:lnTo>
                    <a:pt x="1235" y="2813"/>
                  </a:lnTo>
                  <a:cubicBezTo>
                    <a:pt x="934" y="2746"/>
                    <a:pt x="701" y="2479"/>
                    <a:pt x="567" y="2212"/>
                  </a:cubicBezTo>
                  <a:cubicBezTo>
                    <a:pt x="401" y="1912"/>
                    <a:pt x="401" y="1578"/>
                    <a:pt x="534" y="1278"/>
                  </a:cubicBezTo>
                  <a:cubicBezTo>
                    <a:pt x="601" y="978"/>
                    <a:pt x="868" y="744"/>
                    <a:pt x="1168" y="611"/>
                  </a:cubicBezTo>
                  <a:cubicBezTo>
                    <a:pt x="1335" y="544"/>
                    <a:pt x="1501" y="478"/>
                    <a:pt x="1668" y="478"/>
                  </a:cubicBezTo>
                  <a:close/>
                  <a:moveTo>
                    <a:pt x="1713" y="1"/>
                  </a:moveTo>
                  <a:cubicBezTo>
                    <a:pt x="1484" y="1"/>
                    <a:pt x="1254" y="52"/>
                    <a:pt x="1034" y="144"/>
                  </a:cubicBezTo>
                  <a:cubicBezTo>
                    <a:pt x="601" y="311"/>
                    <a:pt x="301" y="644"/>
                    <a:pt x="134" y="1078"/>
                  </a:cubicBezTo>
                  <a:cubicBezTo>
                    <a:pt x="0" y="1478"/>
                    <a:pt x="34" y="1912"/>
                    <a:pt x="200" y="2312"/>
                  </a:cubicBezTo>
                  <a:cubicBezTo>
                    <a:pt x="367" y="2746"/>
                    <a:pt x="701" y="3046"/>
                    <a:pt x="1101" y="3213"/>
                  </a:cubicBezTo>
                  <a:lnTo>
                    <a:pt x="11175" y="7049"/>
                  </a:lnTo>
                  <a:cubicBezTo>
                    <a:pt x="11375" y="7116"/>
                    <a:pt x="11542" y="7149"/>
                    <a:pt x="11742" y="7149"/>
                  </a:cubicBezTo>
                  <a:cubicBezTo>
                    <a:pt x="11942" y="7149"/>
                    <a:pt x="12209" y="7116"/>
                    <a:pt x="12409" y="6982"/>
                  </a:cubicBezTo>
                  <a:cubicBezTo>
                    <a:pt x="12843" y="6815"/>
                    <a:pt x="13110" y="6482"/>
                    <a:pt x="13276" y="6082"/>
                  </a:cubicBezTo>
                  <a:cubicBezTo>
                    <a:pt x="13443" y="5648"/>
                    <a:pt x="13410" y="5248"/>
                    <a:pt x="13243" y="4814"/>
                  </a:cubicBezTo>
                  <a:cubicBezTo>
                    <a:pt x="13076" y="4414"/>
                    <a:pt x="12743" y="4113"/>
                    <a:pt x="12342" y="3947"/>
                  </a:cubicBezTo>
                  <a:lnTo>
                    <a:pt x="2269" y="111"/>
                  </a:lnTo>
                  <a:cubicBezTo>
                    <a:pt x="2088" y="35"/>
                    <a:pt x="1901" y="1"/>
                    <a:pt x="171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4063900" y="2296725"/>
              <a:ext cx="60900" cy="80500"/>
            </a:xfrm>
            <a:custGeom>
              <a:rect b="b" l="l" r="r" t="t"/>
              <a:pathLst>
                <a:path extrusionOk="0" h="3220" w="2436">
                  <a:moveTo>
                    <a:pt x="1197" y="1"/>
                  </a:moveTo>
                  <a:cubicBezTo>
                    <a:pt x="1169" y="1"/>
                    <a:pt x="1148" y="5"/>
                    <a:pt x="1135" y="15"/>
                  </a:cubicBezTo>
                  <a:cubicBezTo>
                    <a:pt x="1001" y="82"/>
                    <a:pt x="1" y="2650"/>
                    <a:pt x="101" y="2750"/>
                  </a:cubicBezTo>
                  <a:cubicBezTo>
                    <a:pt x="165" y="2878"/>
                    <a:pt x="1084" y="3219"/>
                    <a:pt x="1309" y="3219"/>
                  </a:cubicBezTo>
                  <a:cubicBezTo>
                    <a:pt x="1319" y="3219"/>
                    <a:pt x="1328" y="3219"/>
                    <a:pt x="1335" y="3217"/>
                  </a:cubicBezTo>
                  <a:cubicBezTo>
                    <a:pt x="1502" y="3151"/>
                    <a:pt x="2436" y="582"/>
                    <a:pt x="2369" y="482"/>
                  </a:cubicBezTo>
                  <a:cubicBezTo>
                    <a:pt x="2339" y="391"/>
                    <a:pt x="1463" y="1"/>
                    <a:pt x="119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4113100" y="2314425"/>
              <a:ext cx="60900" cy="80450"/>
            </a:xfrm>
            <a:custGeom>
              <a:rect b="b" l="l" r="r" t="t"/>
              <a:pathLst>
                <a:path extrusionOk="0" h="3218" w="2436">
                  <a:moveTo>
                    <a:pt x="1177" y="1"/>
                  </a:moveTo>
                  <a:cubicBezTo>
                    <a:pt x="1159" y="1"/>
                    <a:pt x="1144" y="3"/>
                    <a:pt x="1135" y="7"/>
                  </a:cubicBezTo>
                  <a:cubicBezTo>
                    <a:pt x="1002" y="108"/>
                    <a:pt x="1" y="2643"/>
                    <a:pt x="101" y="2776"/>
                  </a:cubicBezTo>
                  <a:cubicBezTo>
                    <a:pt x="163" y="2869"/>
                    <a:pt x="1021" y="3217"/>
                    <a:pt x="1283" y="3217"/>
                  </a:cubicBezTo>
                  <a:cubicBezTo>
                    <a:pt x="1305" y="3217"/>
                    <a:pt x="1322" y="3215"/>
                    <a:pt x="1335" y="3210"/>
                  </a:cubicBezTo>
                  <a:cubicBezTo>
                    <a:pt x="1502" y="3176"/>
                    <a:pt x="2436" y="608"/>
                    <a:pt x="2369" y="474"/>
                  </a:cubicBezTo>
                  <a:cubicBezTo>
                    <a:pt x="2338" y="381"/>
                    <a:pt x="1414" y="1"/>
                    <a:pt x="117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2300" y="2333425"/>
              <a:ext cx="60075" cy="80500"/>
            </a:xfrm>
            <a:custGeom>
              <a:rect b="b" l="l" r="r" t="t"/>
              <a:pathLst>
                <a:path extrusionOk="0" h="3220" w="2403">
                  <a:moveTo>
                    <a:pt x="1190" y="1"/>
                  </a:moveTo>
                  <a:cubicBezTo>
                    <a:pt x="1164" y="1"/>
                    <a:pt x="1145" y="5"/>
                    <a:pt x="1135" y="15"/>
                  </a:cubicBezTo>
                  <a:cubicBezTo>
                    <a:pt x="1002" y="81"/>
                    <a:pt x="1" y="2617"/>
                    <a:pt x="68" y="2750"/>
                  </a:cubicBezTo>
                  <a:cubicBezTo>
                    <a:pt x="163" y="2878"/>
                    <a:pt x="1084" y="3219"/>
                    <a:pt x="1309" y="3219"/>
                  </a:cubicBezTo>
                  <a:cubicBezTo>
                    <a:pt x="1319" y="3219"/>
                    <a:pt x="1328" y="3218"/>
                    <a:pt x="1335" y="3217"/>
                  </a:cubicBezTo>
                  <a:cubicBezTo>
                    <a:pt x="1502" y="3184"/>
                    <a:pt x="2403" y="582"/>
                    <a:pt x="2369" y="448"/>
                  </a:cubicBezTo>
                  <a:cubicBezTo>
                    <a:pt x="2339" y="388"/>
                    <a:pt x="1437" y="1"/>
                    <a:pt x="119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4211500" y="2351950"/>
              <a:ext cx="60075" cy="80450"/>
            </a:xfrm>
            <a:custGeom>
              <a:rect b="b" l="l" r="r" t="t"/>
              <a:pathLst>
                <a:path extrusionOk="0" h="3218" w="2403">
                  <a:moveTo>
                    <a:pt x="1144" y="1"/>
                  </a:moveTo>
                  <a:cubicBezTo>
                    <a:pt x="1125" y="1"/>
                    <a:pt x="1111" y="3"/>
                    <a:pt x="1102" y="8"/>
                  </a:cubicBezTo>
                  <a:cubicBezTo>
                    <a:pt x="1002" y="108"/>
                    <a:pt x="1" y="2643"/>
                    <a:pt x="68" y="2776"/>
                  </a:cubicBezTo>
                  <a:cubicBezTo>
                    <a:pt x="160" y="2869"/>
                    <a:pt x="1021" y="3217"/>
                    <a:pt x="1283" y="3217"/>
                  </a:cubicBezTo>
                  <a:cubicBezTo>
                    <a:pt x="1305" y="3217"/>
                    <a:pt x="1323" y="3215"/>
                    <a:pt x="1335" y="3210"/>
                  </a:cubicBezTo>
                  <a:cubicBezTo>
                    <a:pt x="1469" y="3176"/>
                    <a:pt x="2403" y="608"/>
                    <a:pt x="2369" y="475"/>
                  </a:cubicBezTo>
                  <a:cubicBezTo>
                    <a:pt x="2307" y="382"/>
                    <a:pt x="1381" y="1"/>
                    <a:pt x="114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345775" y="2402825"/>
              <a:ext cx="59225" cy="81150"/>
            </a:xfrm>
            <a:custGeom>
              <a:rect b="b" l="l" r="r" t="t"/>
              <a:pathLst>
                <a:path extrusionOk="0" h="3246" w="2369">
                  <a:moveTo>
                    <a:pt x="1140" y="1"/>
                  </a:moveTo>
                  <a:cubicBezTo>
                    <a:pt x="1123" y="1"/>
                    <a:pt x="1110" y="3"/>
                    <a:pt x="1101" y="7"/>
                  </a:cubicBezTo>
                  <a:cubicBezTo>
                    <a:pt x="1001" y="107"/>
                    <a:pt x="0" y="2643"/>
                    <a:pt x="67" y="2776"/>
                  </a:cubicBezTo>
                  <a:cubicBezTo>
                    <a:pt x="163" y="2904"/>
                    <a:pt x="1083" y="3245"/>
                    <a:pt x="1309" y="3245"/>
                  </a:cubicBezTo>
                  <a:cubicBezTo>
                    <a:pt x="1319" y="3245"/>
                    <a:pt x="1328" y="3244"/>
                    <a:pt x="1335" y="3243"/>
                  </a:cubicBezTo>
                  <a:cubicBezTo>
                    <a:pt x="1502" y="3176"/>
                    <a:pt x="2369" y="608"/>
                    <a:pt x="2369" y="474"/>
                  </a:cubicBezTo>
                  <a:cubicBezTo>
                    <a:pt x="2338" y="412"/>
                    <a:pt x="1376" y="1"/>
                    <a:pt x="114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394975" y="2421825"/>
              <a:ext cx="59225" cy="80475"/>
            </a:xfrm>
            <a:custGeom>
              <a:rect b="b" l="l" r="r" t="t"/>
              <a:pathLst>
                <a:path extrusionOk="0" h="3219" w="2369">
                  <a:moveTo>
                    <a:pt x="1165" y="1"/>
                  </a:moveTo>
                  <a:cubicBezTo>
                    <a:pt x="1136" y="1"/>
                    <a:pt x="1114" y="5"/>
                    <a:pt x="1101" y="15"/>
                  </a:cubicBezTo>
                  <a:cubicBezTo>
                    <a:pt x="1001" y="81"/>
                    <a:pt x="1" y="2650"/>
                    <a:pt x="67" y="2750"/>
                  </a:cubicBezTo>
                  <a:cubicBezTo>
                    <a:pt x="163" y="2878"/>
                    <a:pt x="1083" y="3219"/>
                    <a:pt x="1309" y="3219"/>
                  </a:cubicBezTo>
                  <a:cubicBezTo>
                    <a:pt x="1319" y="3219"/>
                    <a:pt x="1328" y="3218"/>
                    <a:pt x="1335" y="3217"/>
                  </a:cubicBezTo>
                  <a:cubicBezTo>
                    <a:pt x="1502" y="3183"/>
                    <a:pt x="2369" y="582"/>
                    <a:pt x="2369" y="482"/>
                  </a:cubicBezTo>
                  <a:cubicBezTo>
                    <a:pt x="2339" y="391"/>
                    <a:pt x="1436" y="1"/>
                    <a:pt x="1165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4443350" y="2440350"/>
              <a:ext cx="60050" cy="81150"/>
            </a:xfrm>
            <a:custGeom>
              <a:rect b="b" l="l" r="r" t="t"/>
              <a:pathLst>
                <a:path extrusionOk="0" h="3246" w="2402">
                  <a:moveTo>
                    <a:pt x="1173" y="1"/>
                  </a:moveTo>
                  <a:cubicBezTo>
                    <a:pt x="1156" y="1"/>
                    <a:pt x="1143" y="3"/>
                    <a:pt x="1134" y="7"/>
                  </a:cubicBezTo>
                  <a:cubicBezTo>
                    <a:pt x="1001" y="107"/>
                    <a:pt x="0" y="2643"/>
                    <a:pt x="100" y="2776"/>
                  </a:cubicBezTo>
                  <a:cubicBezTo>
                    <a:pt x="164" y="2904"/>
                    <a:pt x="1083" y="3245"/>
                    <a:pt x="1308" y="3245"/>
                  </a:cubicBezTo>
                  <a:cubicBezTo>
                    <a:pt x="1319" y="3245"/>
                    <a:pt x="1327" y="3244"/>
                    <a:pt x="1335" y="3243"/>
                  </a:cubicBezTo>
                  <a:cubicBezTo>
                    <a:pt x="1501" y="3176"/>
                    <a:pt x="2402" y="608"/>
                    <a:pt x="2402" y="474"/>
                  </a:cubicBezTo>
                  <a:cubicBezTo>
                    <a:pt x="2340" y="412"/>
                    <a:pt x="1405" y="1"/>
                    <a:pt x="117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4492550" y="2459350"/>
              <a:ext cx="59225" cy="80500"/>
            </a:xfrm>
            <a:custGeom>
              <a:rect b="b" l="l" r="r" t="t"/>
              <a:pathLst>
                <a:path extrusionOk="0" h="3220" w="2369">
                  <a:moveTo>
                    <a:pt x="1197" y="1"/>
                  </a:moveTo>
                  <a:cubicBezTo>
                    <a:pt x="1169" y="1"/>
                    <a:pt x="1147" y="5"/>
                    <a:pt x="1134" y="15"/>
                  </a:cubicBezTo>
                  <a:cubicBezTo>
                    <a:pt x="1001" y="81"/>
                    <a:pt x="0" y="2650"/>
                    <a:pt x="100" y="2750"/>
                  </a:cubicBezTo>
                  <a:cubicBezTo>
                    <a:pt x="164" y="2878"/>
                    <a:pt x="1083" y="3219"/>
                    <a:pt x="1309" y="3219"/>
                  </a:cubicBezTo>
                  <a:cubicBezTo>
                    <a:pt x="1319" y="3219"/>
                    <a:pt x="1327" y="3218"/>
                    <a:pt x="1335" y="3217"/>
                  </a:cubicBezTo>
                  <a:cubicBezTo>
                    <a:pt x="1501" y="3184"/>
                    <a:pt x="2369" y="582"/>
                    <a:pt x="2369" y="482"/>
                  </a:cubicBezTo>
                  <a:cubicBezTo>
                    <a:pt x="2339" y="391"/>
                    <a:pt x="1463" y="1"/>
                    <a:pt x="119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4625975" y="2510400"/>
              <a:ext cx="60900" cy="80450"/>
            </a:xfrm>
            <a:custGeom>
              <a:rect b="b" l="l" r="r" t="t"/>
              <a:pathLst>
                <a:path extrusionOk="0" h="3218" w="2436">
                  <a:moveTo>
                    <a:pt x="1176" y="0"/>
                  </a:moveTo>
                  <a:cubicBezTo>
                    <a:pt x="1158" y="0"/>
                    <a:pt x="1144" y="3"/>
                    <a:pt x="1135" y="7"/>
                  </a:cubicBezTo>
                  <a:cubicBezTo>
                    <a:pt x="1001" y="107"/>
                    <a:pt x="0" y="2643"/>
                    <a:pt x="101" y="2776"/>
                  </a:cubicBezTo>
                  <a:cubicBezTo>
                    <a:pt x="162" y="2868"/>
                    <a:pt x="1021" y="3217"/>
                    <a:pt x="1283" y="3217"/>
                  </a:cubicBezTo>
                  <a:cubicBezTo>
                    <a:pt x="1305" y="3217"/>
                    <a:pt x="1322" y="3215"/>
                    <a:pt x="1335" y="3210"/>
                  </a:cubicBezTo>
                  <a:cubicBezTo>
                    <a:pt x="1502" y="3176"/>
                    <a:pt x="2436" y="608"/>
                    <a:pt x="2369" y="474"/>
                  </a:cubicBezTo>
                  <a:cubicBezTo>
                    <a:pt x="2338" y="381"/>
                    <a:pt x="1414" y="0"/>
                    <a:pt x="1176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4675175" y="2529400"/>
              <a:ext cx="60075" cy="80500"/>
            </a:xfrm>
            <a:custGeom>
              <a:rect b="b" l="l" r="r" t="t"/>
              <a:pathLst>
                <a:path extrusionOk="0" h="3220" w="2403">
                  <a:moveTo>
                    <a:pt x="1189" y="1"/>
                  </a:moveTo>
                  <a:cubicBezTo>
                    <a:pt x="1163" y="1"/>
                    <a:pt x="1144" y="5"/>
                    <a:pt x="1135" y="15"/>
                  </a:cubicBezTo>
                  <a:cubicBezTo>
                    <a:pt x="1001" y="81"/>
                    <a:pt x="1" y="2616"/>
                    <a:pt x="67" y="2750"/>
                  </a:cubicBezTo>
                  <a:cubicBezTo>
                    <a:pt x="163" y="2878"/>
                    <a:pt x="1083" y="3219"/>
                    <a:pt x="1309" y="3219"/>
                  </a:cubicBezTo>
                  <a:cubicBezTo>
                    <a:pt x="1319" y="3219"/>
                    <a:pt x="1328" y="3218"/>
                    <a:pt x="1335" y="3217"/>
                  </a:cubicBezTo>
                  <a:cubicBezTo>
                    <a:pt x="1502" y="3184"/>
                    <a:pt x="2402" y="582"/>
                    <a:pt x="2369" y="448"/>
                  </a:cubicBezTo>
                  <a:cubicBezTo>
                    <a:pt x="2339" y="388"/>
                    <a:pt x="1437" y="1"/>
                    <a:pt x="1189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724375" y="2547925"/>
              <a:ext cx="60075" cy="80450"/>
            </a:xfrm>
            <a:custGeom>
              <a:rect b="b" l="l" r="r" t="t"/>
              <a:pathLst>
                <a:path extrusionOk="0" h="3218" w="2403">
                  <a:moveTo>
                    <a:pt x="1144" y="1"/>
                  </a:moveTo>
                  <a:cubicBezTo>
                    <a:pt x="1125" y="1"/>
                    <a:pt x="1111" y="3"/>
                    <a:pt x="1101" y="7"/>
                  </a:cubicBezTo>
                  <a:cubicBezTo>
                    <a:pt x="1001" y="108"/>
                    <a:pt x="1" y="2643"/>
                    <a:pt x="67" y="2776"/>
                  </a:cubicBezTo>
                  <a:cubicBezTo>
                    <a:pt x="160" y="2869"/>
                    <a:pt x="1021" y="3217"/>
                    <a:pt x="1283" y="3217"/>
                  </a:cubicBezTo>
                  <a:cubicBezTo>
                    <a:pt x="1305" y="3217"/>
                    <a:pt x="1322" y="3215"/>
                    <a:pt x="1335" y="3210"/>
                  </a:cubicBezTo>
                  <a:cubicBezTo>
                    <a:pt x="1502" y="3176"/>
                    <a:pt x="2402" y="608"/>
                    <a:pt x="2369" y="474"/>
                  </a:cubicBezTo>
                  <a:cubicBezTo>
                    <a:pt x="2338" y="381"/>
                    <a:pt x="1385" y="1"/>
                    <a:pt x="114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772750" y="2566925"/>
              <a:ext cx="60900" cy="80500"/>
            </a:xfrm>
            <a:custGeom>
              <a:rect b="b" l="l" r="r" t="t"/>
              <a:pathLst>
                <a:path extrusionOk="0" h="3220" w="2436">
                  <a:moveTo>
                    <a:pt x="1197" y="1"/>
                  </a:moveTo>
                  <a:cubicBezTo>
                    <a:pt x="1169" y="1"/>
                    <a:pt x="1147" y="5"/>
                    <a:pt x="1134" y="15"/>
                  </a:cubicBezTo>
                  <a:cubicBezTo>
                    <a:pt x="1001" y="81"/>
                    <a:pt x="0" y="2617"/>
                    <a:pt x="100" y="2750"/>
                  </a:cubicBezTo>
                  <a:cubicBezTo>
                    <a:pt x="164" y="2878"/>
                    <a:pt x="1083" y="3219"/>
                    <a:pt x="1309" y="3219"/>
                  </a:cubicBezTo>
                  <a:cubicBezTo>
                    <a:pt x="1319" y="3219"/>
                    <a:pt x="1327" y="3218"/>
                    <a:pt x="1335" y="3217"/>
                  </a:cubicBezTo>
                  <a:cubicBezTo>
                    <a:pt x="1501" y="3184"/>
                    <a:pt x="2435" y="582"/>
                    <a:pt x="2402" y="448"/>
                  </a:cubicBezTo>
                  <a:cubicBezTo>
                    <a:pt x="2342" y="388"/>
                    <a:pt x="1464" y="1"/>
                    <a:pt x="119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4907850" y="2617800"/>
              <a:ext cx="59225" cy="80475"/>
            </a:xfrm>
            <a:custGeom>
              <a:rect b="b" l="l" r="r" t="t"/>
              <a:pathLst>
                <a:path extrusionOk="0" h="3219" w="2369">
                  <a:moveTo>
                    <a:pt x="1164" y="1"/>
                  </a:moveTo>
                  <a:cubicBezTo>
                    <a:pt x="1135" y="1"/>
                    <a:pt x="1114" y="5"/>
                    <a:pt x="1101" y="14"/>
                  </a:cubicBezTo>
                  <a:cubicBezTo>
                    <a:pt x="1001" y="81"/>
                    <a:pt x="0" y="2650"/>
                    <a:pt x="67" y="2750"/>
                  </a:cubicBezTo>
                  <a:cubicBezTo>
                    <a:pt x="163" y="2877"/>
                    <a:pt x="1083" y="3219"/>
                    <a:pt x="1308" y="3219"/>
                  </a:cubicBezTo>
                  <a:cubicBezTo>
                    <a:pt x="1319" y="3219"/>
                    <a:pt x="1327" y="3218"/>
                    <a:pt x="1334" y="3217"/>
                  </a:cubicBezTo>
                  <a:cubicBezTo>
                    <a:pt x="1501" y="3183"/>
                    <a:pt x="2369" y="582"/>
                    <a:pt x="2369" y="481"/>
                  </a:cubicBezTo>
                  <a:cubicBezTo>
                    <a:pt x="2338" y="391"/>
                    <a:pt x="1436" y="1"/>
                    <a:pt x="116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4956200" y="2636325"/>
              <a:ext cx="60900" cy="81150"/>
            </a:xfrm>
            <a:custGeom>
              <a:rect b="b" l="l" r="r" t="t"/>
              <a:pathLst>
                <a:path extrusionOk="0" h="3246" w="2436">
                  <a:moveTo>
                    <a:pt x="1173" y="1"/>
                  </a:moveTo>
                  <a:cubicBezTo>
                    <a:pt x="1157" y="1"/>
                    <a:pt x="1144" y="3"/>
                    <a:pt x="1135" y="7"/>
                  </a:cubicBezTo>
                  <a:cubicBezTo>
                    <a:pt x="1002" y="107"/>
                    <a:pt x="1" y="2643"/>
                    <a:pt x="101" y="2776"/>
                  </a:cubicBezTo>
                  <a:cubicBezTo>
                    <a:pt x="165" y="2904"/>
                    <a:pt x="1084" y="3245"/>
                    <a:pt x="1309" y="3245"/>
                  </a:cubicBezTo>
                  <a:cubicBezTo>
                    <a:pt x="1319" y="3245"/>
                    <a:pt x="1328" y="3244"/>
                    <a:pt x="1335" y="3243"/>
                  </a:cubicBezTo>
                  <a:cubicBezTo>
                    <a:pt x="1502" y="3143"/>
                    <a:pt x="2436" y="608"/>
                    <a:pt x="2403" y="474"/>
                  </a:cubicBezTo>
                  <a:cubicBezTo>
                    <a:pt x="2340" y="412"/>
                    <a:pt x="1406" y="1"/>
                    <a:pt x="117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5005400" y="2655325"/>
              <a:ext cx="60925" cy="80475"/>
            </a:xfrm>
            <a:custGeom>
              <a:rect b="b" l="l" r="r" t="t"/>
              <a:pathLst>
                <a:path extrusionOk="0" h="3219" w="2437">
                  <a:moveTo>
                    <a:pt x="1197" y="1"/>
                  </a:moveTo>
                  <a:cubicBezTo>
                    <a:pt x="1169" y="1"/>
                    <a:pt x="1148" y="5"/>
                    <a:pt x="1135" y="15"/>
                  </a:cubicBezTo>
                  <a:cubicBezTo>
                    <a:pt x="1002" y="81"/>
                    <a:pt x="1" y="2650"/>
                    <a:pt x="101" y="2750"/>
                  </a:cubicBezTo>
                  <a:cubicBezTo>
                    <a:pt x="165" y="2878"/>
                    <a:pt x="1084" y="3219"/>
                    <a:pt x="1309" y="3219"/>
                  </a:cubicBezTo>
                  <a:cubicBezTo>
                    <a:pt x="1319" y="3219"/>
                    <a:pt x="1328" y="3218"/>
                    <a:pt x="1335" y="3217"/>
                  </a:cubicBezTo>
                  <a:cubicBezTo>
                    <a:pt x="1502" y="3150"/>
                    <a:pt x="2436" y="582"/>
                    <a:pt x="2369" y="482"/>
                  </a:cubicBezTo>
                  <a:cubicBezTo>
                    <a:pt x="2339" y="391"/>
                    <a:pt x="1464" y="1"/>
                    <a:pt x="119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4013875" y="2572275"/>
              <a:ext cx="146800" cy="64250"/>
            </a:xfrm>
            <a:custGeom>
              <a:rect b="b" l="l" r="r" t="t"/>
              <a:pathLst>
                <a:path extrusionOk="0" h="2570" w="5872">
                  <a:moveTo>
                    <a:pt x="134" y="1"/>
                  </a:moveTo>
                  <a:lnTo>
                    <a:pt x="0" y="401"/>
                  </a:lnTo>
                  <a:lnTo>
                    <a:pt x="5704" y="2569"/>
                  </a:lnTo>
                  <a:lnTo>
                    <a:pt x="5871" y="2202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4992375" y="2467100"/>
              <a:ext cx="1323175" cy="1758050"/>
            </a:xfrm>
            <a:custGeom>
              <a:rect b="b" l="l" r="r" t="t"/>
              <a:pathLst>
                <a:path extrusionOk="0" h="70322" w="52927">
                  <a:moveTo>
                    <a:pt x="13465" y="8211"/>
                  </a:moveTo>
                  <a:cubicBezTo>
                    <a:pt x="13865" y="8511"/>
                    <a:pt x="14365" y="8711"/>
                    <a:pt x="14966" y="8844"/>
                  </a:cubicBezTo>
                  <a:cubicBezTo>
                    <a:pt x="15966" y="10679"/>
                    <a:pt x="17401" y="11880"/>
                    <a:pt x="19702" y="13047"/>
                  </a:cubicBezTo>
                  <a:cubicBezTo>
                    <a:pt x="18401" y="15216"/>
                    <a:pt x="17401" y="17451"/>
                    <a:pt x="16300" y="19119"/>
                  </a:cubicBezTo>
                  <a:cubicBezTo>
                    <a:pt x="14365" y="15916"/>
                    <a:pt x="12897" y="12514"/>
                    <a:pt x="11163" y="9445"/>
                  </a:cubicBezTo>
                  <a:cubicBezTo>
                    <a:pt x="11963" y="9078"/>
                    <a:pt x="12731" y="8678"/>
                    <a:pt x="13465" y="8211"/>
                  </a:cubicBezTo>
                  <a:close/>
                  <a:moveTo>
                    <a:pt x="15006" y="0"/>
                  </a:moveTo>
                  <a:cubicBezTo>
                    <a:pt x="13668" y="0"/>
                    <a:pt x="11997" y="638"/>
                    <a:pt x="10629" y="1306"/>
                  </a:cubicBezTo>
                  <a:lnTo>
                    <a:pt x="8728" y="6243"/>
                  </a:lnTo>
                  <a:lnTo>
                    <a:pt x="7360" y="5008"/>
                  </a:lnTo>
                  <a:cubicBezTo>
                    <a:pt x="6097" y="3979"/>
                    <a:pt x="4872" y="3544"/>
                    <a:pt x="3809" y="3544"/>
                  </a:cubicBezTo>
                  <a:cubicBezTo>
                    <a:pt x="1531" y="3544"/>
                    <a:pt x="0" y="5543"/>
                    <a:pt x="455" y="7977"/>
                  </a:cubicBezTo>
                  <a:cubicBezTo>
                    <a:pt x="1122" y="11580"/>
                    <a:pt x="3024" y="15583"/>
                    <a:pt x="4291" y="17317"/>
                  </a:cubicBezTo>
                  <a:cubicBezTo>
                    <a:pt x="5492" y="19085"/>
                    <a:pt x="7694" y="22688"/>
                    <a:pt x="8628" y="24689"/>
                  </a:cubicBezTo>
                  <a:cubicBezTo>
                    <a:pt x="9528" y="26691"/>
                    <a:pt x="11063" y="32295"/>
                    <a:pt x="11063" y="32295"/>
                  </a:cubicBezTo>
                  <a:cubicBezTo>
                    <a:pt x="11430" y="37365"/>
                    <a:pt x="13064" y="43202"/>
                    <a:pt x="16400" y="49273"/>
                  </a:cubicBezTo>
                  <a:cubicBezTo>
                    <a:pt x="21137" y="59481"/>
                    <a:pt x="32545" y="70322"/>
                    <a:pt x="32545" y="70322"/>
                  </a:cubicBezTo>
                  <a:lnTo>
                    <a:pt x="52926" y="61082"/>
                  </a:lnTo>
                  <a:cubicBezTo>
                    <a:pt x="52893" y="60982"/>
                    <a:pt x="40217" y="50074"/>
                    <a:pt x="39150" y="46872"/>
                  </a:cubicBezTo>
                  <a:cubicBezTo>
                    <a:pt x="37815" y="43936"/>
                    <a:pt x="36581" y="40067"/>
                    <a:pt x="36414" y="36431"/>
                  </a:cubicBezTo>
                  <a:cubicBezTo>
                    <a:pt x="36214" y="32762"/>
                    <a:pt x="36014" y="14916"/>
                    <a:pt x="34880" y="12681"/>
                  </a:cubicBezTo>
                  <a:cubicBezTo>
                    <a:pt x="33746" y="10412"/>
                    <a:pt x="18568" y="105"/>
                    <a:pt x="15199" y="5"/>
                  </a:cubicBezTo>
                  <a:cubicBezTo>
                    <a:pt x="15136" y="2"/>
                    <a:pt x="15071" y="0"/>
                    <a:pt x="15006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5472400" y="2935875"/>
              <a:ext cx="220200" cy="125950"/>
            </a:xfrm>
            <a:custGeom>
              <a:rect b="b" l="l" r="r" t="t"/>
              <a:pathLst>
                <a:path extrusionOk="0" h="5038" w="8808">
                  <a:moveTo>
                    <a:pt x="8674" y="1"/>
                  </a:moveTo>
                  <a:cubicBezTo>
                    <a:pt x="3904" y="1702"/>
                    <a:pt x="34" y="4671"/>
                    <a:pt x="1" y="4704"/>
                  </a:cubicBezTo>
                  <a:lnTo>
                    <a:pt x="268" y="5038"/>
                  </a:lnTo>
                  <a:cubicBezTo>
                    <a:pt x="301" y="5004"/>
                    <a:pt x="4104" y="2102"/>
                    <a:pt x="8807" y="368"/>
                  </a:cubicBezTo>
                  <a:lnTo>
                    <a:pt x="8674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5395700" y="2941725"/>
              <a:ext cx="156800" cy="185975"/>
            </a:xfrm>
            <a:custGeom>
              <a:rect b="b" l="l" r="r" t="t"/>
              <a:pathLst>
                <a:path extrusionOk="0" h="7439" w="6272">
                  <a:moveTo>
                    <a:pt x="367" y="0"/>
                  </a:moveTo>
                  <a:lnTo>
                    <a:pt x="0" y="234"/>
                  </a:lnTo>
                  <a:cubicBezTo>
                    <a:pt x="100" y="467"/>
                    <a:pt x="3236" y="6305"/>
                    <a:pt x="6104" y="7439"/>
                  </a:cubicBezTo>
                  <a:lnTo>
                    <a:pt x="6271" y="7038"/>
                  </a:lnTo>
                  <a:cubicBezTo>
                    <a:pt x="3536" y="5938"/>
                    <a:pt x="400" y="67"/>
                    <a:pt x="367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5484925" y="2779925"/>
              <a:ext cx="88425" cy="20875"/>
            </a:xfrm>
            <a:custGeom>
              <a:rect b="b" l="l" r="r" t="t"/>
              <a:pathLst>
                <a:path extrusionOk="0" h="835" w="3537">
                  <a:moveTo>
                    <a:pt x="3436" y="1"/>
                  </a:moveTo>
                  <a:cubicBezTo>
                    <a:pt x="2329" y="339"/>
                    <a:pt x="1412" y="412"/>
                    <a:pt x="822" y="412"/>
                  </a:cubicBezTo>
                  <a:cubicBezTo>
                    <a:pt x="362" y="412"/>
                    <a:pt x="100" y="368"/>
                    <a:pt x="100" y="368"/>
                  </a:cubicBezTo>
                  <a:lnTo>
                    <a:pt x="0" y="768"/>
                  </a:lnTo>
                  <a:cubicBezTo>
                    <a:pt x="0" y="768"/>
                    <a:pt x="301" y="835"/>
                    <a:pt x="801" y="835"/>
                  </a:cubicBezTo>
                  <a:cubicBezTo>
                    <a:pt x="1435" y="835"/>
                    <a:pt x="2335" y="735"/>
                    <a:pt x="3536" y="401"/>
                  </a:cubicBezTo>
                  <a:lnTo>
                    <a:pt x="3436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5325650" y="2618975"/>
              <a:ext cx="29200" cy="57575"/>
            </a:xfrm>
            <a:custGeom>
              <a:rect b="b" l="l" r="r" t="t"/>
              <a:pathLst>
                <a:path extrusionOk="0" h="2303" w="1168">
                  <a:moveTo>
                    <a:pt x="1001" y="1"/>
                  </a:moveTo>
                  <a:lnTo>
                    <a:pt x="567" y="34"/>
                  </a:lnTo>
                  <a:cubicBezTo>
                    <a:pt x="734" y="1268"/>
                    <a:pt x="33" y="1969"/>
                    <a:pt x="0" y="2002"/>
                  </a:cubicBezTo>
                  <a:lnTo>
                    <a:pt x="300" y="2302"/>
                  </a:lnTo>
                  <a:cubicBezTo>
                    <a:pt x="300" y="2269"/>
                    <a:pt x="1168" y="1368"/>
                    <a:pt x="1001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5364000" y="2659850"/>
              <a:ext cx="34225" cy="33375"/>
            </a:xfrm>
            <a:custGeom>
              <a:rect b="b" l="l" r="r" t="t"/>
              <a:pathLst>
                <a:path extrusionOk="0" h="1335" w="1369">
                  <a:moveTo>
                    <a:pt x="1001" y="0"/>
                  </a:moveTo>
                  <a:cubicBezTo>
                    <a:pt x="701" y="634"/>
                    <a:pt x="1" y="968"/>
                    <a:pt x="1" y="968"/>
                  </a:cubicBezTo>
                  <a:lnTo>
                    <a:pt x="167" y="1335"/>
                  </a:lnTo>
                  <a:cubicBezTo>
                    <a:pt x="201" y="1301"/>
                    <a:pt x="1035" y="901"/>
                    <a:pt x="1368" y="167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5206400" y="2619825"/>
              <a:ext cx="69225" cy="86750"/>
            </a:xfrm>
            <a:custGeom>
              <a:rect b="b" l="l" r="r" t="t"/>
              <a:pathLst>
                <a:path extrusionOk="0" h="3470" w="2769">
                  <a:moveTo>
                    <a:pt x="334" y="0"/>
                  </a:moveTo>
                  <a:lnTo>
                    <a:pt x="0" y="267"/>
                  </a:lnTo>
                  <a:cubicBezTo>
                    <a:pt x="67" y="267"/>
                    <a:pt x="1468" y="2102"/>
                    <a:pt x="2435" y="3469"/>
                  </a:cubicBezTo>
                  <a:lnTo>
                    <a:pt x="2769" y="3269"/>
                  </a:lnTo>
                  <a:cubicBezTo>
                    <a:pt x="1801" y="1902"/>
                    <a:pt x="334" y="0"/>
                    <a:pt x="334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4958700" y="2969225"/>
              <a:ext cx="191850" cy="186000"/>
            </a:xfrm>
            <a:custGeom>
              <a:rect b="b" l="l" r="r" t="t"/>
              <a:pathLst>
                <a:path extrusionOk="0" h="7440" w="7674">
                  <a:moveTo>
                    <a:pt x="7373" y="1"/>
                  </a:moveTo>
                  <a:cubicBezTo>
                    <a:pt x="6305" y="1168"/>
                    <a:pt x="4738" y="2169"/>
                    <a:pt x="2703" y="3036"/>
                  </a:cubicBezTo>
                  <a:lnTo>
                    <a:pt x="2636" y="3070"/>
                  </a:lnTo>
                  <a:lnTo>
                    <a:pt x="2569" y="3170"/>
                  </a:lnTo>
                  <a:cubicBezTo>
                    <a:pt x="1836" y="4638"/>
                    <a:pt x="1002" y="5938"/>
                    <a:pt x="1" y="7173"/>
                  </a:cubicBezTo>
                  <a:lnTo>
                    <a:pt x="335" y="7440"/>
                  </a:lnTo>
                  <a:cubicBezTo>
                    <a:pt x="1335" y="6139"/>
                    <a:pt x="2169" y="4838"/>
                    <a:pt x="2903" y="3403"/>
                  </a:cubicBezTo>
                  <a:cubicBezTo>
                    <a:pt x="5005" y="2536"/>
                    <a:pt x="6539" y="1502"/>
                    <a:pt x="7673" y="301"/>
                  </a:cubicBezTo>
                  <a:lnTo>
                    <a:pt x="7373" y="1"/>
                  </a:lnTo>
                  <a:close/>
                </a:path>
              </a:pathLst>
            </a:custGeom>
            <a:solidFill>
              <a:srgbClr val="CC67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5079625" y="3058475"/>
              <a:ext cx="121775" cy="216825"/>
            </a:xfrm>
            <a:custGeom>
              <a:rect b="b" l="l" r="r" t="t"/>
              <a:pathLst>
                <a:path extrusionOk="0" h="8673" w="4871">
                  <a:moveTo>
                    <a:pt x="4504" y="0"/>
                  </a:moveTo>
                  <a:cubicBezTo>
                    <a:pt x="3870" y="1434"/>
                    <a:pt x="2803" y="3069"/>
                    <a:pt x="1135" y="5137"/>
                  </a:cubicBezTo>
                  <a:lnTo>
                    <a:pt x="1" y="8573"/>
                  </a:lnTo>
                  <a:lnTo>
                    <a:pt x="401" y="8673"/>
                  </a:lnTo>
                  <a:lnTo>
                    <a:pt x="1468" y="5337"/>
                  </a:lnTo>
                  <a:cubicBezTo>
                    <a:pt x="3170" y="3269"/>
                    <a:pt x="4237" y="1635"/>
                    <a:pt x="4871" y="167"/>
                  </a:cubicBezTo>
                  <a:lnTo>
                    <a:pt x="4504" y="0"/>
                  </a:lnTo>
                  <a:close/>
                </a:path>
              </a:pathLst>
            </a:custGeom>
            <a:solidFill>
              <a:srgbClr val="CC67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4801100" y="3060125"/>
              <a:ext cx="69250" cy="88425"/>
            </a:xfrm>
            <a:custGeom>
              <a:rect b="b" l="l" r="r" t="t"/>
              <a:pathLst>
                <a:path extrusionOk="0" h="3537" w="2770">
                  <a:moveTo>
                    <a:pt x="2135" y="1"/>
                  </a:moveTo>
                  <a:lnTo>
                    <a:pt x="1969" y="368"/>
                  </a:lnTo>
                  <a:cubicBezTo>
                    <a:pt x="2035" y="401"/>
                    <a:pt x="2102" y="501"/>
                    <a:pt x="2135" y="568"/>
                  </a:cubicBezTo>
                  <a:cubicBezTo>
                    <a:pt x="2269" y="1068"/>
                    <a:pt x="1602" y="2169"/>
                    <a:pt x="1101" y="2803"/>
                  </a:cubicBezTo>
                  <a:lnTo>
                    <a:pt x="0" y="3170"/>
                  </a:lnTo>
                  <a:lnTo>
                    <a:pt x="134" y="3537"/>
                  </a:lnTo>
                  <a:lnTo>
                    <a:pt x="1335" y="3070"/>
                  </a:lnTo>
                  <a:lnTo>
                    <a:pt x="1368" y="3036"/>
                  </a:lnTo>
                  <a:cubicBezTo>
                    <a:pt x="1535" y="2870"/>
                    <a:pt x="2769" y="1335"/>
                    <a:pt x="2536" y="468"/>
                  </a:cubicBezTo>
                  <a:cubicBezTo>
                    <a:pt x="2502" y="234"/>
                    <a:pt x="2335" y="68"/>
                    <a:pt x="2135" y="1"/>
                  </a:cubicBezTo>
                  <a:close/>
                </a:path>
              </a:pathLst>
            </a:custGeom>
            <a:solidFill>
              <a:srgbClr val="CC67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4926200" y="3232750"/>
              <a:ext cx="61725" cy="115125"/>
            </a:xfrm>
            <a:custGeom>
              <a:rect b="b" l="l" r="r" t="t"/>
              <a:pathLst>
                <a:path extrusionOk="0" h="4605" w="2469">
                  <a:moveTo>
                    <a:pt x="967" y="1"/>
                  </a:moveTo>
                  <a:lnTo>
                    <a:pt x="967" y="434"/>
                  </a:lnTo>
                  <a:cubicBezTo>
                    <a:pt x="1134" y="434"/>
                    <a:pt x="1301" y="501"/>
                    <a:pt x="1401" y="635"/>
                  </a:cubicBezTo>
                  <a:cubicBezTo>
                    <a:pt x="1868" y="1168"/>
                    <a:pt x="1868" y="2603"/>
                    <a:pt x="1835" y="3270"/>
                  </a:cubicBezTo>
                  <a:cubicBezTo>
                    <a:pt x="1101" y="3470"/>
                    <a:pt x="467" y="3904"/>
                    <a:pt x="0" y="4270"/>
                  </a:cubicBezTo>
                  <a:lnTo>
                    <a:pt x="267" y="4604"/>
                  </a:lnTo>
                  <a:cubicBezTo>
                    <a:pt x="701" y="4204"/>
                    <a:pt x="1334" y="3803"/>
                    <a:pt x="2068" y="3637"/>
                  </a:cubicBezTo>
                  <a:lnTo>
                    <a:pt x="2202" y="3603"/>
                  </a:lnTo>
                  <a:lnTo>
                    <a:pt x="2202" y="3470"/>
                  </a:lnTo>
                  <a:cubicBezTo>
                    <a:pt x="2202" y="3336"/>
                    <a:pt x="2468" y="1235"/>
                    <a:pt x="1701" y="401"/>
                  </a:cubicBezTo>
                  <a:cubicBezTo>
                    <a:pt x="1534" y="134"/>
                    <a:pt x="1234" y="1"/>
                    <a:pt x="967" y="1"/>
                  </a:cubicBezTo>
                  <a:close/>
                </a:path>
              </a:pathLst>
            </a:custGeom>
            <a:solidFill>
              <a:srgbClr val="CC67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5103825" y="3235525"/>
              <a:ext cx="62550" cy="108175"/>
            </a:xfrm>
            <a:custGeom>
              <a:rect b="b" l="l" r="r" t="t"/>
              <a:pathLst>
                <a:path extrusionOk="0" h="4327" w="2502">
                  <a:moveTo>
                    <a:pt x="394" y="1"/>
                  </a:moveTo>
                  <a:cubicBezTo>
                    <a:pt x="289" y="1"/>
                    <a:pt x="180" y="8"/>
                    <a:pt x="67" y="23"/>
                  </a:cubicBezTo>
                  <a:lnTo>
                    <a:pt x="100" y="457"/>
                  </a:lnTo>
                  <a:cubicBezTo>
                    <a:pt x="205" y="439"/>
                    <a:pt x="306" y="430"/>
                    <a:pt x="403" y="430"/>
                  </a:cubicBezTo>
                  <a:cubicBezTo>
                    <a:pt x="1201" y="430"/>
                    <a:pt x="1734" y="1042"/>
                    <a:pt x="2002" y="2291"/>
                  </a:cubicBezTo>
                  <a:cubicBezTo>
                    <a:pt x="1068" y="2825"/>
                    <a:pt x="434" y="3426"/>
                    <a:pt x="0" y="4093"/>
                  </a:cubicBezTo>
                  <a:lnTo>
                    <a:pt x="334" y="4326"/>
                  </a:lnTo>
                  <a:cubicBezTo>
                    <a:pt x="734" y="3659"/>
                    <a:pt x="1401" y="3059"/>
                    <a:pt x="2368" y="2558"/>
                  </a:cubicBezTo>
                  <a:lnTo>
                    <a:pt x="2502" y="2492"/>
                  </a:lnTo>
                  <a:lnTo>
                    <a:pt x="2435" y="2358"/>
                  </a:lnTo>
                  <a:cubicBezTo>
                    <a:pt x="2131" y="778"/>
                    <a:pt x="1468" y="1"/>
                    <a:pt x="394" y="1"/>
                  </a:cubicBezTo>
                  <a:close/>
                </a:path>
              </a:pathLst>
            </a:custGeom>
            <a:solidFill>
              <a:srgbClr val="CC67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5008750" y="2573950"/>
              <a:ext cx="191825" cy="169325"/>
            </a:xfrm>
            <a:custGeom>
              <a:rect b="b" l="l" r="r" t="t"/>
              <a:pathLst>
                <a:path extrusionOk="0" h="6773" w="7673">
                  <a:moveTo>
                    <a:pt x="4037" y="1"/>
                  </a:moveTo>
                  <a:lnTo>
                    <a:pt x="4003" y="434"/>
                  </a:lnTo>
                  <a:cubicBezTo>
                    <a:pt x="4904" y="501"/>
                    <a:pt x="5871" y="1168"/>
                    <a:pt x="6572" y="2169"/>
                  </a:cubicBezTo>
                  <a:cubicBezTo>
                    <a:pt x="7039" y="2903"/>
                    <a:pt x="7206" y="3470"/>
                    <a:pt x="7139" y="3737"/>
                  </a:cubicBezTo>
                  <a:cubicBezTo>
                    <a:pt x="6914" y="4378"/>
                    <a:pt x="3293" y="6348"/>
                    <a:pt x="2336" y="6348"/>
                  </a:cubicBezTo>
                  <a:cubicBezTo>
                    <a:pt x="2298" y="6348"/>
                    <a:pt x="2264" y="6345"/>
                    <a:pt x="2235" y="6338"/>
                  </a:cubicBezTo>
                  <a:cubicBezTo>
                    <a:pt x="2069" y="6305"/>
                    <a:pt x="1735" y="5971"/>
                    <a:pt x="1401" y="5338"/>
                  </a:cubicBezTo>
                  <a:cubicBezTo>
                    <a:pt x="868" y="4337"/>
                    <a:pt x="467" y="2803"/>
                    <a:pt x="834" y="1802"/>
                  </a:cubicBezTo>
                  <a:lnTo>
                    <a:pt x="467" y="1635"/>
                  </a:lnTo>
                  <a:lnTo>
                    <a:pt x="467" y="1635"/>
                  </a:lnTo>
                  <a:cubicBezTo>
                    <a:pt x="0" y="2769"/>
                    <a:pt x="401" y="4437"/>
                    <a:pt x="1034" y="5571"/>
                  </a:cubicBezTo>
                  <a:cubicBezTo>
                    <a:pt x="1235" y="5971"/>
                    <a:pt x="1702" y="6639"/>
                    <a:pt x="2169" y="6772"/>
                  </a:cubicBezTo>
                  <a:lnTo>
                    <a:pt x="2335" y="6772"/>
                  </a:lnTo>
                  <a:cubicBezTo>
                    <a:pt x="3503" y="6772"/>
                    <a:pt x="7306" y="4671"/>
                    <a:pt x="7539" y="3837"/>
                  </a:cubicBezTo>
                  <a:cubicBezTo>
                    <a:pt x="7673" y="3436"/>
                    <a:pt x="7406" y="2669"/>
                    <a:pt x="6905" y="1969"/>
                  </a:cubicBezTo>
                  <a:cubicBezTo>
                    <a:pt x="6171" y="834"/>
                    <a:pt x="5071" y="101"/>
                    <a:pt x="4037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5521625" y="3542975"/>
              <a:ext cx="612125" cy="625475"/>
            </a:xfrm>
            <a:custGeom>
              <a:rect b="b" l="l" r="r" t="t"/>
              <a:pathLst>
                <a:path extrusionOk="0" h="25019" w="24485">
                  <a:moveTo>
                    <a:pt x="18580" y="1"/>
                  </a:moveTo>
                  <a:lnTo>
                    <a:pt x="18580" y="1"/>
                  </a:lnTo>
                  <a:cubicBezTo>
                    <a:pt x="19033" y="2360"/>
                    <a:pt x="5046" y="18063"/>
                    <a:pt x="415" y="18063"/>
                  </a:cubicBezTo>
                  <a:cubicBezTo>
                    <a:pt x="267" y="18063"/>
                    <a:pt x="128" y="18047"/>
                    <a:pt x="0" y="18014"/>
                  </a:cubicBezTo>
                  <a:lnTo>
                    <a:pt x="0" y="18014"/>
                  </a:lnTo>
                  <a:lnTo>
                    <a:pt x="4236" y="25019"/>
                  </a:lnTo>
                  <a:cubicBezTo>
                    <a:pt x="14310" y="22517"/>
                    <a:pt x="24251" y="10341"/>
                    <a:pt x="24484" y="5171"/>
                  </a:cubicBezTo>
                  <a:lnTo>
                    <a:pt x="185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5603350" y="3647075"/>
              <a:ext cx="798925" cy="1803125"/>
            </a:xfrm>
            <a:custGeom>
              <a:rect b="b" l="l" r="r" t="t"/>
              <a:pathLst>
                <a:path extrusionOk="0" h="72125" w="31957">
                  <a:moveTo>
                    <a:pt x="20595" y="1"/>
                  </a:moveTo>
                  <a:cubicBezTo>
                    <a:pt x="20352" y="1"/>
                    <a:pt x="20148" y="73"/>
                    <a:pt x="20148" y="73"/>
                  </a:cubicBezTo>
                  <a:lnTo>
                    <a:pt x="21082" y="907"/>
                  </a:lnTo>
                  <a:cubicBezTo>
                    <a:pt x="20882" y="5777"/>
                    <a:pt x="5804" y="20554"/>
                    <a:pt x="801" y="20621"/>
                  </a:cubicBezTo>
                  <a:lnTo>
                    <a:pt x="267" y="19754"/>
                  </a:lnTo>
                  <a:cubicBezTo>
                    <a:pt x="100" y="19954"/>
                    <a:pt x="0" y="20221"/>
                    <a:pt x="167" y="20554"/>
                  </a:cubicBezTo>
                  <a:lnTo>
                    <a:pt x="25418" y="72125"/>
                  </a:lnTo>
                  <a:lnTo>
                    <a:pt x="31956" y="72125"/>
                  </a:lnTo>
                  <a:lnTo>
                    <a:pt x="31956" y="10380"/>
                  </a:lnTo>
                  <a:lnTo>
                    <a:pt x="21082" y="140"/>
                  </a:lnTo>
                  <a:cubicBezTo>
                    <a:pt x="20935" y="33"/>
                    <a:pt x="20756" y="1"/>
                    <a:pt x="20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5617525" y="4035825"/>
              <a:ext cx="54225" cy="54225"/>
            </a:xfrm>
            <a:custGeom>
              <a:rect b="b" l="l" r="r" t="t"/>
              <a:pathLst>
                <a:path extrusionOk="0" h="2169" w="2169">
                  <a:moveTo>
                    <a:pt x="1068" y="1"/>
                  </a:moveTo>
                  <a:cubicBezTo>
                    <a:pt x="500" y="1"/>
                    <a:pt x="0" y="468"/>
                    <a:pt x="0" y="1068"/>
                  </a:cubicBezTo>
                  <a:cubicBezTo>
                    <a:pt x="0" y="1669"/>
                    <a:pt x="500" y="2169"/>
                    <a:pt x="1068" y="2169"/>
                  </a:cubicBezTo>
                  <a:cubicBezTo>
                    <a:pt x="1668" y="2169"/>
                    <a:pt x="2168" y="1669"/>
                    <a:pt x="2168" y="1068"/>
                  </a:cubicBezTo>
                  <a:cubicBezTo>
                    <a:pt x="2168" y="501"/>
                    <a:pt x="1668" y="1"/>
                    <a:pt x="1068" y="1"/>
                  </a:cubicBez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6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119" name="Google Shape;119;p6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6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122" name="Google Shape;122;p6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5" name="Google Shape;125;p6"/>
          <p:cNvGrpSpPr/>
          <p:nvPr/>
        </p:nvGrpSpPr>
        <p:grpSpPr>
          <a:xfrm>
            <a:off x="16859" y="89405"/>
            <a:ext cx="452039" cy="524114"/>
            <a:chOff x="5815634" y="1650855"/>
            <a:chExt cx="452039" cy="524114"/>
          </a:xfrm>
        </p:grpSpPr>
        <p:sp>
          <p:nvSpPr>
            <p:cNvPr id="126" name="Google Shape;126;p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" name="Google Shape;132;p6"/>
          <p:cNvGrpSpPr/>
          <p:nvPr/>
        </p:nvGrpSpPr>
        <p:grpSpPr>
          <a:xfrm>
            <a:off x="8635809" y="4566605"/>
            <a:ext cx="452039" cy="524114"/>
            <a:chOff x="5815634" y="1650855"/>
            <a:chExt cx="452039" cy="524114"/>
          </a:xfrm>
        </p:grpSpPr>
        <p:sp>
          <p:nvSpPr>
            <p:cNvPr id="133" name="Google Shape;133;p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" name="Google Shape;139;p6"/>
          <p:cNvGrpSpPr/>
          <p:nvPr/>
        </p:nvGrpSpPr>
        <p:grpSpPr>
          <a:xfrm>
            <a:off x="8635809" y="3938780"/>
            <a:ext cx="452039" cy="524114"/>
            <a:chOff x="5815634" y="1650855"/>
            <a:chExt cx="452039" cy="524114"/>
          </a:xfrm>
        </p:grpSpPr>
        <p:sp>
          <p:nvSpPr>
            <p:cNvPr id="140" name="Google Shape;140;p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7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148" name="Google Shape;148;p7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151" name="Google Shape;151;p7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7"/>
          <p:cNvSpPr txBox="1"/>
          <p:nvPr>
            <p:ph type="title"/>
          </p:nvPr>
        </p:nvSpPr>
        <p:spPr>
          <a:xfrm>
            <a:off x="2688900" y="1706700"/>
            <a:ext cx="37662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" name="Google Shape;154;p7"/>
          <p:cNvSpPr txBox="1"/>
          <p:nvPr>
            <p:ph idx="1" type="subTitle"/>
          </p:nvPr>
        </p:nvSpPr>
        <p:spPr>
          <a:xfrm>
            <a:off x="2194950" y="2371175"/>
            <a:ext cx="4754100" cy="94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6" name="Google Shape;156;p7"/>
          <p:cNvGrpSpPr/>
          <p:nvPr/>
        </p:nvGrpSpPr>
        <p:grpSpPr>
          <a:xfrm>
            <a:off x="5559284" y="105617"/>
            <a:ext cx="452039" cy="524114"/>
            <a:chOff x="5815634" y="1650855"/>
            <a:chExt cx="452039" cy="524114"/>
          </a:xfrm>
        </p:grpSpPr>
        <p:sp>
          <p:nvSpPr>
            <p:cNvPr id="157" name="Google Shape;157;p7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7"/>
          <p:cNvGrpSpPr/>
          <p:nvPr/>
        </p:nvGrpSpPr>
        <p:grpSpPr>
          <a:xfrm>
            <a:off x="6560209" y="4534017"/>
            <a:ext cx="452039" cy="524114"/>
            <a:chOff x="5815634" y="1650855"/>
            <a:chExt cx="452039" cy="524114"/>
          </a:xfrm>
        </p:grpSpPr>
        <p:sp>
          <p:nvSpPr>
            <p:cNvPr id="164" name="Google Shape;164;p7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" name="Google Shape;170;p7"/>
          <p:cNvGrpSpPr/>
          <p:nvPr/>
        </p:nvGrpSpPr>
        <p:grpSpPr>
          <a:xfrm>
            <a:off x="8494834" y="1346892"/>
            <a:ext cx="452039" cy="524114"/>
            <a:chOff x="5815634" y="1650855"/>
            <a:chExt cx="452039" cy="524114"/>
          </a:xfrm>
        </p:grpSpPr>
        <p:sp>
          <p:nvSpPr>
            <p:cNvPr id="171" name="Google Shape;171;p7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8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179" name="Google Shape;179;p8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" name="Google Shape;181;p8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182" name="Google Shape;182;p8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8"/>
          <p:cNvSpPr txBox="1"/>
          <p:nvPr>
            <p:ph type="title"/>
          </p:nvPr>
        </p:nvSpPr>
        <p:spPr>
          <a:xfrm>
            <a:off x="720000" y="846000"/>
            <a:ext cx="4714800" cy="25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6" name="Google Shape;186;p8"/>
          <p:cNvGrpSpPr/>
          <p:nvPr/>
        </p:nvGrpSpPr>
        <p:grpSpPr>
          <a:xfrm>
            <a:off x="3626334" y="4513380"/>
            <a:ext cx="452039" cy="524114"/>
            <a:chOff x="5815634" y="1650855"/>
            <a:chExt cx="452039" cy="524114"/>
          </a:xfrm>
        </p:grpSpPr>
        <p:sp>
          <p:nvSpPr>
            <p:cNvPr id="187" name="Google Shape;187;p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" name="Google Shape;193;p8"/>
          <p:cNvGrpSpPr/>
          <p:nvPr/>
        </p:nvGrpSpPr>
        <p:grpSpPr>
          <a:xfrm>
            <a:off x="8479313" y="2956411"/>
            <a:ext cx="452735" cy="524789"/>
            <a:chOff x="8479313" y="2956411"/>
            <a:chExt cx="452735" cy="524789"/>
          </a:xfrm>
        </p:grpSpPr>
        <p:sp>
          <p:nvSpPr>
            <p:cNvPr id="194" name="Google Shape;194;p8"/>
            <p:cNvSpPr/>
            <p:nvPr/>
          </p:nvSpPr>
          <p:spPr>
            <a:xfrm>
              <a:off x="8479313" y="3101093"/>
              <a:ext cx="452735" cy="380107"/>
            </a:xfrm>
            <a:custGeom>
              <a:rect b="b" l="l" r="r" t="t"/>
              <a:pathLst>
                <a:path extrusionOk="0" h="18569" w="22117">
                  <a:moveTo>
                    <a:pt x="11330" y="1"/>
                  </a:moveTo>
                  <a:cubicBezTo>
                    <a:pt x="7143" y="1"/>
                    <a:pt x="3041" y="2086"/>
                    <a:pt x="1769" y="6409"/>
                  </a:cubicBezTo>
                  <a:cubicBezTo>
                    <a:pt x="1" y="12180"/>
                    <a:pt x="4204" y="18251"/>
                    <a:pt x="10208" y="18551"/>
                  </a:cubicBezTo>
                  <a:cubicBezTo>
                    <a:pt x="10436" y="18563"/>
                    <a:pt x="10665" y="18568"/>
                    <a:pt x="10895" y="18568"/>
                  </a:cubicBezTo>
                  <a:cubicBezTo>
                    <a:pt x="14005" y="18568"/>
                    <a:pt x="17300" y="17511"/>
                    <a:pt x="19381" y="15182"/>
                  </a:cubicBezTo>
                  <a:cubicBezTo>
                    <a:pt x="21616" y="12680"/>
                    <a:pt x="22117" y="9044"/>
                    <a:pt x="21016" y="6009"/>
                  </a:cubicBezTo>
                  <a:cubicBezTo>
                    <a:pt x="20382" y="4241"/>
                    <a:pt x="19214" y="2673"/>
                    <a:pt x="17547" y="1672"/>
                  </a:cubicBezTo>
                  <a:cubicBezTo>
                    <a:pt x="15709" y="565"/>
                    <a:pt x="13508" y="1"/>
                    <a:pt x="11330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8527806" y="3140498"/>
              <a:ext cx="358491" cy="300356"/>
            </a:xfrm>
            <a:custGeom>
              <a:rect b="b" l="l" r="r" t="t"/>
              <a:pathLst>
                <a:path extrusionOk="0" h="14673" w="17513">
                  <a:moveTo>
                    <a:pt x="8977" y="1"/>
                  </a:moveTo>
                  <a:cubicBezTo>
                    <a:pt x="5668" y="1"/>
                    <a:pt x="2432" y="1642"/>
                    <a:pt x="1401" y="5085"/>
                  </a:cubicBezTo>
                  <a:cubicBezTo>
                    <a:pt x="0" y="9621"/>
                    <a:pt x="3336" y="14458"/>
                    <a:pt x="8072" y="14658"/>
                  </a:cubicBezTo>
                  <a:cubicBezTo>
                    <a:pt x="8254" y="14668"/>
                    <a:pt x="8437" y="14672"/>
                    <a:pt x="8621" y="14672"/>
                  </a:cubicBezTo>
                  <a:cubicBezTo>
                    <a:pt x="11041" y="14672"/>
                    <a:pt x="13637" y="13849"/>
                    <a:pt x="15311" y="11989"/>
                  </a:cubicBezTo>
                  <a:cubicBezTo>
                    <a:pt x="17112" y="10021"/>
                    <a:pt x="17513" y="7153"/>
                    <a:pt x="16645" y="4751"/>
                  </a:cubicBezTo>
                  <a:cubicBezTo>
                    <a:pt x="16145" y="3350"/>
                    <a:pt x="15244" y="2116"/>
                    <a:pt x="13910" y="1315"/>
                  </a:cubicBezTo>
                  <a:cubicBezTo>
                    <a:pt x="12447" y="447"/>
                    <a:pt x="10702" y="1"/>
                    <a:pt x="8977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8638406" y="3166720"/>
              <a:ext cx="137968" cy="247892"/>
            </a:xfrm>
            <a:custGeom>
              <a:rect b="b" l="l" r="r" t="t"/>
              <a:pathLst>
                <a:path extrusionOk="0" h="12110" w="6740">
                  <a:moveTo>
                    <a:pt x="3103" y="1"/>
                  </a:moveTo>
                  <a:cubicBezTo>
                    <a:pt x="3003" y="1"/>
                    <a:pt x="2903" y="34"/>
                    <a:pt x="2836" y="34"/>
                  </a:cubicBezTo>
                  <a:cubicBezTo>
                    <a:pt x="2703" y="68"/>
                    <a:pt x="2569" y="201"/>
                    <a:pt x="2569" y="334"/>
                  </a:cubicBezTo>
                  <a:lnTo>
                    <a:pt x="2569" y="1469"/>
                  </a:lnTo>
                  <a:cubicBezTo>
                    <a:pt x="2236" y="1502"/>
                    <a:pt x="2002" y="1635"/>
                    <a:pt x="1702" y="1735"/>
                  </a:cubicBezTo>
                  <a:cubicBezTo>
                    <a:pt x="1235" y="2002"/>
                    <a:pt x="868" y="2302"/>
                    <a:pt x="601" y="2703"/>
                  </a:cubicBezTo>
                  <a:cubicBezTo>
                    <a:pt x="368" y="3136"/>
                    <a:pt x="234" y="3570"/>
                    <a:pt x="234" y="4037"/>
                  </a:cubicBezTo>
                  <a:cubicBezTo>
                    <a:pt x="234" y="4604"/>
                    <a:pt x="401" y="5104"/>
                    <a:pt x="735" y="5505"/>
                  </a:cubicBezTo>
                  <a:cubicBezTo>
                    <a:pt x="1068" y="5872"/>
                    <a:pt x="1535" y="6205"/>
                    <a:pt x="2169" y="6405"/>
                  </a:cubicBezTo>
                  <a:lnTo>
                    <a:pt x="3737" y="6939"/>
                  </a:lnTo>
                  <a:cubicBezTo>
                    <a:pt x="4104" y="7073"/>
                    <a:pt x="4404" y="7239"/>
                    <a:pt x="4571" y="7439"/>
                  </a:cubicBezTo>
                  <a:cubicBezTo>
                    <a:pt x="4738" y="7673"/>
                    <a:pt x="4838" y="7873"/>
                    <a:pt x="4838" y="8173"/>
                  </a:cubicBezTo>
                  <a:cubicBezTo>
                    <a:pt x="4838" y="8440"/>
                    <a:pt x="4704" y="8707"/>
                    <a:pt x="4437" y="8840"/>
                  </a:cubicBezTo>
                  <a:cubicBezTo>
                    <a:pt x="4171" y="9007"/>
                    <a:pt x="3770" y="9107"/>
                    <a:pt x="3337" y="9107"/>
                  </a:cubicBezTo>
                  <a:cubicBezTo>
                    <a:pt x="2870" y="9107"/>
                    <a:pt x="2436" y="9041"/>
                    <a:pt x="2036" y="8874"/>
                  </a:cubicBezTo>
                  <a:cubicBezTo>
                    <a:pt x="1602" y="8707"/>
                    <a:pt x="1235" y="8507"/>
                    <a:pt x="902" y="8273"/>
                  </a:cubicBezTo>
                  <a:cubicBezTo>
                    <a:pt x="868" y="8240"/>
                    <a:pt x="810" y="8223"/>
                    <a:pt x="747" y="8223"/>
                  </a:cubicBezTo>
                  <a:cubicBezTo>
                    <a:pt x="685" y="8223"/>
                    <a:pt x="618" y="8240"/>
                    <a:pt x="568" y="8273"/>
                  </a:cubicBezTo>
                  <a:cubicBezTo>
                    <a:pt x="435" y="8373"/>
                    <a:pt x="368" y="8440"/>
                    <a:pt x="268" y="8574"/>
                  </a:cubicBezTo>
                  <a:cubicBezTo>
                    <a:pt x="201" y="8707"/>
                    <a:pt x="101" y="8840"/>
                    <a:pt x="68" y="9007"/>
                  </a:cubicBezTo>
                  <a:cubicBezTo>
                    <a:pt x="34" y="9174"/>
                    <a:pt x="1" y="9274"/>
                    <a:pt x="1" y="9441"/>
                  </a:cubicBezTo>
                  <a:cubicBezTo>
                    <a:pt x="1" y="9541"/>
                    <a:pt x="34" y="9674"/>
                    <a:pt x="101" y="9708"/>
                  </a:cubicBezTo>
                  <a:cubicBezTo>
                    <a:pt x="368" y="9875"/>
                    <a:pt x="668" y="10041"/>
                    <a:pt x="1002" y="10208"/>
                  </a:cubicBezTo>
                  <a:cubicBezTo>
                    <a:pt x="1335" y="10375"/>
                    <a:pt x="1702" y="10508"/>
                    <a:pt x="2102" y="10575"/>
                  </a:cubicBezTo>
                  <a:cubicBezTo>
                    <a:pt x="2236" y="10608"/>
                    <a:pt x="2369" y="10608"/>
                    <a:pt x="2503" y="10675"/>
                  </a:cubicBezTo>
                  <a:lnTo>
                    <a:pt x="2503" y="11776"/>
                  </a:lnTo>
                  <a:cubicBezTo>
                    <a:pt x="2503" y="11909"/>
                    <a:pt x="2569" y="12043"/>
                    <a:pt x="2736" y="12076"/>
                  </a:cubicBezTo>
                  <a:cubicBezTo>
                    <a:pt x="2903" y="12110"/>
                    <a:pt x="3070" y="12110"/>
                    <a:pt x="3337" y="12110"/>
                  </a:cubicBezTo>
                  <a:lnTo>
                    <a:pt x="3603" y="12110"/>
                  </a:lnTo>
                  <a:cubicBezTo>
                    <a:pt x="3737" y="12110"/>
                    <a:pt x="3837" y="12076"/>
                    <a:pt x="3904" y="12076"/>
                  </a:cubicBezTo>
                  <a:cubicBezTo>
                    <a:pt x="4037" y="12043"/>
                    <a:pt x="4171" y="11909"/>
                    <a:pt x="4171" y="11776"/>
                  </a:cubicBezTo>
                  <a:lnTo>
                    <a:pt x="4171" y="10708"/>
                  </a:lnTo>
                  <a:cubicBezTo>
                    <a:pt x="4537" y="10675"/>
                    <a:pt x="4871" y="10542"/>
                    <a:pt x="5171" y="10408"/>
                  </a:cubicBezTo>
                  <a:cubicBezTo>
                    <a:pt x="5672" y="10208"/>
                    <a:pt x="6039" y="9875"/>
                    <a:pt x="6339" y="9474"/>
                  </a:cubicBezTo>
                  <a:cubicBezTo>
                    <a:pt x="6606" y="9041"/>
                    <a:pt x="6739" y="8574"/>
                    <a:pt x="6739" y="8073"/>
                  </a:cubicBezTo>
                  <a:cubicBezTo>
                    <a:pt x="6739" y="7406"/>
                    <a:pt x="6572" y="6839"/>
                    <a:pt x="6172" y="6405"/>
                  </a:cubicBezTo>
                  <a:cubicBezTo>
                    <a:pt x="5772" y="6005"/>
                    <a:pt x="5271" y="5672"/>
                    <a:pt x="4604" y="5438"/>
                  </a:cubicBezTo>
                  <a:lnTo>
                    <a:pt x="3103" y="4904"/>
                  </a:lnTo>
                  <a:cubicBezTo>
                    <a:pt x="2770" y="4771"/>
                    <a:pt x="2536" y="4671"/>
                    <a:pt x="2336" y="4504"/>
                  </a:cubicBezTo>
                  <a:cubicBezTo>
                    <a:pt x="2169" y="4371"/>
                    <a:pt x="2102" y="4204"/>
                    <a:pt x="2102" y="3937"/>
                  </a:cubicBezTo>
                  <a:cubicBezTo>
                    <a:pt x="2102" y="3670"/>
                    <a:pt x="2236" y="3437"/>
                    <a:pt x="2436" y="3270"/>
                  </a:cubicBezTo>
                  <a:cubicBezTo>
                    <a:pt x="2703" y="3103"/>
                    <a:pt x="3036" y="3003"/>
                    <a:pt x="3503" y="3003"/>
                  </a:cubicBezTo>
                  <a:cubicBezTo>
                    <a:pt x="3870" y="3003"/>
                    <a:pt x="4204" y="3036"/>
                    <a:pt x="4537" y="3170"/>
                  </a:cubicBezTo>
                  <a:cubicBezTo>
                    <a:pt x="4871" y="3303"/>
                    <a:pt x="5238" y="3403"/>
                    <a:pt x="5538" y="3570"/>
                  </a:cubicBezTo>
                  <a:cubicBezTo>
                    <a:pt x="5587" y="3607"/>
                    <a:pt x="5632" y="3621"/>
                    <a:pt x="5673" y="3621"/>
                  </a:cubicBezTo>
                  <a:cubicBezTo>
                    <a:pt x="5745" y="3621"/>
                    <a:pt x="5808" y="3579"/>
                    <a:pt x="5872" y="3537"/>
                  </a:cubicBezTo>
                  <a:cubicBezTo>
                    <a:pt x="6039" y="3403"/>
                    <a:pt x="6172" y="3203"/>
                    <a:pt x="6239" y="3003"/>
                  </a:cubicBezTo>
                  <a:cubicBezTo>
                    <a:pt x="6339" y="2769"/>
                    <a:pt x="6372" y="2569"/>
                    <a:pt x="6372" y="2369"/>
                  </a:cubicBezTo>
                  <a:cubicBezTo>
                    <a:pt x="6372" y="2236"/>
                    <a:pt x="6339" y="2169"/>
                    <a:pt x="6205" y="2102"/>
                  </a:cubicBezTo>
                  <a:cubicBezTo>
                    <a:pt x="5872" y="1902"/>
                    <a:pt x="5405" y="1735"/>
                    <a:pt x="4938" y="1635"/>
                  </a:cubicBezTo>
                  <a:cubicBezTo>
                    <a:pt x="4738" y="1535"/>
                    <a:pt x="4504" y="1502"/>
                    <a:pt x="4237" y="1469"/>
                  </a:cubicBezTo>
                  <a:lnTo>
                    <a:pt x="4237" y="334"/>
                  </a:lnTo>
                  <a:cubicBezTo>
                    <a:pt x="4237" y="201"/>
                    <a:pt x="4171" y="68"/>
                    <a:pt x="4004" y="34"/>
                  </a:cubicBezTo>
                  <a:cubicBezTo>
                    <a:pt x="3904" y="34"/>
                    <a:pt x="3837" y="1"/>
                    <a:pt x="3704" y="1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8703971" y="2956411"/>
              <a:ext cx="8208" cy="60120"/>
            </a:xfrm>
            <a:custGeom>
              <a:rect b="b" l="l" r="r" t="t"/>
              <a:pathLst>
                <a:path extrusionOk="0" h="2937" w="401">
                  <a:moveTo>
                    <a:pt x="0" y="1"/>
                  </a:moveTo>
                  <a:lnTo>
                    <a:pt x="0" y="2936"/>
                  </a:lnTo>
                  <a:lnTo>
                    <a:pt x="400" y="2936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8654127" y="2987136"/>
              <a:ext cx="8884" cy="84705"/>
            </a:xfrm>
            <a:custGeom>
              <a:rect b="b" l="l" r="r" t="t"/>
              <a:pathLst>
                <a:path extrusionOk="0" h="4138" w="434">
                  <a:moveTo>
                    <a:pt x="0" y="1"/>
                  </a:moveTo>
                  <a:lnTo>
                    <a:pt x="0" y="4137"/>
                  </a:lnTo>
                  <a:lnTo>
                    <a:pt x="434" y="4137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8746303" y="2997392"/>
              <a:ext cx="8884" cy="73753"/>
            </a:xfrm>
            <a:custGeom>
              <a:rect b="b" l="l" r="r" t="t"/>
              <a:pathLst>
                <a:path extrusionOk="0" h="3603" w="434">
                  <a:moveTo>
                    <a:pt x="0" y="0"/>
                  </a:moveTo>
                  <a:lnTo>
                    <a:pt x="0" y="3603"/>
                  </a:lnTo>
                  <a:lnTo>
                    <a:pt x="434" y="3603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8"/>
          <p:cNvGrpSpPr/>
          <p:nvPr/>
        </p:nvGrpSpPr>
        <p:grpSpPr>
          <a:xfrm>
            <a:off x="1550633" y="93826"/>
            <a:ext cx="453431" cy="524769"/>
            <a:chOff x="5416858" y="2175276"/>
            <a:chExt cx="453431" cy="524769"/>
          </a:xfrm>
        </p:grpSpPr>
        <p:sp>
          <p:nvSpPr>
            <p:cNvPr id="201" name="Google Shape;201;p8"/>
            <p:cNvSpPr/>
            <p:nvPr/>
          </p:nvSpPr>
          <p:spPr>
            <a:xfrm>
              <a:off x="5416858" y="2320265"/>
              <a:ext cx="453431" cy="379780"/>
            </a:xfrm>
            <a:custGeom>
              <a:rect b="b" l="l" r="r" t="t"/>
              <a:pathLst>
                <a:path extrusionOk="0" h="18553" w="22151">
                  <a:moveTo>
                    <a:pt x="11329" y="0"/>
                  </a:moveTo>
                  <a:cubicBezTo>
                    <a:pt x="7143" y="0"/>
                    <a:pt x="3041" y="2071"/>
                    <a:pt x="1769" y="6393"/>
                  </a:cubicBezTo>
                  <a:cubicBezTo>
                    <a:pt x="1" y="12164"/>
                    <a:pt x="4204" y="18235"/>
                    <a:pt x="10208" y="18536"/>
                  </a:cubicBezTo>
                  <a:cubicBezTo>
                    <a:pt x="10436" y="18547"/>
                    <a:pt x="10665" y="18553"/>
                    <a:pt x="10895" y="18553"/>
                  </a:cubicBezTo>
                  <a:cubicBezTo>
                    <a:pt x="14005" y="18553"/>
                    <a:pt x="17300" y="17496"/>
                    <a:pt x="19381" y="15166"/>
                  </a:cubicBezTo>
                  <a:cubicBezTo>
                    <a:pt x="21616" y="12665"/>
                    <a:pt x="22150" y="8995"/>
                    <a:pt x="21016" y="5993"/>
                  </a:cubicBezTo>
                  <a:cubicBezTo>
                    <a:pt x="20382" y="4225"/>
                    <a:pt x="19215" y="2657"/>
                    <a:pt x="17547" y="1657"/>
                  </a:cubicBezTo>
                  <a:cubicBezTo>
                    <a:pt x="15709" y="561"/>
                    <a:pt x="13507" y="0"/>
                    <a:pt x="11329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5466702" y="2359506"/>
              <a:ext cx="357140" cy="300193"/>
            </a:xfrm>
            <a:custGeom>
              <a:rect b="b" l="l" r="r" t="t"/>
              <a:pathLst>
                <a:path extrusionOk="0" h="14665" w="17447">
                  <a:moveTo>
                    <a:pt x="8967" y="1"/>
                  </a:moveTo>
                  <a:cubicBezTo>
                    <a:pt x="5650" y="1"/>
                    <a:pt x="2402" y="1648"/>
                    <a:pt x="1369" y="5077"/>
                  </a:cubicBezTo>
                  <a:cubicBezTo>
                    <a:pt x="1" y="9613"/>
                    <a:pt x="3337" y="14450"/>
                    <a:pt x="8040" y="14650"/>
                  </a:cubicBezTo>
                  <a:cubicBezTo>
                    <a:pt x="8222" y="14660"/>
                    <a:pt x="8405" y="14665"/>
                    <a:pt x="8589" y="14665"/>
                  </a:cubicBezTo>
                  <a:cubicBezTo>
                    <a:pt x="11013" y="14665"/>
                    <a:pt x="13636" y="13842"/>
                    <a:pt x="15279" y="11982"/>
                  </a:cubicBezTo>
                  <a:cubicBezTo>
                    <a:pt x="17080" y="10047"/>
                    <a:pt x="17447" y="7145"/>
                    <a:pt x="16613" y="4743"/>
                  </a:cubicBezTo>
                  <a:cubicBezTo>
                    <a:pt x="16112" y="3342"/>
                    <a:pt x="15212" y="2108"/>
                    <a:pt x="13878" y="1308"/>
                  </a:cubicBezTo>
                  <a:cubicBezTo>
                    <a:pt x="12421" y="443"/>
                    <a:pt x="10685" y="1"/>
                    <a:pt x="8967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5576647" y="2385584"/>
              <a:ext cx="137947" cy="248567"/>
            </a:xfrm>
            <a:custGeom>
              <a:rect b="b" l="l" r="r" t="t"/>
              <a:pathLst>
                <a:path extrusionOk="0" h="12143" w="6739">
                  <a:moveTo>
                    <a:pt x="3103" y="0"/>
                  </a:moveTo>
                  <a:cubicBezTo>
                    <a:pt x="3003" y="0"/>
                    <a:pt x="2903" y="34"/>
                    <a:pt x="2836" y="34"/>
                  </a:cubicBezTo>
                  <a:cubicBezTo>
                    <a:pt x="2702" y="67"/>
                    <a:pt x="2569" y="200"/>
                    <a:pt x="2569" y="334"/>
                  </a:cubicBezTo>
                  <a:lnTo>
                    <a:pt x="2569" y="1468"/>
                  </a:lnTo>
                  <a:cubicBezTo>
                    <a:pt x="2235" y="1501"/>
                    <a:pt x="2002" y="1635"/>
                    <a:pt x="1702" y="1735"/>
                  </a:cubicBezTo>
                  <a:cubicBezTo>
                    <a:pt x="1235" y="2002"/>
                    <a:pt x="868" y="2302"/>
                    <a:pt x="634" y="2702"/>
                  </a:cubicBezTo>
                  <a:cubicBezTo>
                    <a:pt x="367" y="3136"/>
                    <a:pt x="234" y="3569"/>
                    <a:pt x="234" y="4036"/>
                  </a:cubicBezTo>
                  <a:cubicBezTo>
                    <a:pt x="234" y="4637"/>
                    <a:pt x="401" y="5137"/>
                    <a:pt x="734" y="5504"/>
                  </a:cubicBezTo>
                  <a:cubicBezTo>
                    <a:pt x="1068" y="5871"/>
                    <a:pt x="1535" y="6205"/>
                    <a:pt x="2169" y="6405"/>
                  </a:cubicBezTo>
                  <a:lnTo>
                    <a:pt x="3736" y="6972"/>
                  </a:lnTo>
                  <a:cubicBezTo>
                    <a:pt x="4137" y="7072"/>
                    <a:pt x="4404" y="7239"/>
                    <a:pt x="4570" y="7472"/>
                  </a:cubicBezTo>
                  <a:cubicBezTo>
                    <a:pt x="4737" y="7672"/>
                    <a:pt x="4837" y="7872"/>
                    <a:pt x="4837" y="8173"/>
                  </a:cubicBezTo>
                  <a:cubicBezTo>
                    <a:pt x="4837" y="8473"/>
                    <a:pt x="4704" y="8706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869" y="9140"/>
                    <a:pt x="2469" y="9040"/>
                    <a:pt x="2035" y="8873"/>
                  </a:cubicBezTo>
                  <a:cubicBezTo>
                    <a:pt x="1635" y="8706"/>
                    <a:pt x="1235" y="8506"/>
                    <a:pt x="901" y="8306"/>
                  </a:cubicBezTo>
                  <a:cubicBezTo>
                    <a:pt x="868" y="8256"/>
                    <a:pt x="809" y="8231"/>
                    <a:pt x="747" y="8231"/>
                  </a:cubicBezTo>
                  <a:cubicBezTo>
                    <a:pt x="684" y="8231"/>
                    <a:pt x="618" y="8256"/>
                    <a:pt x="568" y="8306"/>
                  </a:cubicBezTo>
                  <a:cubicBezTo>
                    <a:pt x="467" y="8373"/>
                    <a:pt x="367" y="8473"/>
                    <a:pt x="301" y="8573"/>
                  </a:cubicBezTo>
                  <a:cubicBezTo>
                    <a:pt x="201" y="8706"/>
                    <a:pt x="101" y="8840"/>
                    <a:pt x="67" y="9007"/>
                  </a:cubicBezTo>
                  <a:cubicBezTo>
                    <a:pt x="34" y="9173"/>
                    <a:pt x="0" y="9307"/>
                    <a:pt x="0" y="9474"/>
                  </a:cubicBezTo>
                  <a:cubicBezTo>
                    <a:pt x="0" y="9540"/>
                    <a:pt x="34" y="9674"/>
                    <a:pt x="101" y="9707"/>
                  </a:cubicBezTo>
                  <a:cubicBezTo>
                    <a:pt x="367" y="9874"/>
                    <a:pt x="668" y="10041"/>
                    <a:pt x="1001" y="10207"/>
                  </a:cubicBezTo>
                  <a:cubicBezTo>
                    <a:pt x="1335" y="10374"/>
                    <a:pt x="1702" y="10508"/>
                    <a:pt x="2102" y="10574"/>
                  </a:cubicBezTo>
                  <a:cubicBezTo>
                    <a:pt x="2235" y="10641"/>
                    <a:pt x="2369" y="10641"/>
                    <a:pt x="2502" y="10674"/>
                  </a:cubicBezTo>
                  <a:lnTo>
                    <a:pt x="2502" y="11809"/>
                  </a:lnTo>
                  <a:cubicBezTo>
                    <a:pt x="2502" y="11909"/>
                    <a:pt x="2569" y="12042"/>
                    <a:pt x="2736" y="12075"/>
                  </a:cubicBezTo>
                  <a:cubicBezTo>
                    <a:pt x="2903" y="12142"/>
                    <a:pt x="3069" y="12142"/>
                    <a:pt x="3336" y="12142"/>
                  </a:cubicBezTo>
                  <a:lnTo>
                    <a:pt x="3636" y="12142"/>
                  </a:lnTo>
                  <a:cubicBezTo>
                    <a:pt x="3736" y="12142"/>
                    <a:pt x="3837" y="12075"/>
                    <a:pt x="3903" y="12075"/>
                  </a:cubicBezTo>
                  <a:cubicBezTo>
                    <a:pt x="4037" y="12042"/>
                    <a:pt x="4170" y="11909"/>
                    <a:pt x="4170" y="11809"/>
                  </a:cubicBezTo>
                  <a:lnTo>
                    <a:pt x="4170" y="10674"/>
                  </a:lnTo>
                  <a:cubicBezTo>
                    <a:pt x="4537" y="10641"/>
                    <a:pt x="4871" y="10508"/>
                    <a:pt x="5171" y="10374"/>
                  </a:cubicBezTo>
                  <a:cubicBezTo>
                    <a:pt x="5671" y="10174"/>
                    <a:pt x="6038" y="9841"/>
                    <a:pt x="6338" y="9407"/>
                  </a:cubicBezTo>
                  <a:cubicBezTo>
                    <a:pt x="6639" y="9007"/>
                    <a:pt x="6739" y="8540"/>
                    <a:pt x="6739" y="8039"/>
                  </a:cubicBezTo>
                  <a:cubicBezTo>
                    <a:pt x="6739" y="7439"/>
                    <a:pt x="6538" y="6838"/>
                    <a:pt x="6172" y="6405"/>
                  </a:cubicBezTo>
                  <a:cubicBezTo>
                    <a:pt x="5805" y="6004"/>
                    <a:pt x="5304" y="5671"/>
                    <a:pt x="4637" y="5471"/>
                  </a:cubicBezTo>
                  <a:lnTo>
                    <a:pt x="3136" y="4904"/>
                  </a:lnTo>
                  <a:cubicBezTo>
                    <a:pt x="2802" y="4804"/>
                    <a:pt x="2536" y="4670"/>
                    <a:pt x="2335" y="4503"/>
                  </a:cubicBezTo>
                  <a:cubicBezTo>
                    <a:pt x="2169" y="4370"/>
                    <a:pt x="2135" y="4203"/>
                    <a:pt x="2135" y="3970"/>
                  </a:cubicBezTo>
                  <a:cubicBezTo>
                    <a:pt x="2135" y="3669"/>
                    <a:pt x="2235" y="3469"/>
                    <a:pt x="2469" y="3303"/>
                  </a:cubicBezTo>
                  <a:cubicBezTo>
                    <a:pt x="2702" y="3136"/>
                    <a:pt x="3036" y="3002"/>
                    <a:pt x="3503" y="3002"/>
                  </a:cubicBezTo>
                  <a:cubicBezTo>
                    <a:pt x="3870" y="3002"/>
                    <a:pt x="4203" y="3036"/>
                    <a:pt x="4537" y="3169"/>
                  </a:cubicBezTo>
                  <a:cubicBezTo>
                    <a:pt x="4871" y="3303"/>
                    <a:pt x="5238" y="3403"/>
                    <a:pt x="5538" y="3569"/>
                  </a:cubicBezTo>
                  <a:cubicBezTo>
                    <a:pt x="5594" y="3611"/>
                    <a:pt x="5650" y="3630"/>
                    <a:pt x="5700" y="3630"/>
                  </a:cubicBezTo>
                  <a:cubicBezTo>
                    <a:pt x="5771" y="3630"/>
                    <a:pt x="5833" y="3594"/>
                    <a:pt x="5871" y="3536"/>
                  </a:cubicBezTo>
                  <a:cubicBezTo>
                    <a:pt x="6038" y="3403"/>
                    <a:pt x="6172" y="3202"/>
                    <a:pt x="6238" y="3002"/>
                  </a:cubicBezTo>
                  <a:cubicBezTo>
                    <a:pt x="6338" y="2802"/>
                    <a:pt x="6372" y="2569"/>
                    <a:pt x="6372" y="2369"/>
                  </a:cubicBezTo>
                  <a:cubicBezTo>
                    <a:pt x="6372" y="2235"/>
                    <a:pt x="6338" y="2168"/>
                    <a:pt x="6205" y="2135"/>
                  </a:cubicBezTo>
                  <a:cubicBezTo>
                    <a:pt x="5871" y="1902"/>
                    <a:pt x="5404" y="1735"/>
                    <a:pt x="4971" y="1635"/>
                  </a:cubicBezTo>
                  <a:cubicBezTo>
                    <a:pt x="4737" y="1535"/>
                    <a:pt x="4504" y="1501"/>
                    <a:pt x="4237" y="1468"/>
                  </a:cubicBezTo>
                  <a:lnTo>
                    <a:pt x="4237" y="334"/>
                  </a:lnTo>
                  <a:cubicBezTo>
                    <a:pt x="4237" y="200"/>
                    <a:pt x="4170" y="67"/>
                    <a:pt x="4003" y="34"/>
                  </a:cubicBezTo>
                  <a:cubicBezTo>
                    <a:pt x="3903" y="34"/>
                    <a:pt x="3837" y="0"/>
                    <a:pt x="3703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5642191" y="2175276"/>
              <a:ext cx="8904" cy="60100"/>
            </a:xfrm>
            <a:custGeom>
              <a:rect b="b" l="l" r="r" t="t"/>
              <a:pathLst>
                <a:path extrusionOk="0" h="2936" w="435">
                  <a:moveTo>
                    <a:pt x="1" y="0"/>
                  </a:moveTo>
                  <a:lnTo>
                    <a:pt x="1" y="2936"/>
                  </a:lnTo>
                  <a:lnTo>
                    <a:pt x="434" y="2936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5591672" y="2205305"/>
              <a:ext cx="8884" cy="84705"/>
            </a:xfrm>
            <a:custGeom>
              <a:rect b="b" l="l" r="r" t="t"/>
              <a:pathLst>
                <a:path extrusionOk="0" h="4138" w="434">
                  <a:moveTo>
                    <a:pt x="0" y="1"/>
                  </a:moveTo>
                  <a:lnTo>
                    <a:pt x="0" y="4137"/>
                  </a:lnTo>
                  <a:lnTo>
                    <a:pt x="434" y="4137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5685219" y="2216912"/>
              <a:ext cx="8208" cy="73098"/>
            </a:xfrm>
            <a:custGeom>
              <a:rect b="b" l="l" r="r" t="t"/>
              <a:pathLst>
                <a:path extrusionOk="0" h="3571" w="401">
                  <a:moveTo>
                    <a:pt x="0" y="1"/>
                  </a:moveTo>
                  <a:lnTo>
                    <a:pt x="0" y="3570"/>
                  </a:lnTo>
                  <a:lnTo>
                    <a:pt x="401" y="3570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9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209" name="Google Shape;209;p9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9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12" name="Google Shape;212;p9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" name="Google Shape;214;p9"/>
          <p:cNvSpPr txBox="1"/>
          <p:nvPr>
            <p:ph idx="1" type="body"/>
          </p:nvPr>
        </p:nvSpPr>
        <p:spPr>
          <a:xfrm>
            <a:off x="720000" y="1722975"/>
            <a:ext cx="4110300" cy="25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Open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215" name="Google Shape;215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 txBox="1"/>
          <p:nvPr>
            <p:ph idx="1" type="body"/>
          </p:nvPr>
        </p:nvSpPr>
        <p:spPr>
          <a:xfrm>
            <a:off x="720000" y="3498225"/>
            <a:ext cx="7704000" cy="75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900">
                <a:solidFill>
                  <a:schemeClr val="accent3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</a:lstStyle>
          <a:p/>
        </p:txBody>
      </p:sp>
      <p:sp>
        <p:nvSpPr>
          <p:cNvPr id="219" name="Google Shape;2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11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222" name="Google Shape;222;p11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" name="Google Shape;224;p11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25" name="Google Shape;225;p11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" name="Google Shape;227;p11"/>
          <p:cNvSpPr txBox="1"/>
          <p:nvPr>
            <p:ph hasCustomPrompt="1" type="title"/>
          </p:nvPr>
        </p:nvSpPr>
        <p:spPr>
          <a:xfrm>
            <a:off x="1766700" y="1533875"/>
            <a:ext cx="5610600" cy="13722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28" name="Google Shape;228;p11"/>
          <p:cNvSpPr txBox="1"/>
          <p:nvPr>
            <p:ph idx="1" type="subTitle"/>
          </p:nvPr>
        </p:nvSpPr>
        <p:spPr>
          <a:xfrm>
            <a:off x="1766700" y="2906122"/>
            <a:ext cx="5610600" cy="70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3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232" name="Google Shape;232;p13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13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35" name="Google Shape;235;p13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2" type="title"/>
          </p:nvPr>
        </p:nvSpPr>
        <p:spPr>
          <a:xfrm>
            <a:off x="1872300" y="1585200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" type="title"/>
          </p:nvPr>
        </p:nvSpPr>
        <p:spPr>
          <a:xfrm>
            <a:off x="5616000" y="1570275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13"/>
          <p:cNvSpPr txBox="1"/>
          <p:nvPr>
            <p:ph idx="1" type="subTitle"/>
          </p:nvPr>
        </p:nvSpPr>
        <p:spPr>
          <a:xfrm>
            <a:off x="1872275" y="1982425"/>
            <a:ext cx="2531100" cy="68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13"/>
          <p:cNvSpPr txBox="1"/>
          <p:nvPr>
            <p:ph idx="4" type="subTitle"/>
          </p:nvPr>
        </p:nvSpPr>
        <p:spPr>
          <a:xfrm>
            <a:off x="5616002" y="1968500"/>
            <a:ext cx="2531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2" name="Google Shape;242;p13"/>
          <p:cNvSpPr txBox="1"/>
          <p:nvPr>
            <p:ph idx="5" type="title"/>
          </p:nvPr>
        </p:nvSpPr>
        <p:spPr>
          <a:xfrm>
            <a:off x="1872275" y="3094775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3" name="Google Shape;243;p13"/>
          <p:cNvSpPr txBox="1"/>
          <p:nvPr>
            <p:ph idx="6" type="title"/>
          </p:nvPr>
        </p:nvSpPr>
        <p:spPr>
          <a:xfrm>
            <a:off x="5616000" y="3094775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4" name="Google Shape;244;p13"/>
          <p:cNvSpPr txBox="1"/>
          <p:nvPr>
            <p:ph idx="7" type="subTitle"/>
          </p:nvPr>
        </p:nvSpPr>
        <p:spPr>
          <a:xfrm>
            <a:off x="1872301" y="3491975"/>
            <a:ext cx="2531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5" name="Google Shape;245;p13"/>
          <p:cNvSpPr txBox="1"/>
          <p:nvPr>
            <p:ph idx="8" type="subTitle"/>
          </p:nvPr>
        </p:nvSpPr>
        <p:spPr>
          <a:xfrm>
            <a:off x="5616001" y="3491975"/>
            <a:ext cx="2531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6" name="Google Shape;24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13"/>
          <p:cNvSpPr txBox="1"/>
          <p:nvPr>
            <p:ph hasCustomPrompt="1" idx="9" type="title"/>
          </p:nvPr>
        </p:nvSpPr>
        <p:spPr>
          <a:xfrm>
            <a:off x="943977" y="1585193"/>
            <a:ext cx="775800" cy="77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/>
          <p:nvPr>
            <p:ph hasCustomPrompt="1" idx="13" type="title"/>
          </p:nvPr>
        </p:nvSpPr>
        <p:spPr>
          <a:xfrm>
            <a:off x="943977" y="3094768"/>
            <a:ext cx="775800" cy="77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9" name="Google Shape;249;p13"/>
          <p:cNvSpPr txBox="1"/>
          <p:nvPr>
            <p:ph hasCustomPrompt="1" idx="14" type="title"/>
          </p:nvPr>
        </p:nvSpPr>
        <p:spPr>
          <a:xfrm>
            <a:off x="4687827" y="1585193"/>
            <a:ext cx="775800" cy="77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50" name="Google Shape;250;p13"/>
          <p:cNvSpPr txBox="1"/>
          <p:nvPr>
            <p:ph hasCustomPrompt="1" idx="15" type="title"/>
          </p:nvPr>
        </p:nvSpPr>
        <p:spPr>
          <a:xfrm>
            <a:off x="4687827" y="3094768"/>
            <a:ext cx="775800" cy="77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251" name="Google Shape;251;p13"/>
          <p:cNvGrpSpPr/>
          <p:nvPr/>
        </p:nvGrpSpPr>
        <p:grpSpPr>
          <a:xfrm>
            <a:off x="7843596" y="131343"/>
            <a:ext cx="1177606" cy="869950"/>
            <a:chOff x="887825" y="3946025"/>
            <a:chExt cx="1317675" cy="973425"/>
          </a:xfrm>
        </p:grpSpPr>
        <p:sp>
          <p:nvSpPr>
            <p:cNvPr id="252" name="Google Shape;252;p13"/>
            <p:cNvSpPr/>
            <p:nvPr/>
          </p:nvSpPr>
          <p:spPr>
            <a:xfrm>
              <a:off x="887825" y="3946025"/>
              <a:ext cx="1317675" cy="973425"/>
            </a:xfrm>
            <a:custGeom>
              <a:rect b="b" l="l" r="r" t="t"/>
              <a:pathLst>
                <a:path extrusionOk="0" h="38937" w="52707">
                  <a:moveTo>
                    <a:pt x="42898" y="1"/>
                  </a:moveTo>
                  <a:cubicBezTo>
                    <a:pt x="42574" y="1"/>
                    <a:pt x="42244" y="45"/>
                    <a:pt x="41916" y="137"/>
                  </a:cubicBezTo>
                  <a:cubicBezTo>
                    <a:pt x="28755" y="3572"/>
                    <a:pt x="15806" y="7128"/>
                    <a:pt x="3070" y="10715"/>
                  </a:cubicBezTo>
                  <a:cubicBezTo>
                    <a:pt x="1155" y="11262"/>
                    <a:pt x="0" y="13268"/>
                    <a:pt x="547" y="15213"/>
                  </a:cubicBezTo>
                  <a:cubicBezTo>
                    <a:pt x="2432" y="22235"/>
                    <a:pt x="4377" y="29226"/>
                    <a:pt x="6262" y="36247"/>
                  </a:cubicBezTo>
                  <a:cubicBezTo>
                    <a:pt x="6717" y="37865"/>
                    <a:pt x="8181" y="38936"/>
                    <a:pt x="9780" y="38936"/>
                  </a:cubicBezTo>
                  <a:cubicBezTo>
                    <a:pt x="10104" y="38936"/>
                    <a:pt x="10433" y="38892"/>
                    <a:pt x="10760" y="38800"/>
                  </a:cubicBezTo>
                  <a:cubicBezTo>
                    <a:pt x="23375" y="35548"/>
                    <a:pt x="36323" y="31992"/>
                    <a:pt x="49576" y="28192"/>
                  </a:cubicBezTo>
                  <a:cubicBezTo>
                    <a:pt x="51551" y="27675"/>
                    <a:pt x="52706" y="25669"/>
                    <a:pt x="52129" y="23724"/>
                  </a:cubicBezTo>
                  <a:cubicBezTo>
                    <a:pt x="50640" y="16611"/>
                    <a:pt x="48725" y="9590"/>
                    <a:pt x="46384" y="2660"/>
                  </a:cubicBezTo>
                  <a:cubicBezTo>
                    <a:pt x="45955" y="1068"/>
                    <a:pt x="44495" y="1"/>
                    <a:pt x="42898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1947100" y="4445975"/>
              <a:ext cx="157325" cy="158175"/>
            </a:xfrm>
            <a:custGeom>
              <a:rect b="b" l="l" r="r" t="t"/>
              <a:pathLst>
                <a:path extrusionOk="0" h="6327" w="6293">
                  <a:moveTo>
                    <a:pt x="2780" y="1"/>
                  </a:moveTo>
                  <a:cubicBezTo>
                    <a:pt x="2515" y="1"/>
                    <a:pt x="2245" y="36"/>
                    <a:pt x="1977" y="109"/>
                  </a:cubicBezTo>
                  <a:cubicBezTo>
                    <a:pt x="1065" y="352"/>
                    <a:pt x="366" y="990"/>
                    <a:pt x="1" y="1750"/>
                  </a:cubicBezTo>
                  <a:cubicBezTo>
                    <a:pt x="639" y="2176"/>
                    <a:pt x="1095" y="2784"/>
                    <a:pt x="1338" y="3574"/>
                  </a:cubicBezTo>
                  <a:cubicBezTo>
                    <a:pt x="1551" y="4334"/>
                    <a:pt x="1430" y="5124"/>
                    <a:pt x="1095" y="5823"/>
                  </a:cubicBezTo>
                  <a:cubicBezTo>
                    <a:pt x="1604" y="6141"/>
                    <a:pt x="2202" y="6326"/>
                    <a:pt x="2827" y="6326"/>
                  </a:cubicBezTo>
                  <a:cubicBezTo>
                    <a:pt x="3098" y="6326"/>
                    <a:pt x="3373" y="6292"/>
                    <a:pt x="3648" y="6218"/>
                  </a:cubicBezTo>
                  <a:cubicBezTo>
                    <a:pt x="5320" y="5762"/>
                    <a:pt x="6293" y="4030"/>
                    <a:pt x="5837" y="2358"/>
                  </a:cubicBezTo>
                  <a:cubicBezTo>
                    <a:pt x="5454" y="955"/>
                    <a:pt x="4171" y="1"/>
                    <a:pt x="2780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1936475" y="4489725"/>
              <a:ext cx="48650" cy="101850"/>
            </a:xfrm>
            <a:custGeom>
              <a:rect b="b" l="l" r="r" t="t"/>
              <a:pathLst>
                <a:path extrusionOk="0" h="4074" w="1946">
                  <a:moveTo>
                    <a:pt x="426" y="0"/>
                  </a:moveTo>
                  <a:cubicBezTo>
                    <a:pt x="92" y="669"/>
                    <a:pt x="0" y="1429"/>
                    <a:pt x="183" y="2249"/>
                  </a:cubicBezTo>
                  <a:cubicBezTo>
                    <a:pt x="426" y="3009"/>
                    <a:pt x="882" y="3648"/>
                    <a:pt x="1520" y="4073"/>
                  </a:cubicBezTo>
                  <a:cubicBezTo>
                    <a:pt x="1855" y="3374"/>
                    <a:pt x="1946" y="2614"/>
                    <a:pt x="1763" y="1824"/>
                  </a:cubicBezTo>
                  <a:cubicBezTo>
                    <a:pt x="1520" y="1034"/>
                    <a:pt x="1034" y="426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1016250" y="4560875"/>
              <a:ext cx="52450" cy="73950"/>
            </a:xfrm>
            <a:custGeom>
              <a:rect b="b" l="l" r="r" t="t"/>
              <a:pathLst>
                <a:path extrusionOk="0" h="2958" w="2098">
                  <a:moveTo>
                    <a:pt x="1183" y="1"/>
                  </a:moveTo>
                  <a:cubicBezTo>
                    <a:pt x="857" y="1"/>
                    <a:pt x="160" y="228"/>
                    <a:pt x="61" y="376"/>
                  </a:cubicBezTo>
                  <a:cubicBezTo>
                    <a:pt x="0" y="528"/>
                    <a:pt x="639" y="2838"/>
                    <a:pt x="760" y="2929"/>
                  </a:cubicBezTo>
                  <a:cubicBezTo>
                    <a:pt x="784" y="2949"/>
                    <a:pt x="831" y="2957"/>
                    <a:pt x="892" y="2957"/>
                  </a:cubicBezTo>
                  <a:cubicBezTo>
                    <a:pt x="1210" y="2957"/>
                    <a:pt x="1930" y="2723"/>
                    <a:pt x="2006" y="2595"/>
                  </a:cubicBezTo>
                  <a:cubicBezTo>
                    <a:pt x="2098" y="2473"/>
                    <a:pt x="1429" y="163"/>
                    <a:pt x="1338" y="42"/>
                  </a:cubicBezTo>
                  <a:cubicBezTo>
                    <a:pt x="1315" y="13"/>
                    <a:pt x="1259" y="1"/>
                    <a:pt x="118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1069425" y="4546000"/>
              <a:ext cx="52475" cy="73625"/>
            </a:xfrm>
            <a:custGeom>
              <a:rect b="b" l="l" r="r" t="t"/>
              <a:pathLst>
                <a:path extrusionOk="0" h="2945" w="2099">
                  <a:moveTo>
                    <a:pt x="1215" y="1"/>
                  </a:moveTo>
                  <a:cubicBezTo>
                    <a:pt x="901" y="1"/>
                    <a:pt x="138" y="236"/>
                    <a:pt x="62" y="363"/>
                  </a:cubicBezTo>
                  <a:cubicBezTo>
                    <a:pt x="1" y="515"/>
                    <a:pt x="639" y="2825"/>
                    <a:pt x="761" y="2916"/>
                  </a:cubicBezTo>
                  <a:cubicBezTo>
                    <a:pt x="785" y="2936"/>
                    <a:pt x="832" y="2944"/>
                    <a:pt x="894" y="2944"/>
                  </a:cubicBezTo>
                  <a:cubicBezTo>
                    <a:pt x="1219" y="2944"/>
                    <a:pt x="1956" y="2710"/>
                    <a:pt x="2007" y="2582"/>
                  </a:cubicBezTo>
                  <a:cubicBezTo>
                    <a:pt x="2098" y="2461"/>
                    <a:pt x="1429" y="150"/>
                    <a:pt x="1338" y="29"/>
                  </a:cubicBezTo>
                  <a:cubicBezTo>
                    <a:pt x="1319" y="9"/>
                    <a:pt x="1275" y="1"/>
                    <a:pt x="1215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1122625" y="4531575"/>
              <a:ext cx="52450" cy="73600"/>
            </a:xfrm>
            <a:custGeom>
              <a:rect b="b" l="l" r="r" t="t"/>
              <a:pathLst>
                <a:path extrusionOk="0" h="2944" w="2098">
                  <a:moveTo>
                    <a:pt x="1204" y="0"/>
                  </a:moveTo>
                  <a:cubicBezTo>
                    <a:pt x="879" y="0"/>
                    <a:pt x="138" y="235"/>
                    <a:pt x="61" y="363"/>
                  </a:cubicBezTo>
                  <a:cubicBezTo>
                    <a:pt x="1" y="515"/>
                    <a:pt x="639" y="2855"/>
                    <a:pt x="760" y="2916"/>
                  </a:cubicBezTo>
                  <a:cubicBezTo>
                    <a:pt x="785" y="2935"/>
                    <a:pt x="831" y="2944"/>
                    <a:pt x="892" y="2944"/>
                  </a:cubicBezTo>
                  <a:cubicBezTo>
                    <a:pt x="1211" y="2944"/>
                    <a:pt x="1930" y="2709"/>
                    <a:pt x="2007" y="2582"/>
                  </a:cubicBezTo>
                  <a:cubicBezTo>
                    <a:pt x="2098" y="2460"/>
                    <a:pt x="1429" y="150"/>
                    <a:pt x="1338" y="28"/>
                  </a:cubicBezTo>
                  <a:cubicBezTo>
                    <a:pt x="1314" y="9"/>
                    <a:pt x="1267" y="0"/>
                    <a:pt x="1204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1175825" y="451742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41" y="0"/>
                  </a:moveTo>
                  <a:cubicBezTo>
                    <a:pt x="939" y="0"/>
                    <a:pt x="141" y="249"/>
                    <a:pt x="61" y="382"/>
                  </a:cubicBezTo>
                  <a:cubicBezTo>
                    <a:pt x="0" y="534"/>
                    <a:pt x="639" y="2844"/>
                    <a:pt x="760" y="2904"/>
                  </a:cubicBezTo>
                  <a:cubicBezTo>
                    <a:pt x="785" y="2924"/>
                    <a:pt x="832" y="2932"/>
                    <a:pt x="894" y="2932"/>
                  </a:cubicBezTo>
                  <a:cubicBezTo>
                    <a:pt x="1218" y="2932"/>
                    <a:pt x="1955" y="2698"/>
                    <a:pt x="2006" y="2570"/>
                  </a:cubicBezTo>
                  <a:cubicBezTo>
                    <a:pt x="2098" y="2448"/>
                    <a:pt x="1429" y="138"/>
                    <a:pt x="1338" y="17"/>
                  </a:cubicBezTo>
                  <a:cubicBezTo>
                    <a:pt x="1318" y="5"/>
                    <a:pt x="1285" y="0"/>
                    <a:pt x="1241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1300450" y="4483225"/>
              <a:ext cx="51700" cy="73325"/>
            </a:xfrm>
            <a:custGeom>
              <a:rect b="b" l="l" r="r" t="t"/>
              <a:pathLst>
                <a:path extrusionOk="0" h="2933" w="2068">
                  <a:moveTo>
                    <a:pt x="1230" y="0"/>
                  </a:moveTo>
                  <a:cubicBezTo>
                    <a:pt x="963" y="0"/>
                    <a:pt x="141" y="249"/>
                    <a:pt x="61" y="382"/>
                  </a:cubicBezTo>
                  <a:cubicBezTo>
                    <a:pt x="0" y="503"/>
                    <a:pt x="639" y="2844"/>
                    <a:pt x="760" y="2905"/>
                  </a:cubicBezTo>
                  <a:cubicBezTo>
                    <a:pt x="784" y="2924"/>
                    <a:pt x="831" y="2933"/>
                    <a:pt x="892" y="2933"/>
                  </a:cubicBezTo>
                  <a:cubicBezTo>
                    <a:pt x="1210" y="2933"/>
                    <a:pt x="1930" y="2698"/>
                    <a:pt x="2006" y="2570"/>
                  </a:cubicBezTo>
                  <a:cubicBezTo>
                    <a:pt x="2067" y="2449"/>
                    <a:pt x="1429" y="139"/>
                    <a:pt x="1307" y="17"/>
                  </a:cubicBezTo>
                  <a:cubicBezTo>
                    <a:pt x="1296" y="6"/>
                    <a:pt x="1269" y="0"/>
                    <a:pt x="1230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1353625" y="4468925"/>
              <a:ext cx="51700" cy="73675"/>
            </a:xfrm>
            <a:custGeom>
              <a:rect b="b" l="l" r="r" t="t"/>
              <a:pathLst>
                <a:path extrusionOk="0" h="2947" w="2068">
                  <a:moveTo>
                    <a:pt x="1142" y="1"/>
                  </a:moveTo>
                  <a:cubicBezTo>
                    <a:pt x="809" y="1"/>
                    <a:pt x="136" y="228"/>
                    <a:pt x="62" y="376"/>
                  </a:cubicBezTo>
                  <a:cubicBezTo>
                    <a:pt x="1" y="528"/>
                    <a:pt x="639" y="2838"/>
                    <a:pt x="761" y="2929"/>
                  </a:cubicBezTo>
                  <a:cubicBezTo>
                    <a:pt x="780" y="2941"/>
                    <a:pt x="813" y="2946"/>
                    <a:pt x="856" y="2946"/>
                  </a:cubicBezTo>
                  <a:cubicBezTo>
                    <a:pt x="1152" y="2946"/>
                    <a:pt x="1927" y="2698"/>
                    <a:pt x="2007" y="2565"/>
                  </a:cubicBezTo>
                  <a:cubicBezTo>
                    <a:pt x="2068" y="2474"/>
                    <a:pt x="1429" y="133"/>
                    <a:pt x="1308" y="42"/>
                  </a:cubicBezTo>
                  <a:cubicBezTo>
                    <a:pt x="1279" y="13"/>
                    <a:pt x="1220" y="1"/>
                    <a:pt x="114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1405300" y="4454500"/>
              <a:ext cx="52475" cy="73950"/>
            </a:xfrm>
            <a:custGeom>
              <a:rect b="b" l="l" r="r" t="t"/>
              <a:pathLst>
                <a:path extrusionOk="0" h="2958" w="2099">
                  <a:moveTo>
                    <a:pt x="1181" y="0"/>
                  </a:moveTo>
                  <a:cubicBezTo>
                    <a:pt x="850" y="0"/>
                    <a:pt x="141" y="228"/>
                    <a:pt x="92" y="376"/>
                  </a:cubicBezTo>
                  <a:cubicBezTo>
                    <a:pt x="1" y="528"/>
                    <a:pt x="670" y="2838"/>
                    <a:pt x="761" y="2929"/>
                  </a:cubicBezTo>
                  <a:cubicBezTo>
                    <a:pt x="785" y="2948"/>
                    <a:pt x="832" y="2957"/>
                    <a:pt x="894" y="2957"/>
                  </a:cubicBezTo>
                  <a:cubicBezTo>
                    <a:pt x="1219" y="2957"/>
                    <a:pt x="1956" y="2722"/>
                    <a:pt x="2007" y="2595"/>
                  </a:cubicBezTo>
                  <a:cubicBezTo>
                    <a:pt x="2098" y="2473"/>
                    <a:pt x="1460" y="163"/>
                    <a:pt x="1338" y="41"/>
                  </a:cubicBezTo>
                  <a:cubicBezTo>
                    <a:pt x="1315" y="13"/>
                    <a:pt x="1258" y="0"/>
                    <a:pt x="1181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1458500" y="443962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05" y="0"/>
                  </a:moveTo>
                  <a:cubicBezTo>
                    <a:pt x="880" y="0"/>
                    <a:pt x="143" y="235"/>
                    <a:pt x="92" y="363"/>
                  </a:cubicBezTo>
                  <a:cubicBezTo>
                    <a:pt x="1" y="515"/>
                    <a:pt x="639" y="2825"/>
                    <a:pt x="760" y="2916"/>
                  </a:cubicBezTo>
                  <a:cubicBezTo>
                    <a:pt x="780" y="2928"/>
                    <a:pt x="813" y="2933"/>
                    <a:pt x="857" y="2933"/>
                  </a:cubicBezTo>
                  <a:cubicBezTo>
                    <a:pt x="1160" y="2933"/>
                    <a:pt x="1957" y="2688"/>
                    <a:pt x="2037" y="2582"/>
                  </a:cubicBezTo>
                  <a:cubicBezTo>
                    <a:pt x="2098" y="2460"/>
                    <a:pt x="1490" y="180"/>
                    <a:pt x="1338" y="28"/>
                  </a:cubicBezTo>
                  <a:cubicBezTo>
                    <a:pt x="1314" y="9"/>
                    <a:pt x="1267" y="0"/>
                    <a:pt x="1205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1689500" y="4376825"/>
              <a:ext cx="52475" cy="73350"/>
            </a:xfrm>
            <a:custGeom>
              <a:rect b="b" l="l" r="r" t="t"/>
              <a:pathLst>
                <a:path extrusionOk="0" h="2934" w="2099">
                  <a:moveTo>
                    <a:pt x="1251" y="1"/>
                  </a:moveTo>
                  <a:cubicBezTo>
                    <a:pt x="964" y="1"/>
                    <a:pt x="145" y="250"/>
                    <a:pt x="92" y="382"/>
                  </a:cubicBezTo>
                  <a:cubicBezTo>
                    <a:pt x="1" y="534"/>
                    <a:pt x="639" y="2844"/>
                    <a:pt x="761" y="2905"/>
                  </a:cubicBezTo>
                  <a:cubicBezTo>
                    <a:pt x="785" y="2925"/>
                    <a:pt x="832" y="2933"/>
                    <a:pt x="894" y="2933"/>
                  </a:cubicBezTo>
                  <a:cubicBezTo>
                    <a:pt x="1219" y="2933"/>
                    <a:pt x="1956" y="2699"/>
                    <a:pt x="2007" y="2571"/>
                  </a:cubicBezTo>
                  <a:cubicBezTo>
                    <a:pt x="2098" y="2449"/>
                    <a:pt x="1460" y="139"/>
                    <a:pt x="1338" y="18"/>
                  </a:cubicBezTo>
                  <a:cubicBezTo>
                    <a:pt x="1323" y="6"/>
                    <a:pt x="1292" y="1"/>
                    <a:pt x="1251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1742700" y="436287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05" y="0"/>
                  </a:moveTo>
                  <a:cubicBezTo>
                    <a:pt x="880" y="0"/>
                    <a:pt x="143" y="235"/>
                    <a:pt x="92" y="363"/>
                  </a:cubicBezTo>
                  <a:cubicBezTo>
                    <a:pt x="0" y="515"/>
                    <a:pt x="639" y="2825"/>
                    <a:pt x="760" y="2916"/>
                  </a:cubicBezTo>
                  <a:cubicBezTo>
                    <a:pt x="780" y="2928"/>
                    <a:pt x="813" y="2933"/>
                    <a:pt x="857" y="2933"/>
                  </a:cubicBezTo>
                  <a:cubicBezTo>
                    <a:pt x="1158" y="2933"/>
                    <a:pt x="1954" y="2684"/>
                    <a:pt x="2007" y="2551"/>
                  </a:cubicBezTo>
                  <a:cubicBezTo>
                    <a:pt x="2098" y="2399"/>
                    <a:pt x="1429" y="120"/>
                    <a:pt x="1338" y="29"/>
                  </a:cubicBezTo>
                  <a:cubicBezTo>
                    <a:pt x="1314" y="9"/>
                    <a:pt x="1267" y="0"/>
                    <a:pt x="1205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1867325" y="4328425"/>
              <a:ext cx="52450" cy="73600"/>
            </a:xfrm>
            <a:custGeom>
              <a:rect b="b" l="l" r="r" t="t"/>
              <a:pathLst>
                <a:path extrusionOk="0" h="2944" w="2098">
                  <a:moveTo>
                    <a:pt x="1196" y="0"/>
                  </a:moveTo>
                  <a:cubicBezTo>
                    <a:pt x="877" y="0"/>
                    <a:pt x="161" y="248"/>
                    <a:pt x="61" y="373"/>
                  </a:cubicBezTo>
                  <a:cubicBezTo>
                    <a:pt x="0" y="525"/>
                    <a:pt x="639" y="2835"/>
                    <a:pt x="760" y="2926"/>
                  </a:cubicBezTo>
                  <a:cubicBezTo>
                    <a:pt x="780" y="2938"/>
                    <a:pt x="813" y="2943"/>
                    <a:pt x="856" y="2943"/>
                  </a:cubicBezTo>
                  <a:cubicBezTo>
                    <a:pt x="1158" y="2943"/>
                    <a:pt x="1953" y="2694"/>
                    <a:pt x="2007" y="2562"/>
                  </a:cubicBezTo>
                  <a:cubicBezTo>
                    <a:pt x="2098" y="2470"/>
                    <a:pt x="1429" y="130"/>
                    <a:pt x="1338" y="39"/>
                  </a:cubicBezTo>
                  <a:cubicBezTo>
                    <a:pt x="1316" y="12"/>
                    <a:pt x="1266" y="0"/>
                    <a:pt x="1196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1920525" y="4313925"/>
              <a:ext cx="52450" cy="73925"/>
            </a:xfrm>
            <a:custGeom>
              <a:rect b="b" l="l" r="r" t="t"/>
              <a:pathLst>
                <a:path extrusionOk="0" h="2957" w="2098">
                  <a:moveTo>
                    <a:pt x="1180" y="0"/>
                  </a:moveTo>
                  <a:cubicBezTo>
                    <a:pt x="848" y="0"/>
                    <a:pt x="135" y="228"/>
                    <a:pt x="61" y="376"/>
                  </a:cubicBezTo>
                  <a:cubicBezTo>
                    <a:pt x="0" y="528"/>
                    <a:pt x="638" y="2838"/>
                    <a:pt x="760" y="2929"/>
                  </a:cubicBezTo>
                  <a:cubicBezTo>
                    <a:pt x="784" y="2948"/>
                    <a:pt x="831" y="2957"/>
                    <a:pt x="893" y="2957"/>
                  </a:cubicBezTo>
                  <a:cubicBezTo>
                    <a:pt x="1218" y="2957"/>
                    <a:pt x="1955" y="2722"/>
                    <a:pt x="2006" y="2594"/>
                  </a:cubicBezTo>
                  <a:cubicBezTo>
                    <a:pt x="2097" y="2473"/>
                    <a:pt x="1429" y="163"/>
                    <a:pt x="1338" y="41"/>
                  </a:cubicBezTo>
                  <a:cubicBezTo>
                    <a:pt x="1314" y="12"/>
                    <a:pt x="1258" y="0"/>
                    <a:pt x="1180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3"/>
            <p:cNvSpPr/>
            <p:nvPr/>
          </p:nvSpPr>
          <p:spPr>
            <a:xfrm>
              <a:off x="1972950" y="4299475"/>
              <a:ext cx="51700" cy="73950"/>
            </a:xfrm>
            <a:custGeom>
              <a:rect b="b" l="l" r="r" t="t"/>
              <a:pathLst>
                <a:path extrusionOk="0" h="2958" w="2068">
                  <a:moveTo>
                    <a:pt x="1167" y="0"/>
                  </a:moveTo>
                  <a:cubicBezTo>
                    <a:pt x="857" y="0"/>
                    <a:pt x="160" y="228"/>
                    <a:pt x="61" y="376"/>
                  </a:cubicBezTo>
                  <a:cubicBezTo>
                    <a:pt x="0" y="528"/>
                    <a:pt x="639" y="2868"/>
                    <a:pt x="760" y="2929"/>
                  </a:cubicBezTo>
                  <a:cubicBezTo>
                    <a:pt x="785" y="2949"/>
                    <a:pt x="831" y="2957"/>
                    <a:pt x="892" y="2957"/>
                  </a:cubicBezTo>
                  <a:cubicBezTo>
                    <a:pt x="1210" y="2957"/>
                    <a:pt x="1930" y="2723"/>
                    <a:pt x="2007" y="2595"/>
                  </a:cubicBezTo>
                  <a:cubicBezTo>
                    <a:pt x="2067" y="2473"/>
                    <a:pt x="1429" y="163"/>
                    <a:pt x="1307" y="42"/>
                  </a:cubicBezTo>
                  <a:cubicBezTo>
                    <a:pt x="1290" y="13"/>
                    <a:pt x="1239" y="0"/>
                    <a:pt x="1167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3"/>
            <p:cNvSpPr/>
            <p:nvPr/>
          </p:nvSpPr>
          <p:spPr>
            <a:xfrm>
              <a:off x="2026150" y="4284600"/>
              <a:ext cx="53200" cy="73625"/>
            </a:xfrm>
            <a:custGeom>
              <a:rect b="b" l="l" r="r" t="t"/>
              <a:pathLst>
                <a:path extrusionOk="0" h="2945" w="2128">
                  <a:moveTo>
                    <a:pt x="1176" y="1"/>
                  </a:moveTo>
                  <a:cubicBezTo>
                    <a:pt x="857" y="1"/>
                    <a:pt x="137" y="236"/>
                    <a:pt x="61" y="363"/>
                  </a:cubicBezTo>
                  <a:cubicBezTo>
                    <a:pt x="0" y="515"/>
                    <a:pt x="638" y="2856"/>
                    <a:pt x="760" y="2916"/>
                  </a:cubicBezTo>
                  <a:cubicBezTo>
                    <a:pt x="784" y="2936"/>
                    <a:pt x="831" y="2944"/>
                    <a:pt x="891" y="2944"/>
                  </a:cubicBezTo>
                  <a:cubicBezTo>
                    <a:pt x="1210" y="2944"/>
                    <a:pt x="1930" y="2710"/>
                    <a:pt x="2006" y="2582"/>
                  </a:cubicBezTo>
                  <a:cubicBezTo>
                    <a:pt x="2128" y="2460"/>
                    <a:pt x="1459" y="181"/>
                    <a:pt x="1307" y="29"/>
                  </a:cubicBezTo>
                  <a:cubicBezTo>
                    <a:pt x="1283" y="9"/>
                    <a:pt x="1237" y="1"/>
                    <a:pt x="1176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3"/>
            <p:cNvSpPr/>
            <p:nvPr/>
          </p:nvSpPr>
          <p:spPr>
            <a:xfrm>
              <a:off x="965325" y="4210375"/>
              <a:ext cx="323750" cy="172225"/>
            </a:xfrm>
            <a:custGeom>
              <a:rect b="b" l="l" r="r" t="t"/>
              <a:pathLst>
                <a:path extrusionOk="0" h="6889" w="12950">
                  <a:moveTo>
                    <a:pt x="10457" y="353"/>
                  </a:moveTo>
                  <a:cubicBezTo>
                    <a:pt x="11338" y="353"/>
                    <a:pt x="12129" y="961"/>
                    <a:pt x="12402" y="1812"/>
                  </a:cubicBezTo>
                  <a:cubicBezTo>
                    <a:pt x="12554" y="2359"/>
                    <a:pt x="12493" y="2876"/>
                    <a:pt x="12220" y="3332"/>
                  </a:cubicBezTo>
                  <a:cubicBezTo>
                    <a:pt x="11946" y="3849"/>
                    <a:pt x="11521" y="4153"/>
                    <a:pt x="11004" y="4305"/>
                  </a:cubicBezTo>
                  <a:lnTo>
                    <a:pt x="3162" y="6432"/>
                  </a:lnTo>
                  <a:cubicBezTo>
                    <a:pt x="3004" y="6468"/>
                    <a:pt x="2846" y="6486"/>
                    <a:pt x="2690" y="6486"/>
                  </a:cubicBezTo>
                  <a:cubicBezTo>
                    <a:pt x="1792" y="6486"/>
                    <a:pt x="959" y="5910"/>
                    <a:pt x="700" y="5004"/>
                  </a:cubicBezTo>
                  <a:cubicBezTo>
                    <a:pt x="426" y="3940"/>
                    <a:pt x="1034" y="2846"/>
                    <a:pt x="2098" y="2542"/>
                  </a:cubicBezTo>
                  <a:lnTo>
                    <a:pt x="9940" y="414"/>
                  </a:lnTo>
                  <a:cubicBezTo>
                    <a:pt x="10122" y="384"/>
                    <a:pt x="10274" y="353"/>
                    <a:pt x="10457" y="353"/>
                  </a:cubicBezTo>
                  <a:close/>
                  <a:moveTo>
                    <a:pt x="10460" y="1"/>
                  </a:moveTo>
                  <a:cubicBezTo>
                    <a:pt x="10258" y="1"/>
                    <a:pt x="10053" y="26"/>
                    <a:pt x="9849" y="80"/>
                  </a:cubicBezTo>
                  <a:lnTo>
                    <a:pt x="2037" y="2208"/>
                  </a:lnTo>
                  <a:cubicBezTo>
                    <a:pt x="761" y="2542"/>
                    <a:pt x="1" y="3879"/>
                    <a:pt x="365" y="5125"/>
                  </a:cubicBezTo>
                  <a:cubicBezTo>
                    <a:pt x="639" y="6189"/>
                    <a:pt x="1612" y="6888"/>
                    <a:pt x="2645" y="6888"/>
                  </a:cubicBezTo>
                  <a:cubicBezTo>
                    <a:pt x="2827" y="6888"/>
                    <a:pt x="3010" y="6828"/>
                    <a:pt x="3283" y="6767"/>
                  </a:cubicBezTo>
                  <a:lnTo>
                    <a:pt x="11126" y="4639"/>
                  </a:lnTo>
                  <a:cubicBezTo>
                    <a:pt x="11733" y="4487"/>
                    <a:pt x="12250" y="4092"/>
                    <a:pt x="12554" y="3515"/>
                  </a:cubicBezTo>
                  <a:cubicBezTo>
                    <a:pt x="12858" y="2998"/>
                    <a:pt x="12949" y="2359"/>
                    <a:pt x="12797" y="1752"/>
                  </a:cubicBezTo>
                  <a:cubicBezTo>
                    <a:pt x="12491" y="705"/>
                    <a:pt x="11519" y="1"/>
                    <a:pt x="1046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" name="Google Shape;270;p13"/>
          <p:cNvGrpSpPr/>
          <p:nvPr/>
        </p:nvGrpSpPr>
        <p:grpSpPr>
          <a:xfrm>
            <a:off x="36037" y="4083290"/>
            <a:ext cx="1177569" cy="973387"/>
            <a:chOff x="390850" y="3207100"/>
            <a:chExt cx="1354150" cy="1119350"/>
          </a:xfrm>
        </p:grpSpPr>
        <p:sp>
          <p:nvSpPr>
            <p:cNvPr id="271" name="Google Shape;271;p13"/>
            <p:cNvSpPr/>
            <p:nvPr/>
          </p:nvSpPr>
          <p:spPr>
            <a:xfrm>
              <a:off x="390850" y="3207100"/>
              <a:ext cx="1354150" cy="1119350"/>
            </a:xfrm>
            <a:custGeom>
              <a:rect b="b" l="l" r="r" t="t"/>
              <a:pathLst>
                <a:path extrusionOk="0" h="44774" w="54166">
                  <a:moveTo>
                    <a:pt x="13913" y="0"/>
                  </a:moveTo>
                  <a:cubicBezTo>
                    <a:pt x="12570" y="0"/>
                    <a:pt x="11285" y="743"/>
                    <a:pt x="10639" y="2034"/>
                  </a:cubicBezTo>
                  <a:cubicBezTo>
                    <a:pt x="7052" y="8326"/>
                    <a:pt x="3800" y="14831"/>
                    <a:pt x="912" y="21548"/>
                  </a:cubicBezTo>
                  <a:cubicBezTo>
                    <a:pt x="1" y="23372"/>
                    <a:pt x="730" y="25530"/>
                    <a:pt x="2554" y="26442"/>
                  </a:cubicBezTo>
                  <a:cubicBezTo>
                    <a:pt x="14712" y="32612"/>
                    <a:pt x="26718" y="38600"/>
                    <a:pt x="38603" y="44375"/>
                  </a:cubicBezTo>
                  <a:cubicBezTo>
                    <a:pt x="39143" y="44645"/>
                    <a:pt x="39716" y="44774"/>
                    <a:pt x="40277" y="44774"/>
                  </a:cubicBezTo>
                  <a:cubicBezTo>
                    <a:pt x="41612" y="44774"/>
                    <a:pt x="42885" y="44047"/>
                    <a:pt x="43527" y="42764"/>
                  </a:cubicBezTo>
                  <a:cubicBezTo>
                    <a:pt x="46749" y="36259"/>
                    <a:pt x="50001" y="29724"/>
                    <a:pt x="53254" y="23220"/>
                  </a:cubicBezTo>
                  <a:cubicBezTo>
                    <a:pt x="54166" y="21396"/>
                    <a:pt x="53436" y="19238"/>
                    <a:pt x="51612" y="18326"/>
                  </a:cubicBezTo>
                  <a:cubicBezTo>
                    <a:pt x="39971" y="12368"/>
                    <a:pt x="27965" y="6381"/>
                    <a:pt x="15563" y="393"/>
                  </a:cubicBezTo>
                  <a:cubicBezTo>
                    <a:pt x="15031" y="126"/>
                    <a:pt x="14467" y="0"/>
                    <a:pt x="13913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445575" y="3527700"/>
              <a:ext cx="1140600" cy="680125"/>
            </a:xfrm>
            <a:custGeom>
              <a:rect b="b" l="l" r="r" t="t"/>
              <a:pathLst>
                <a:path extrusionOk="0" h="27205" w="45624">
                  <a:moveTo>
                    <a:pt x="2766" y="0"/>
                  </a:moveTo>
                  <a:cubicBezTo>
                    <a:pt x="1824" y="1976"/>
                    <a:pt x="851" y="3952"/>
                    <a:pt x="0" y="5928"/>
                  </a:cubicBezTo>
                  <a:lnTo>
                    <a:pt x="42706" y="27204"/>
                  </a:lnTo>
                  <a:lnTo>
                    <a:pt x="45624" y="21338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1423550" y="3646900"/>
              <a:ext cx="208225" cy="145275"/>
            </a:xfrm>
            <a:custGeom>
              <a:rect b="b" l="l" r="r" t="t"/>
              <a:pathLst>
                <a:path extrusionOk="0" h="5811" w="8329">
                  <a:moveTo>
                    <a:pt x="2128" y="339"/>
                  </a:moveTo>
                  <a:cubicBezTo>
                    <a:pt x="2371" y="339"/>
                    <a:pt x="2584" y="430"/>
                    <a:pt x="2766" y="491"/>
                  </a:cubicBezTo>
                  <a:lnTo>
                    <a:pt x="6991" y="2588"/>
                  </a:lnTo>
                  <a:cubicBezTo>
                    <a:pt x="7356" y="2771"/>
                    <a:pt x="7630" y="3074"/>
                    <a:pt x="7751" y="3470"/>
                  </a:cubicBezTo>
                  <a:cubicBezTo>
                    <a:pt x="7873" y="3834"/>
                    <a:pt x="7873" y="4260"/>
                    <a:pt x="7690" y="4594"/>
                  </a:cubicBezTo>
                  <a:cubicBezTo>
                    <a:pt x="7478" y="4989"/>
                    <a:pt x="7174" y="5263"/>
                    <a:pt x="6809" y="5354"/>
                  </a:cubicBezTo>
                  <a:cubicBezTo>
                    <a:pt x="6631" y="5409"/>
                    <a:pt x="6454" y="5439"/>
                    <a:pt x="6279" y="5439"/>
                  </a:cubicBezTo>
                  <a:cubicBezTo>
                    <a:pt x="6065" y="5439"/>
                    <a:pt x="5855" y="5394"/>
                    <a:pt x="5654" y="5293"/>
                  </a:cubicBezTo>
                  <a:lnTo>
                    <a:pt x="1459" y="3196"/>
                  </a:lnTo>
                  <a:cubicBezTo>
                    <a:pt x="699" y="2831"/>
                    <a:pt x="395" y="1950"/>
                    <a:pt x="760" y="1190"/>
                  </a:cubicBezTo>
                  <a:cubicBezTo>
                    <a:pt x="943" y="795"/>
                    <a:pt x="1247" y="552"/>
                    <a:pt x="1642" y="430"/>
                  </a:cubicBezTo>
                  <a:cubicBezTo>
                    <a:pt x="1824" y="400"/>
                    <a:pt x="1976" y="339"/>
                    <a:pt x="2128" y="339"/>
                  </a:cubicBezTo>
                  <a:close/>
                  <a:moveTo>
                    <a:pt x="2181" y="1"/>
                  </a:moveTo>
                  <a:cubicBezTo>
                    <a:pt x="1976" y="1"/>
                    <a:pt x="1766" y="32"/>
                    <a:pt x="1550" y="96"/>
                  </a:cubicBezTo>
                  <a:cubicBezTo>
                    <a:pt x="1064" y="217"/>
                    <a:pt x="699" y="582"/>
                    <a:pt x="456" y="1038"/>
                  </a:cubicBezTo>
                  <a:cubicBezTo>
                    <a:pt x="0" y="1950"/>
                    <a:pt x="395" y="3074"/>
                    <a:pt x="1307" y="3530"/>
                  </a:cubicBezTo>
                  <a:lnTo>
                    <a:pt x="5502" y="5628"/>
                  </a:lnTo>
                  <a:cubicBezTo>
                    <a:pt x="5775" y="5749"/>
                    <a:pt x="6049" y="5810"/>
                    <a:pt x="6353" y="5810"/>
                  </a:cubicBezTo>
                  <a:cubicBezTo>
                    <a:pt x="6535" y="5810"/>
                    <a:pt x="6718" y="5810"/>
                    <a:pt x="6961" y="5780"/>
                  </a:cubicBezTo>
                  <a:cubicBezTo>
                    <a:pt x="7447" y="5628"/>
                    <a:pt x="7842" y="5293"/>
                    <a:pt x="8055" y="4837"/>
                  </a:cubicBezTo>
                  <a:cubicBezTo>
                    <a:pt x="8298" y="4381"/>
                    <a:pt x="8329" y="3895"/>
                    <a:pt x="8177" y="3378"/>
                  </a:cubicBezTo>
                  <a:cubicBezTo>
                    <a:pt x="8025" y="2892"/>
                    <a:pt x="7690" y="2527"/>
                    <a:pt x="7234" y="2284"/>
                  </a:cubicBezTo>
                  <a:lnTo>
                    <a:pt x="3009" y="187"/>
                  </a:lnTo>
                  <a:cubicBezTo>
                    <a:pt x="2744" y="63"/>
                    <a:pt x="2467" y="1"/>
                    <a:pt x="2181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469125" y="3753375"/>
              <a:ext cx="182400" cy="98050"/>
            </a:xfrm>
            <a:custGeom>
              <a:rect b="b" l="l" r="r" t="t"/>
              <a:pathLst>
                <a:path extrusionOk="0" h="3922" w="7296">
                  <a:moveTo>
                    <a:pt x="152" y="1"/>
                  </a:moveTo>
                  <a:lnTo>
                    <a:pt x="0" y="366"/>
                  </a:lnTo>
                  <a:lnTo>
                    <a:pt x="7143" y="3922"/>
                  </a:lnTo>
                  <a:lnTo>
                    <a:pt x="7295" y="3557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702400" y="3870400"/>
              <a:ext cx="103375" cy="58550"/>
            </a:xfrm>
            <a:custGeom>
              <a:rect b="b" l="l" r="r" t="t"/>
              <a:pathLst>
                <a:path extrusionOk="0" h="2342" w="4135">
                  <a:moveTo>
                    <a:pt x="153" y="1"/>
                  </a:moveTo>
                  <a:lnTo>
                    <a:pt x="1" y="366"/>
                  </a:lnTo>
                  <a:lnTo>
                    <a:pt x="3983" y="2341"/>
                  </a:lnTo>
                  <a:lnTo>
                    <a:pt x="4135" y="2007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637825" y="3484375"/>
              <a:ext cx="302450" cy="189250"/>
            </a:xfrm>
            <a:custGeom>
              <a:rect b="b" l="l" r="r" t="t"/>
              <a:pathLst>
                <a:path extrusionOk="0" h="7570" w="12098">
                  <a:moveTo>
                    <a:pt x="1216" y="487"/>
                  </a:moveTo>
                  <a:lnTo>
                    <a:pt x="11581" y="5685"/>
                  </a:lnTo>
                  <a:lnTo>
                    <a:pt x="10912" y="7053"/>
                  </a:lnTo>
                  <a:lnTo>
                    <a:pt x="547" y="1885"/>
                  </a:lnTo>
                  <a:lnTo>
                    <a:pt x="1216" y="487"/>
                  </a:lnTo>
                  <a:close/>
                  <a:moveTo>
                    <a:pt x="1034" y="1"/>
                  </a:moveTo>
                  <a:lnTo>
                    <a:pt x="0" y="2068"/>
                  </a:lnTo>
                  <a:lnTo>
                    <a:pt x="11064" y="7569"/>
                  </a:lnTo>
                  <a:lnTo>
                    <a:pt x="12098" y="5533"/>
                  </a:lnTo>
                  <a:lnTo>
                    <a:pt x="10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14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279" name="Google Shape;279;p14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" name="Google Shape;281;p14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82" name="Google Shape;282;p14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" name="Google Shape;284;p14"/>
          <p:cNvSpPr txBox="1"/>
          <p:nvPr>
            <p:ph type="title"/>
          </p:nvPr>
        </p:nvSpPr>
        <p:spPr>
          <a:xfrm>
            <a:off x="1391750" y="3899438"/>
            <a:ext cx="4550400" cy="404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5" name="Google Shape;285;p14"/>
          <p:cNvSpPr txBox="1"/>
          <p:nvPr>
            <p:ph idx="1" type="subTitle"/>
          </p:nvPr>
        </p:nvSpPr>
        <p:spPr>
          <a:xfrm>
            <a:off x="752600" y="2617238"/>
            <a:ext cx="5828700" cy="112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4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15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289" name="Google Shape;289;p15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" name="Google Shape;291;p15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92" name="Google Shape;292;p15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" name="Google Shape;294;p15"/>
          <p:cNvSpPr txBox="1"/>
          <p:nvPr>
            <p:ph hasCustomPrompt="1" type="title"/>
          </p:nvPr>
        </p:nvSpPr>
        <p:spPr>
          <a:xfrm>
            <a:off x="988575" y="1037924"/>
            <a:ext cx="3376200" cy="8259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95" name="Google Shape;295;p15"/>
          <p:cNvSpPr txBox="1"/>
          <p:nvPr>
            <p:ph idx="1" type="subTitle"/>
          </p:nvPr>
        </p:nvSpPr>
        <p:spPr>
          <a:xfrm>
            <a:off x="988575" y="1863703"/>
            <a:ext cx="3376200" cy="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6" name="Google Shape;296;p15"/>
          <p:cNvSpPr txBox="1"/>
          <p:nvPr>
            <p:ph hasCustomPrompt="1" idx="2" type="title"/>
          </p:nvPr>
        </p:nvSpPr>
        <p:spPr>
          <a:xfrm>
            <a:off x="4779200" y="1037924"/>
            <a:ext cx="3376200" cy="8259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97" name="Google Shape;297;p15"/>
          <p:cNvSpPr txBox="1"/>
          <p:nvPr>
            <p:ph idx="3" type="subTitle"/>
          </p:nvPr>
        </p:nvSpPr>
        <p:spPr>
          <a:xfrm>
            <a:off x="4779200" y="1863703"/>
            <a:ext cx="3376200" cy="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8" name="Google Shape;298;p15"/>
          <p:cNvSpPr txBox="1"/>
          <p:nvPr>
            <p:ph hasCustomPrompt="1" idx="4" type="title"/>
          </p:nvPr>
        </p:nvSpPr>
        <p:spPr>
          <a:xfrm>
            <a:off x="4779200" y="2856499"/>
            <a:ext cx="3376200" cy="8259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99" name="Google Shape;299;p15"/>
          <p:cNvSpPr txBox="1"/>
          <p:nvPr>
            <p:ph idx="5" type="subTitle"/>
          </p:nvPr>
        </p:nvSpPr>
        <p:spPr>
          <a:xfrm>
            <a:off x="4779200" y="3682278"/>
            <a:ext cx="3376200" cy="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hasCustomPrompt="1" idx="6" type="title"/>
          </p:nvPr>
        </p:nvSpPr>
        <p:spPr>
          <a:xfrm>
            <a:off x="988575" y="2856499"/>
            <a:ext cx="3376200" cy="8259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301" name="Google Shape;301;p15"/>
          <p:cNvSpPr txBox="1"/>
          <p:nvPr>
            <p:ph idx="7" type="subTitle"/>
          </p:nvPr>
        </p:nvSpPr>
        <p:spPr>
          <a:xfrm>
            <a:off x="988575" y="3682278"/>
            <a:ext cx="3376200" cy="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3" name="Google Shape;303;p15"/>
          <p:cNvGrpSpPr/>
          <p:nvPr/>
        </p:nvGrpSpPr>
        <p:grpSpPr>
          <a:xfrm>
            <a:off x="8277192" y="212025"/>
            <a:ext cx="712368" cy="825899"/>
            <a:chOff x="5815634" y="1650855"/>
            <a:chExt cx="452039" cy="524114"/>
          </a:xfrm>
        </p:grpSpPr>
        <p:sp>
          <p:nvSpPr>
            <p:cNvPr id="304" name="Google Shape;304;p15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" name="Google Shape;310;p15"/>
          <p:cNvGrpSpPr/>
          <p:nvPr/>
        </p:nvGrpSpPr>
        <p:grpSpPr>
          <a:xfrm>
            <a:off x="39242" y="2856500"/>
            <a:ext cx="712368" cy="825899"/>
            <a:chOff x="5815634" y="1650855"/>
            <a:chExt cx="452039" cy="524114"/>
          </a:xfrm>
        </p:grpSpPr>
        <p:sp>
          <p:nvSpPr>
            <p:cNvPr id="311" name="Google Shape;311;p15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" name="Google Shape;317;p15"/>
          <p:cNvGrpSpPr/>
          <p:nvPr/>
        </p:nvGrpSpPr>
        <p:grpSpPr>
          <a:xfrm>
            <a:off x="4456467" y="4251900"/>
            <a:ext cx="712368" cy="825899"/>
            <a:chOff x="5815634" y="1650855"/>
            <a:chExt cx="452039" cy="524114"/>
          </a:xfrm>
        </p:grpSpPr>
        <p:sp>
          <p:nvSpPr>
            <p:cNvPr id="318" name="Google Shape;318;p15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6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326" name="Google Shape;326;p16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8" name="Google Shape;328;p16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329" name="Google Shape;329;p16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2" type="title"/>
          </p:nvPr>
        </p:nvSpPr>
        <p:spPr>
          <a:xfrm>
            <a:off x="1967613" y="3248475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3" type="title"/>
          </p:nvPr>
        </p:nvSpPr>
        <p:spPr>
          <a:xfrm>
            <a:off x="4933638" y="3248475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" type="subTitle"/>
          </p:nvPr>
        </p:nvSpPr>
        <p:spPr>
          <a:xfrm>
            <a:off x="4933805" y="3545875"/>
            <a:ext cx="1897200" cy="920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4" type="subTitle"/>
          </p:nvPr>
        </p:nvSpPr>
        <p:spPr>
          <a:xfrm>
            <a:off x="1967625" y="3545875"/>
            <a:ext cx="1897500" cy="920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17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339" name="Google Shape;339;p17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1" name="Google Shape;341;p17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342" name="Google Shape;342;p17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" name="Google Shape;344;p17"/>
          <p:cNvSpPr txBox="1"/>
          <p:nvPr>
            <p:ph type="title"/>
          </p:nvPr>
        </p:nvSpPr>
        <p:spPr>
          <a:xfrm>
            <a:off x="6019500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5" name="Google Shape;345;p17"/>
          <p:cNvSpPr txBox="1"/>
          <p:nvPr>
            <p:ph idx="2" type="title"/>
          </p:nvPr>
        </p:nvSpPr>
        <p:spPr>
          <a:xfrm>
            <a:off x="3369748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6" name="Google Shape;346;p17"/>
          <p:cNvSpPr txBox="1"/>
          <p:nvPr>
            <p:ph idx="1" type="subTitle"/>
          </p:nvPr>
        </p:nvSpPr>
        <p:spPr>
          <a:xfrm>
            <a:off x="720001" y="2994288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7" name="Google Shape;347;p17"/>
          <p:cNvSpPr txBox="1"/>
          <p:nvPr>
            <p:ph idx="3" type="subTitle"/>
          </p:nvPr>
        </p:nvSpPr>
        <p:spPr>
          <a:xfrm>
            <a:off x="3369741" y="2994288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8" name="Google Shape;348;p17"/>
          <p:cNvSpPr txBox="1"/>
          <p:nvPr>
            <p:ph idx="4" type="title"/>
          </p:nvPr>
        </p:nvSpPr>
        <p:spPr>
          <a:xfrm>
            <a:off x="720001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9" name="Google Shape;349;p17"/>
          <p:cNvSpPr txBox="1"/>
          <p:nvPr>
            <p:ph idx="5" type="subTitle"/>
          </p:nvPr>
        </p:nvSpPr>
        <p:spPr>
          <a:xfrm>
            <a:off x="6019500" y="2994288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" name="Google Shape;350;p17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1" name="Google Shape;35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2" name="Google Shape;352;p17"/>
          <p:cNvGrpSpPr/>
          <p:nvPr/>
        </p:nvGrpSpPr>
        <p:grpSpPr>
          <a:xfrm>
            <a:off x="7118665" y="4753455"/>
            <a:ext cx="1858407" cy="392151"/>
            <a:chOff x="1709725" y="4408400"/>
            <a:chExt cx="2119050" cy="447150"/>
          </a:xfrm>
        </p:grpSpPr>
        <p:sp>
          <p:nvSpPr>
            <p:cNvPr id="353" name="Google Shape;353;p17"/>
            <p:cNvSpPr/>
            <p:nvPr/>
          </p:nvSpPr>
          <p:spPr>
            <a:xfrm>
              <a:off x="1709725" y="4624375"/>
              <a:ext cx="1059125" cy="231175"/>
            </a:xfrm>
            <a:custGeom>
              <a:rect b="b" l="l" r="r" t="t"/>
              <a:pathLst>
                <a:path extrusionOk="0" h="9247" w="42365">
                  <a:moveTo>
                    <a:pt x="21407" y="1"/>
                  </a:moveTo>
                  <a:cubicBezTo>
                    <a:pt x="12034" y="1"/>
                    <a:pt x="2569" y="159"/>
                    <a:pt x="1402" y="476"/>
                  </a:cubicBezTo>
                  <a:cubicBezTo>
                    <a:pt x="1" y="709"/>
                    <a:pt x="67" y="8315"/>
                    <a:pt x="1402" y="8782"/>
                  </a:cubicBezTo>
                  <a:cubicBezTo>
                    <a:pt x="2258" y="9109"/>
                    <a:pt x="10516" y="9247"/>
                    <a:pt x="19265" y="9247"/>
                  </a:cubicBezTo>
                  <a:cubicBezTo>
                    <a:pt x="29264" y="9247"/>
                    <a:pt x="39902" y="9067"/>
                    <a:pt x="40863" y="8782"/>
                  </a:cubicBezTo>
                  <a:cubicBezTo>
                    <a:pt x="42364" y="8515"/>
                    <a:pt x="41930" y="976"/>
                    <a:pt x="40863" y="476"/>
                  </a:cubicBezTo>
                  <a:cubicBezTo>
                    <a:pt x="40062" y="159"/>
                    <a:pt x="30781" y="1"/>
                    <a:pt x="2140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7889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8473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065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196575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202495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208332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21433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22025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226177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32100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237937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24394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986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25578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26162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267542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2769650" y="4624375"/>
              <a:ext cx="1059125" cy="231175"/>
            </a:xfrm>
            <a:custGeom>
              <a:rect b="b" l="l" r="r" t="t"/>
              <a:pathLst>
                <a:path extrusionOk="0" h="9247" w="42365">
                  <a:moveTo>
                    <a:pt x="21407" y="1"/>
                  </a:moveTo>
                  <a:cubicBezTo>
                    <a:pt x="12034" y="1"/>
                    <a:pt x="2569" y="159"/>
                    <a:pt x="1401" y="476"/>
                  </a:cubicBezTo>
                  <a:cubicBezTo>
                    <a:pt x="0" y="709"/>
                    <a:pt x="67" y="8315"/>
                    <a:pt x="1401" y="8782"/>
                  </a:cubicBezTo>
                  <a:cubicBezTo>
                    <a:pt x="2258" y="9109"/>
                    <a:pt x="10516" y="9247"/>
                    <a:pt x="19265" y="9247"/>
                  </a:cubicBezTo>
                  <a:cubicBezTo>
                    <a:pt x="29264" y="9247"/>
                    <a:pt x="39902" y="9067"/>
                    <a:pt x="40863" y="8782"/>
                  </a:cubicBezTo>
                  <a:cubicBezTo>
                    <a:pt x="42364" y="8515"/>
                    <a:pt x="41930" y="976"/>
                    <a:pt x="40863" y="476"/>
                  </a:cubicBezTo>
                  <a:cubicBezTo>
                    <a:pt x="40062" y="159"/>
                    <a:pt x="30781" y="1"/>
                    <a:pt x="2140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28488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29072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2966450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302567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3085700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314325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320330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32625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33217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338007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34401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34993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35585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361692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367612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373535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2294300" y="4408400"/>
              <a:ext cx="1058300" cy="231175"/>
            </a:xfrm>
            <a:custGeom>
              <a:rect b="b" l="l" r="r" t="t"/>
              <a:pathLst>
                <a:path extrusionOk="0" h="9247" w="42332">
                  <a:moveTo>
                    <a:pt x="21408" y="0"/>
                  </a:moveTo>
                  <a:cubicBezTo>
                    <a:pt x="12034" y="0"/>
                    <a:pt x="2569" y="159"/>
                    <a:pt x="1402" y="475"/>
                  </a:cubicBezTo>
                  <a:cubicBezTo>
                    <a:pt x="1" y="742"/>
                    <a:pt x="68" y="8314"/>
                    <a:pt x="1402" y="8781"/>
                  </a:cubicBezTo>
                  <a:cubicBezTo>
                    <a:pt x="2258" y="9108"/>
                    <a:pt x="10517" y="9246"/>
                    <a:pt x="19265" y="9246"/>
                  </a:cubicBezTo>
                  <a:cubicBezTo>
                    <a:pt x="29264" y="9246"/>
                    <a:pt x="39903" y="9066"/>
                    <a:pt x="40863" y="8781"/>
                  </a:cubicBezTo>
                  <a:cubicBezTo>
                    <a:pt x="42331" y="8481"/>
                    <a:pt x="41897" y="942"/>
                    <a:pt x="40863" y="475"/>
                  </a:cubicBezTo>
                  <a:cubicBezTo>
                    <a:pt x="40063" y="159"/>
                    <a:pt x="30781" y="0"/>
                    <a:pt x="21408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23727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2431900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2491125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25495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2608700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266875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272795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2786325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2845525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2904750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2963950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30240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3082375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3141575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3200800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3260825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2324325" y="4619575"/>
              <a:ext cx="412825" cy="24225"/>
            </a:xfrm>
            <a:custGeom>
              <a:rect b="b" l="l" r="r" t="t"/>
              <a:pathLst>
                <a:path extrusionOk="0" h="969" w="16513">
                  <a:moveTo>
                    <a:pt x="1" y="1"/>
                  </a:moveTo>
                  <a:lnTo>
                    <a:pt x="1" y="401"/>
                  </a:lnTo>
                  <a:cubicBezTo>
                    <a:pt x="168" y="401"/>
                    <a:pt x="14544" y="701"/>
                    <a:pt x="15345" y="735"/>
                  </a:cubicBezTo>
                  <a:cubicBezTo>
                    <a:pt x="16012" y="801"/>
                    <a:pt x="16279" y="968"/>
                    <a:pt x="16279" y="968"/>
                  </a:cubicBezTo>
                  <a:lnTo>
                    <a:pt x="16513" y="635"/>
                  </a:lnTo>
                  <a:cubicBezTo>
                    <a:pt x="16479" y="568"/>
                    <a:pt x="16179" y="368"/>
                    <a:pt x="15345" y="334"/>
                  </a:cubicBezTo>
                  <a:cubicBezTo>
                    <a:pt x="14544" y="301"/>
                    <a:pt x="601" y="1"/>
                    <a:pt x="1" y="1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2793825" y="4619575"/>
              <a:ext cx="529575" cy="24225"/>
            </a:xfrm>
            <a:custGeom>
              <a:rect b="b" l="l" r="r" t="t"/>
              <a:pathLst>
                <a:path extrusionOk="0" h="969" w="21183">
                  <a:moveTo>
                    <a:pt x="21183" y="1"/>
                  </a:moveTo>
                  <a:cubicBezTo>
                    <a:pt x="6439" y="1"/>
                    <a:pt x="1368" y="334"/>
                    <a:pt x="1168" y="334"/>
                  </a:cubicBezTo>
                  <a:cubicBezTo>
                    <a:pt x="334" y="368"/>
                    <a:pt x="34" y="568"/>
                    <a:pt x="1" y="635"/>
                  </a:cubicBezTo>
                  <a:lnTo>
                    <a:pt x="234" y="968"/>
                  </a:lnTo>
                  <a:cubicBezTo>
                    <a:pt x="234" y="968"/>
                    <a:pt x="434" y="801"/>
                    <a:pt x="1202" y="735"/>
                  </a:cubicBezTo>
                  <a:cubicBezTo>
                    <a:pt x="1402" y="735"/>
                    <a:pt x="6505" y="401"/>
                    <a:pt x="21183" y="401"/>
                  </a:cubicBezTo>
                  <a:lnTo>
                    <a:pt x="21183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" name="Google Shape;406;p17"/>
          <p:cNvGrpSpPr/>
          <p:nvPr/>
        </p:nvGrpSpPr>
        <p:grpSpPr>
          <a:xfrm>
            <a:off x="114725" y="169100"/>
            <a:ext cx="551700" cy="2117650"/>
            <a:chOff x="6472275" y="2445175"/>
            <a:chExt cx="551700" cy="2117650"/>
          </a:xfrm>
        </p:grpSpPr>
        <p:sp>
          <p:nvSpPr>
            <p:cNvPr id="407" name="Google Shape;407;p17"/>
            <p:cNvSpPr/>
            <p:nvPr/>
          </p:nvSpPr>
          <p:spPr>
            <a:xfrm>
              <a:off x="6512550" y="2625700"/>
              <a:ext cx="511425" cy="1765250"/>
            </a:xfrm>
            <a:custGeom>
              <a:rect b="b" l="l" r="r" t="t"/>
              <a:pathLst>
                <a:path extrusionOk="0" h="70610" w="20457">
                  <a:moveTo>
                    <a:pt x="6839" y="1"/>
                  </a:moveTo>
                  <a:lnTo>
                    <a:pt x="0" y="1338"/>
                  </a:lnTo>
                  <a:lnTo>
                    <a:pt x="13587" y="70610"/>
                  </a:lnTo>
                  <a:lnTo>
                    <a:pt x="20457" y="69272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7"/>
            <p:cNvSpPr/>
            <p:nvPr/>
          </p:nvSpPr>
          <p:spPr>
            <a:xfrm>
              <a:off x="6547500" y="2651550"/>
              <a:ext cx="348825" cy="1733325"/>
            </a:xfrm>
            <a:custGeom>
              <a:rect b="b" l="l" r="r" t="t"/>
              <a:pathLst>
                <a:path extrusionOk="0" h="69333" w="13953">
                  <a:moveTo>
                    <a:pt x="365" y="0"/>
                  </a:moveTo>
                  <a:lnTo>
                    <a:pt x="1" y="61"/>
                  </a:lnTo>
                  <a:lnTo>
                    <a:pt x="13557" y="69333"/>
                  </a:lnTo>
                  <a:lnTo>
                    <a:pt x="13952" y="6927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6640200" y="2633300"/>
              <a:ext cx="348825" cy="1733350"/>
            </a:xfrm>
            <a:custGeom>
              <a:rect b="b" l="l" r="r" t="t"/>
              <a:pathLst>
                <a:path extrusionOk="0" h="69334" w="13953">
                  <a:moveTo>
                    <a:pt x="366" y="1"/>
                  </a:moveTo>
                  <a:lnTo>
                    <a:pt x="1" y="62"/>
                  </a:lnTo>
                  <a:lnTo>
                    <a:pt x="13588" y="69333"/>
                  </a:lnTo>
                  <a:lnTo>
                    <a:pt x="13952" y="69272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6950250" y="4458925"/>
              <a:ext cx="36500" cy="103900"/>
            </a:xfrm>
            <a:custGeom>
              <a:rect b="b" l="l" r="r" t="t"/>
              <a:pathLst>
                <a:path extrusionOk="0" h="4156" w="1460">
                  <a:moveTo>
                    <a:pt x="399" y="1"/>
                  </a:moveTo>
                  <a:cubicBezTo>
                    <a:pt x="368" y="1"/>
                    <a:pt x="336" y="6"/>
                    <a:pt x="304" y="16"/>
                  </a:cubicBezTo>
                  <a:cubicBezTo>
                    <a:pt x="91" y="47"/>
                    <a:pt x="0" y="229"/>
                    <a:pt x="31" y="442"/>
                  </a:cubicBezTo>
                  <a:lnTo>
                    <a:pt x="699" y="3877"/>
                  </a:lnTo>
                  <a:cubicBezTo>
                    <a:pt x="753" y="4063"/>
                    <a:pt x="899" y="4156"/>
                    <a:pt x="1057" y="4156"/>
                  </a:cubicBezTo>
                  <a:cubicBezTo>
                    <a:pt x="1079" y="4156"/>
                    <a:pt x="1102" y="4154"/>
                    <a:pt x="1125" y="4150"/>
                  </a:cubicBezTo>
                  <a:cubicBezTo>
                    <a:pt x="1307" y="4120"/>
                    <a:pt x="1459" y="3937"/>
                    <a:pt x="1398" y="3725"/>
                  </a:cubicBezTo>
                  <a:lnTo>
                    <a:pt x="699" y="290"/>
                  </a:lnTo>
                  <a:cubicBezTo>
                    <a:pt x="674" y="114"/>
                    <a:pt x="546" y="1"/>
                    <a:pt x="399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6852975" y="4352775"/>
              <a:ext cx="171000" cy="176475"/>
            </a:xfrm>
            <a:custGeom>
              <a:rect b="b" l="l" r="r" t="t"/>
              <a:pathLst>
                <a:path extrusionOk="0" h="7059" w="6840">
                  <a:moveTo>
                    <a:pt x="6325" y="0"/>
                  </a:moveTo>
                  <a:cubicBezTo>
                    <a:pt x="6005" y="0"/>
                    <a:pt x="5660" y="212"/>
                    <a:pt x="5289" y="524"/>
                  </a:cubicBezTo>
                  <a:cubicBezTo>
                    <a:pt x="4893" y="395"/>
                    <a:pt x="4503" y="333"/>
                    <a:pt x="4118" y="333"/>
                  </a:cubicBezTo>
                  <a:cubicBezTo>
                    <a:pt x="3232" y="333"/>
                    <a:pt x="2377" y="660"/>
                    <a:pt x="1551" y="1253"/>
                  </a:cubicBezTo>
                  <a:cubicBezTo>
                    <a:pt x="1332" y="1204"/>
                    <a:pt x="1127" y="1177"/>
                    <a:pt x="938" y="1177"/>
                  </a:cubicBezTo>
                  <a:cubicBezTo>
                    <a:pt x="547" y="1177"/>
                    <a:pt x="226" y="1291"/>
                    <a:pt x="1" y="1557"/>
                  </a:cubicBezTo>
                  <a:lnTo>
                    <a:pt x="4378" y="7059"/>
                  </a:lnTo>
                  <a:lnTo>
                    <a:pt x="5137" y="6907"/>
                  </a:lnTo>
                  <a:lnTo>
                    <a:pt x="6840" y="220"/>
                  </a:lnTo>
                  <a:cubicBezTo>
                    <a:pt x="6676" y="67"/>
                    <a:pt x="6504" y="0"/>
                    <a:pt x="63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6472275" y="2445175"/>
              <a:ext cx="223425" cy="242875"/>
            </a:xfrm>
            <a:custGeom>
              <a:rect b="b" l="l" r="r" t="t"/>
              <a:pathLst>
                <a:path extrusionOk="0" h="9715" w="8937">
                  <a:moveTo>
                    <a:pt x="6679" y="0"/>
                  </a:moveTo>
                  <a:cubicBezTo>
                    <a:pt x="6631" y="0"/>
                    <a:pt x="6583" y="6"/>
                    <a:pt x="6535" y="18"/>
                  </a:cubicBezTo>
                  <a:lnTo>
                    <a:pt x="639" y="1143"/>
                  </a:lnTo>
                  <a:cubicBezTo>
                    <a:pt x="274" y="1234"/>
                    <a:pt x="0" y="1599"/>
                    <a:pt x="61" y="1994"/>
                  </a:cubicBezTo>
                  <a:lnTo>
                    <a:pt x="1581" y="9714"/>
                  </a:lnTo>
                  <a:lnTo>
                    <a:pt x="8937" y="8255"/>
                  </a:lnTo>
                  <a:lnTo>
                    <a:pt x="7356" y="596"/>
                  </a:lnTo>
                  <a:cubicBezTo>
                    <a:pt x="7303" y="252"/>
                    <a:pt x="6998" y="0"/>
                    <a:pt x="667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18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415" name="Google Shape;415;p18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18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418" name="Google Shape;418;p18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" name="Google Shape;420;p18"/>
          <p:cNvSpPr txBox="1"/>
          <p:nvPr>
            <p:ph type="title"/>
          </p:nvPr>
        </p:nvSpPr>
        <p:spPr>
          <a:xfrm>
            <a:off x="6019500" y="15520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18"/>
          <p:cNvSpPr txBox="1"/>
          <p:nvPr>
            <p:ph idx="2" type="title"/>
          </p:nvPr>
        </p:nvSpPr>
        <p:spPr>
          <a:xfrm>
            <a:off x="3369748" y="15520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2" name="Google Shape;422;p18"/>
          <p:cNvSpPr txBox="1"/>
          <p:nvPr>
            <p:ph idx="1" type="subTitle"/>
          </p:nvPr>
        </p:nvSpPr>
        <p:spPr>
          <a:xfrm>
            <a:off x="720001" y="1838963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18"/>
          <p:cNvSpPr txBox="1"/>
          <p:nvPr>
            <p:ph idx="3" type="subTitle"/>
          </p:nvPr>
        </p:nvSpPr>
        <p:spPr>
          <a:xfrm>
            <a:off x="3369741" y="1838963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4" name="Google Shape;424;p18"/>
          <p:cNvSpPr txBox="1"/>
          <p:nvPr>
            <p:ph idx="4" type="title"/>
          </p:nvPr>
        </p:nvSpPr>
        <p:spPr>
          <a:xfrm>
            <a:off x="720001" y="15520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idx="5" type="subTitle"/>
          </p:nvPr>
        </p:nvSpPr>
        <p:spPr>
          <a:xfrm>
            <a:off x="6019500" y="1838963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6" name="Google Shape;426;p18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7" name="Google Shape;4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9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430" name="Google Shape;430;p19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" name="Google Shape;432;p19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433" name="Google Shape;433;p19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19"/>
          <p:cNvSpPr txBox="1"/>
          <p:nvPr>
            <p:ph type="title"/>
          </p:nvPr>
        </p:nvSpPr>
        <p:spPr>
          <a:xfrm>
            <a:off x="1682413" y="16959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6" name="Google Shape;436;p19"/>
          <p:cNvSpPr txBox="1"/>
          <p:nvPr>
            <p:ph idx="2" type="title"/>
          </p:nvPr>
        </p:nvSpPr>
        <p:spPr>
          <a:xfrm>
            <a:off x="5577844" y="16959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7" name="Google Shape;437;p19"/>
          <p:cNvSpPr txBox="1"/>
          <p:nvPr>
            <p:ph idx="1" type="subTitle"/>
          </p:nvPr>
        </p:nvSpPr>
        <p:spPr>
          <a:xfrm>
            <a:off x="1682406" y="2035200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8" name="Google Shape;438;p19"/>
          <p:cNvSpPr txBox="1"/>
          <p:nvPr>
            <p:ph idx="3" type="subTitle"/>
          </p:nvPr>
        </p:nvSpPr>
        <p:spPr>
          <a:xfrm>
            <a:off x="5577837" y="2035200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9" name="Google Shape;439;p19"/>
          <p:cNvSpPr txBox="1"/>
          <p:nvPr>
            <p:ph idx="4" type="title"/>
          </p:nvPr>
        </p:nvSpPr>
        <p:spPr>
          <a:xfrm>
            <a:off x="1682413" y="32204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0" name="Google Shape;440;p19"/>
          <p:cNvSpPr txBox="1"/>
          <p:nvPr>
            <p:ph idx="5" type="title"/>
          </p:nvPr>
        </p:nvSpPr>
        <p:spPr>
          <a:xfrm>
            <a:off x="5577844" y="32204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1" name="Google Shape;441;p19"/>
          <p:cNvSpPr txBox="1"/>
          <p:nvPr>
            <p:ph idx="6" type="subTitle"/>
          </p:nvPr>
        </p:nvSpPr>
        <p:spPr>
          <a:xfrm>
            <a:off x="1682406" y="3559700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2" name="Google Shape;442;p19"/>
          <p:cNvSpPr txBox="1"/>
          <p:nvPr>
            <p:ph idx="7" type="subTitle"/>
          </p:nvPr>
        </p:nvSpPr>
        <p:spPr>
          <a:xfrm>
            <a:off x="5577837" y="3559700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3" name="Google Shape;443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44" name="Google Shape;444;p19"/>
          <p:cNvGrpSpPr/>
          <p:nvPr/>
        </p:nvGrpSpPr>
        <p:grpSpPr>
          <a:xfrm rot="2179334">
            <a:off x="7899506" y="154049"/>
            <a:ext cx="1298504" cy="1281906"/>
            <a:chOff x="5877275" y="2495575"/>
            <a:chExt cx="743200" cy="733700"/>
          </a:xfrm>
        </p:grpSpPr>
        <p:sp>
          <p:nvSpPr>
            <p:cNvPr id="445" name="Google Shape;445;p19"/>
            <p:cNvSpPr/>
            <p:nvPr/>
          </p:nvSpPr>
          <p:spPr>
            <a:xfrm>
              <a:off x="5877275" y="2495575"/>
              <a:ext cx="743200" cy="733700"/>
            </a:xfrm>
            <a:custGeom>
              <a:rect b="b" l="l" r="r" t="t"/>
              <a:pathLst>
                <a:path extrusionOk="0" h="29348" w="29728">
                  <a:moveTo>
                    <a:pt x="12736" y="1"/>
                  </a:moveTo>
                  <a:cubicBezTo>
                    <a:pt x="12364" y="1"/>
                    <a:pt x="11992" y="145"/>
                    <a:pt x="11703" y="434"/>
                  </a:cubicBezTo>
                  <a:lnTo>
                    <a:pt x="578" y="11711"/>
                  </a:lnTo>
                  <a:cubicBezTo>
                    <a:pt x="1" y="12288"/>
                    <a:pt x="1" y="13200"/>
                    <a:pt x="578" y="13777"/>
                  </a:cubicBezTo>
                  <a:lnTo>
                    <a:pt x="15928" y="28914"/>
                  </a:lnTo>
                  <a:cubicBezTo>
                    <a:pt x="16217" y="29203"/>
                    <a:pt x="16589" y="29348"/>
                    <a:pt x="16961" y="29348"/>
                  </a:cubicBezTo>
                  <a:cubicBezTo>
                    <a:pt x="17334" y="29348"/>
                    <a:pt x="17706" y="29203"/>
                    <a:pt x="17995" y="28914"/>
                  </a:cubicBezTo>
                  <a:lnTo>
                    <a:pt x="29150" y="17638"/>
                  </a:lnTo>
                  <a:cubicBezTo>
                    <a:pt x="29728" y="17060"/>
                    <a:pt x="29697" y="16148"/>
                    <a:pt x="29120" y="15601"/>
                  </a:cubicBezTo>
                  <a:lnTo>
                    <a:pt x="13770" y="434"/>
                  </a:lnTo>
                  <a:cubicBezTo>
                    <a:pt x="13481" y="145"/>
                    <a:pt x="13109" y="1"/>
                    <a:pt x="127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9"/>
            <p:cNvSpPr/>
            <p:nvPr/>
          </p:nvSpPr>
          <p:spPr>
            <a:xfrm>
              <a:off x="5919075" y="2533000"/>
              <a:ext cx="659600" cy="658850"/>
            </a:xfrm>
            <a:custGeom>
              <a:rect b="b" l="l" r="r" t="t"/>
              <a:pathLst>
                <a:path extrusionOk="0" h="26354" w="26384">
                  <a:moveTo>
                    <a:pt x="11368" y="1"/>
                  </a:moveTo>
                  <a:lnTo>
                    <a:pt x="0" y="11521"/>
                  </a:lnTo>
                  <a:lnTo>
                    <a:pt x="15016" y="26354"/>
                  </a:lnTo>
                  <a:lnTo>
                    <a:pt x="26384" y="14834"/>
                  </a:lnTo>
                  <a:lnTo>
                    <a:pt x="113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9"/>
            <p:cNvSpPr/>
            <p:nvPr/>
          </p:nvSpPr>
          <p:spPr>
            <a:xfrm>
              <a:off x="5945675" y="2562925"/>
              <a:ext cx="207475" cy="204725"/>
            </a:xfrm>
            <a:custGeom>
              <a:rect b="b" l="l" r="r" t="t"/>
              <a:pathLst>
                <a:path extrusionOk="0" h="8189" w="8299">
                  <a:moveTo>
                    <a:pt x="6373" y="0"/>
                  </a:moveTo>
                  <a:cubicBezTo>
                    <a:pt x="6199" y="0"/>
                    <a:pt x="6030" y="69"/>
                    <a:pt x="5897" y="202"/>
                  </a:cubicBezTo>
                  <a:lnTo>
                    <a:pt x="5411" y="688"/>
                  </a:lnTo>
                  <a:cubicBezTo>
                    <a:pt x="5149" y="481"/>
                    <a:pt x="4825" y="381"/>
                    <a:pt x="4500" y="381"/>
                  </a:cubicBezTo>
                  <a:cubicBezTo>
                    <a:pt x="4109" y="381"/>
                    <a:pt x="3717" y="527"/>
                    <a:pt x="3435" y="810"/>
                  </a:cubicBezTo>
                  <a:lnTo>
                    <a:pt x="851" y="3424"/>
                  </a:lnTo>
                  <a:cubicBezTo>
                    <a:pt x="304" y="3971"/>
                    <a:pt x="274" y="4852"/>
                    <a:pt x="760" y="5399"/>
                  </a:cubicBezTo>
                  <a:lnTo>
                    <a:pt x="274" y="5916"/>
                  </a:lnTo>
                  <a:cubicBezTo>
                    <a:pt x="0" y="6159"/>
                    <a:pt x="0" y="6615"/>
                    <a:pt x="274" y="6889"/>
                  </a:cubicBezTo>
                  <a:lnTo>
                    <a:pt x="1429" y="7983"/>
                  </a:lnTo>
                  <a:cubicBezTo>
                    <a:pt x="1550" y="8120"/>
                    <a:pt x="1725" y="8188"/>
                    <a:pt x="1904" y="8188"/>
                  </a:cubicBezTo>
                  <a:cubicBezTo>
                    <a:pt x="2082" y="8188"/>
                    <a:pt x="2265" y="8120"/>
                    <a:pt x="2401" y="7983"/>
                  </a:cubicBezTo>
                  <a:lnTo>
                    <a:pt x="8025" y="2329"/>
                  </a:lnTo>
                  <a:cubicBezTo>
                    <a:pt x="8298" y="2056"/>
                    <a:pt x="8298" y="1600"/>
                    <a:pt x="8025" y="1357"/>
                  </a:cubicBezTo>
                  <a:lnTo>
                    <a:pt x="6900" y="232"/>
                  </a:lnTo>
                  <a:cubicBezTo>
                    <a:pt x="6744" y="76"/>
                    <a:pt x="6556" y="0"/>
                    <a:pt x="637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6188075" y="3019325"/>
              <a:ext cx="133750" cy="133000"/>
            </a:xfrm>
            <a:custGeom>
              <a:rect b="b" l="l" r="r" t="t"/>
              <a:pathLst>
                <a:path extrusionOk="0" h="5320" w="5350">
                  <a:moveTo>
                    <a:pt x="1277" y="1"/>
                  </a:moveTo>
                  <a:lnTo>
                    <a:pt x="0" y="1277"/>
                  </a:lnTo>
                  <a:lnTo>
                    <a:pt x="4104" y="5320"/>
                  </a:lnTo>
                  <a:lnTo>
                    <a:pt x="5350" y="4043"/>
                  </a:lnTo>
                  <a:lnTo>
                    <a:pt x="1277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6282300" y="3026175"/>
              <a:ext cx="82100" cy="82100"/>
            </a:xfrm>
            <a:custGeom>
              <a:rect b="b" l="l" r="r" t="t"/>
              <a:pathLst>
                <a:path extrusionOk="0" h="3284" w="3284">
                  <a:moveTo>
                    <a:pt x="1277" y="0"/>
                  </a:moveTo>
                  <a:lnTo>
                    <a:pt x="0" y="1277"/>
                  </a:lnTo>
                  <a:lnTo>
                    <a:pt x="2037" y="3283"/>
                  </a:lnTo>
                  <a:lnTo>
                    <a:pt x="3283" y="2006"/>
                  </a:lnTo>
                  <a:lnTo>
                    <a:pt x="1277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6254950" y="2910675"/>
              <a:ext cx="153525" cy="152750"/>
            </a:xfrm>
            <a:custGeom>
              <a:rect b="b" l="l" r="r" t="t"/>
              <a:pathLst>
                <a:path extrusionOk="0" h="6110" w="6141">
                  <a:moveTo>
                    <a:pt x="1246" y="0"/>
                  </a:moveTo>
                  <a:lnTo>
                    <a:pt x="0" y="1277"/>
                  </a:lnTo>
                  <a:lnTo>
                    <a:pt x="4894" y="6110"/>
                  </a:lnTo>
                  <a:lnTo>
                    <a:pt x="6140" y="483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362075" y="2929675"/>
              <a:ext cx="89700" cy="90450"/>
            </a:xfrm>
            <a:custGeom>
              <a:rect b="b" l="l" r="r" t="t"/>
              <a:pathLst>
                <a:path extrusionOk="0" h="3618" w="3588">
                  <a:moveTo>
                    <a:pt x="1247" y="0"/>
                  </a:moveTo>
                  <a:lnTo>
                    <a:pt x="1" y="1277"/>
                  </a:lnTo>
                  <a:lnTo>
                    <a:pt x="2341" y="3617"/>
                  </a:lnTo>
                  <a:lnTo>
                    <a:pt x="3588" y="2341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270900" y="2752600"/>
              <a:ext cx="224950" cy="222675"/>
            </a:xfrm>
            <a:custGeom>
              <a:rect b="b" l="l" r="r" t="t"/>
              <a:pathLst>
                <a:path extrusionOk="0" h="8907" w="8998">
                  <a:moveTo>
                    <a:pt x="1247" y="1"/>
                  </a:moveTo>
                  <a:lnTo>
                    <a:pt x="0" y="1278"/>
                  </a:lnTo>
                  <a:lnTo>
                    <a:pt x="7721" y="8907"/>
                  </a:lnTo>
                  <a:lnTo>
                    <a:pt x="8998" y="7661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406150" y="2798975"/>
              <a:ext cx="133025" cy="133000"/>
            </a:xfrm>
            <a:custGeom>
              <a:rect b="b" l="l" r="r" t="t"/>
              <a:pathLst>
                <a:path extrusionOk="0" h="5320" w="5321">
                  <a:moveTo>
                    <a:pt x="1247" y="0"/>
                  </a:moveTo>
                  <a:lnTo>
                    <a:pt x="1" y="1277"/>
                  </a:lnTo>
                  <a:lnTo>
                    <a:pt x="4074" y="5319"/>
                  </a:lnTo>
                  <a:lnTo>
                    <a:pt x="5320" y="4043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5960875" y="2577075"/>
              <a:ext cx="123125" cy="124650"/>
            </a:xfrm>
            <a:custGeom>
              <a:rect b="b" l="l" r="r" t="t"/>
              <a:pathLst>
                <a:path extrusionOk="0" h="4986" w="4925">
                  <a:moveTo>
                    <a:pt x="4651" y="1"/>
                  </a:moveTo>
                  <a:lnTo>
                    <a:pt x="0" y="4712"/>
                  </a:lnTo>
                  <a:lnTo>
                    <a:pt x="274" y="4985"/>
                  </a:lnTo>
                  <a:lnTo>
                    <a:pt x="4924" y="274"/>
                  </a:lnTo>
                  <a:lnTo>
                    <a:pt x="465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6111325" y="2760625"/>
              <a:ext cx="70700" cy="90800"/>
            </a:xfrm>
            <a:custGeom>
              <a:rect b="b" l="l" r="r" t="t"/>
              <a:pathLst>
                <a:path extrusionOk="0" h="3632" w="2828">
                  <a:moveTo>
                    <a:pt x="312" y="1"/>
                  </a:moveTo>
                  <a:cubicBezTo>
                    <a:pt x="208" y="1"/>
                    <a:pt x="104" y="5"/>
                    <a:pt x="0" y="14"/>
                  </a:cubicBezTo>
                  <a:lnTo>
                    <a:pt x="304" y="3631"/>
                  </a:lnTo>
                  <a:lnTo>
                    <a:pt x="2827" y="1048"/>
                  </a:lnTo>
                  <a:cubicBezTo>
                    <a:pt x="2144" y="364"/>
                    <a:pt x="1239" y="1"/>
                    <a:pt x="312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8625" y="2760975"/>
              <a:ext cx="100325" cy="153525"/>
            </a:xfrm>
            <a:custGeom>
              <a:rect b="b" l="l" r="r" t="t"/>
              <a:pathLst>
                <a:path extrusionOk="0" h="6141" w="4013">
                  <a:moveTo>
                    <a:pt x="3708" y="0"/>
                  </a:moveTo>
                  <a:cubicBezTo>
                    <a:pt x="2857" y="61"/>
                    <a:pt x="2067" y="426"/>
                    <a:pt x="1429" y="1064"/>
                  </a:cubicBezTo>
                  <a:cubicBezTo>
                    <a:pt x="0" y="2462"/>
                    <a:pt x="0" y="4772"/>
                    <a:pt x="1459" y="6140"/>
                  </a:cubicBezTo>
                  <a:lnTo>
                    <a:pt x="4012" y="3557"/>
                  </a:lnTo>
                  <a:lnTo>
                    <a:pt x="3708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055100" y="2786800"/>
              <a:ext cx="163400" cy="154475"/>
            </a:xfrm>
            <a:custGeom>
              <a:rect b="b" l="l" r="r" t="t"/>
              <a:pathLst>
                <a:path extrusionOk="0" h="6179" w="6536">
                  <a:moveTo>
                    <a:pt x="5076" y="1"/>
                  </a:moveTo>
                  <a:lnTo>
                    <a:pt x="2553" y="2584"/>
                  </a:lnTo>
                  <a:lnTo>
                    <a:pt x="0" y="5138"/>
                  </a:lnTo>
                  <a:cubicBezTo>
                    <a:pt x="722" y="5829"/>
                    <a:pt x="1644" y="6179"/>
                    <a:pt x="2562" y="6179"/>
                  </a:cubicBezTo>
                  <a:cubicBezTo>
                    <a:pt x="3499" y="6179"/>
                    <a:pt x="4430" y="5814"/>
                    <a:pt x="5137" y="5077"/>
                  </a:cubicBezTo>
                  <a:cubicBezTo>
                    <a:pt x="6535" y="3679"/>
                    <a:pt x="6535" y="1338"/>
                    <a:pt x="5076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137925" y="2687250"/>
              <a:ext cx="32700" cy="32700"/>
            </a:xfrm>
            <a:custGeom>
              <a:rect b="b" l="l" r="r" t="t"/>
              <a:pathLst>
                <a:path extrusionOk="0" h="1308" w="1308">
                  <a:moveTo>
                    <a:pt x="639" y="1"/>
                  </a:moveTo>
                  <a:lnTo>
                    <a:pt x="0" y="639"/>
                  </a:lnTo>
                  <a:lnTo>
                    <a:pt x="669" y="1308"/>
                  </a:lnTo>
                  <a:lnTo>
                    <a:pt x="130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169825" y="2719175"/>
              <a:ext cx="31950" cy="31950"/>
            </a:xfrm>
            <a:custGeom>
              <a:rect b="b" l="l" r="r" t="t"/>
              <a:pathLst>
                <a:path extrusionOk="0" h="1278" w="1278">
                  <a:moveTo>
                    <a:pt x="639" y="1"/>
                  </a:moveTo>
                  <a:lnTo>
                    <a:pt x="1" y="639"/>
                  </a:lnTo>
                  <a:lnTo>
                    <a:pt x="639" y="1277"/>
                  </a:lnTo>
                  <a:lnTo>
                    <a:pt x="127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201750" y="2750325"/>
              <a:ext cx="31950" cy="31950"/>
            </a:xfrm>
            <a:custGeom>
              <a:rect b="b" l="l" r="r" t="t"/>
              <a:pathLst>
                <a:path extrusionOk="0" h="1278" w="1278">
                  <a:moveTo>
                    <a:pt x="639" y="1"/>
                  </a:moveTo>
                  <a:lnTo>
                    <a:pt x="0" y="639"/>
                  </a:lnTo>
                  <a:lnTo>
                    <a:pt x="639" y="1277"/>
                  </a:lnTo>
                  <a:lnTo>
                    <a:pt x="127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6172875" y="2605200"/>
              <a:ext cx="77525" cy="79050"/>
            </a:xfrm>
            <a:custGeom>
              <a:rect b="b" l="l" r="r" t="t"/>
              <a:pathLst>
                <a:path extrusionOk="0" h="3162" w="3101">
                  <a:moveTo>
                    <a:pt x="2858" y="0"/>
                  </a:moveTo>
                  <a:lnTo>
                    <a:pt x="0" y="2888"/>
                  </a:lnTo>
                  <a:lnTo>
                    <a:pt x="244" y="3161"/>
                  </a:lnTo>
                  <a:lnTo>
                    <a:pt x="3101" y="274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203275" y="2637100"/>
              <a:ext cx="78300" cy="79050"/>
            </a:xfrm>
            <a:custGeom>
              <a:rect b="b" l="l" r="r" t="t"/>
              <a:pathLst>
                <a:path extrusionOk="0" h="3162" w="3132">
                  <a:moveTo>
                    <a:pt x="2857" y="1"/>
                  </a:moveTo>
                  <a:lnTo>
                    <a:pt x="0" y="2888"/>
                  </a:lnTo>
                  <a:lnTo>
                    <a:pt x="274" y="3162"/>
                  </a:lnTo>
                  <a:lnTo>
                    <a:pt x="3131" y="274"/>
                  </a:lnTo>
                  <a:lnTo>
                    <a:pt x="2857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35175" y="2668275"/>
              <a:ext cx="78300" cy="79050"/>
            </a:xfrm>
            <a:custGeom>
              <a:rect b="b" l="l" r="r" t="t"/>
              <a:pathLst>
                <a:path extrusionOk="0" h="3162" w="3132">
                  <a:moveTo>
                    <a:pt x="2888" y="0"/>
                  </a:moveTo>
                  <a:lnTo>
                    <a:pt x="1" y="2888"/>
                  </a:lnTo>
                  <a:lnTo>
                    <a:pt x="274" y="3161"/>
                  </a:lnTo>
                  <a:lnTo>
                    <a:pt x="3132" y="274"/>
                  </a:lnTo>
                  <a:lnTo>
                    <a:pt x="288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20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466" name="Google Shape;466;p20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" name="Google Shape;468;p20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469" name="Google Shape;469;p20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1" name="Google Shape;471;p20"/>
          <p:cNvSpPr txBox="1"/>
          <p:nvPr>
            <p:ph type="title"/>
          </p:nvPr>
        </p:nvSpPr>
        <p:spPr>
          <a:xfrm>
            <a:off x="720013" y="1716038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2" name="Google Shape;472;p20"/>
          <p:cNvSpPr txBox="1"/>
          <p:nvPr>
            <p:ph idx="2" type="title"/>
          </p:nvPr>
        </p:nvSpPr>
        <p:spPr>
          <a:xfrm>
            <a:off x="5552369" y="1716038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3" name="Google Shape;473;p20"/>
          <p:cNvSpPr txBox="1"/>
          <p:nvPr>
            <p:ph idx="1" type="subTitle"/>
          </p:nvPr>
        </p:nvSpPr>
        <p:spPr>
          <a:xfrm>
            <a:off x="720006" y="2049763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4" name="Google Shape;474;p20"/>
          <p:cNvSpPr txBox="1"/>
          <p:nvPr>
            <p:ph idx="3" type="subTitle"/>
          </p:nvPr>
        </p:nvSpPr>
        <p:spPr>
          <a:xfrm>
            <a:off x="5552362" y="2049763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5" name="Google Shape;475;p20"/>
          <p:cNvSpPr txBox="1"/>
          <p:nvPr>
            <p:ph idx="4" type="title"/>
          </p:nvPr>
        </p:nvSpPr>
        <p:spPr>
          <a:xfrm>
            <a:off x="720013" y="3226450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6" name="Google Shape;476;p20"/>
          <p:cNvSpPr txBox="1"/>
          <p:nvPr>
            <p:ph idx="5" type="title"/>
          </p:nvPr>
        </p:nvSpPr>
        <p:spPr>
          <a:xfrm>
            <a:off x="5552369" y="3226450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7" name="Google Shape;477;p20"/>
          <p:cNvSpPr txBox="1"/>
          <p:nvPr>
            <p:ph idx="6" type="subTitle"/>
          </p:nvPr>
        </p:nvSpPr>
        <p:spPr>
          <a:xfrm>
            <a:off x="720006" y="35601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8" name="Google Shape;478;p20"/>
          <p:cNvSpPr txBox="1"/>
          <p:nvPr>
            <p:ph idx="7" type="subTitle"/>
          </p:nvPr>
        </p:nvSpPr>
        <p:spPr>
          <a:xfrm>
            <a:off x="5552362" y="35601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9" name="Google Shape;479;p20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80" name="Google Shape;480;p20"/>
          <p:cNvGrpSpPr/>
          <p:nvPr/>
        </p:nvGrpSpPr>
        <p:grpSpPr>
          <a:xfrm>
            <a:off x="8028554" y="61618"/>
            <a:ext cx="1019011" cy="1150876"/>
            <a:chOff x="8028554" y="61618"/>
            <a:chExt cx="1019011" cy="1150876"/>
          </a:xfrm>
        </p:grpSpPr>
        <p:sp>
          <p:nvSpPr>
            <p:cNvPr id="481" name="Google Shape;481;p20"/>
            <p:cNvSpPr/>
            <p:nvPr/>
          </p:nvSpPr>
          <p:spPr>
            <a:xfrm>
              <a:off x="8188875" y="156450"/>
              <a:ext cx="605400" cy="605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2" name="Google Shape;482;p20"/>
            <p:cNvGrpSpPr/>
            <p:nvPr/>
          </p:nvGrpSpPr>
          <p:grpSpPr>
            <a:xfrm>
              <a:off x="8028554" y="61618"/>
              <a:ext cx="1019011" cy="1150876"/>
              <a:chOff x="3817200" y="2030450"/>
              <a:chExt cx="2497575" cy="2820775"/>
            </a:xfrm>
          </p:grpSpPr>
          <p:sp>
            <p:nvSpPr>
              <p:cNvPr id="483" name="Google Shape;483;p20"/>
              <p:cNvSpPr/>
              <p:nvPr/>
            </p:nvSpPr>
            <p:spPr>
              <a:xfrm>
                <a:off x="4818141" y="2446276"/>
                <a:ext cx="267820" cy="239269"/>
              </a:xfrm>
              <a:custGeom>
                <a:rect b="b" l="l" r="r" t="t"/>
                <a:pathLst>
                  <a:path extrusionOk="0" h="10186" w="11399">
                    <a:moveTo>
                      <a:pt x="10145" y="1"/>
                    </a:moveTo>
                    <a:cubicBezTo>
                      <a:pt x="9762" y="1"/>
                      <a:pt x="9390" y="190"/>
                      <a:pt x="9149" y="550"/>
                    </a:cubicBezTo>
                    <a:lnTo>
                      <a:pt x="5016" y="7268"/>
                    </a:lnTo>
                    <a:lnTo>
                      <a:pt x="2067" y="4502"/>
                    </a:lnTo>
                    <a:cubicBezTo>
                      <a:pt x="1847" y="4281"/>
                      <a:pt x="1562" y="4175"/>
                      <a:pt x="1279" y="4175"/>
                    </a:cubicBezTo>
                    <a:cubicBezTo>
                      <a:pt x="977" y="4175"/>
                      <a:pt x="676" y="4297"/>
                      <a:pt x="456" y="4532"/>
                    </a:cubicBezTo>
                    <a:cubicBezTo>
                      <a:pt x="0" y="4988"/>
                      <a:pt x="61" y="5718"/>
                      <a:pt x="517" y="6143"/>
                    </a:cubicBezTo>
                    <a:lnTo>
                      <a:pt x="4499" y="9882"/>
                    </a:lnTo>
                    <a:cubicBezTo>
                      <a:pt x="4712" y="10095"/>
                      <a:pt x="4985" y="10186"/>
                      <a:pt x="5289" y="10186"/>
                    </a:cubicBezTo>
                    <a:cubicBezTo>
                      <a:pt x="5319" y="10186"/>
                      <a:pt x="5411" y="10186"/>
                      <a:pt x="5411" y="10155"/>
                    </a:cubicBezTo>
                    <a:cubicBezTo>
                      <a:pt x="5745" y="10125"/>
                      <a:pt x="6049" y="9943"/>
                      <a:pt x="6231" y="9639"/>
                    </a:cubicBezTo>
                    <a:lnTo>
                      <a:pt x="11095" y="1736"/>
                    </a:lnTo>
                    <a:cubicBezTo>
                      <a:pt x="11399" y="1189"/>
                      <a:pt x="11247" y="520"/>
                      <a:pt x="10730" y="155"/>
                    </a:cubicBezTo>
                    <a:cubicBezTo>
                      <a:pt x="10543" y="52"/>
                      <a:pt x="10343" y="1"/>
                      <a:pt x="101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4818141" y="2842572"/>
                <a:ext cx="267820" cy="239269"/>
              </a:xfrm>
              <a:custGeom>
                <a:rect b="b" l="l" r="r" t="t"/>
                <a:pathLst>
                  <a:path extrusionOk="0" h="10186" w="11399">
                    <a:moveTo>
                      <a:pt x="10145" y="0"/>
                    </a:moveTo>
                    <a:cubicBezTo>
                      <a:pt x="9762" y="0"/>
                      <a:pt x="9390" y="189"/>
                      <a:pt x="9149" y="550"/>
                    </a:cubicBezTo>
                    <a:lnTo>
                      <a:pt x="5016" y="7267"/>
                    </a:lnTo>
                    <a:lnTo>
                      <a:pt x="2067" y="4501"/>
                    </a:lnTo>
                    <a:cubicBezTo>
                      <a:pt x="1847" y="4281"/>
                      <a:pt x="1562" y="4174"/>
                      <a:pt x="1279" y="4174"/>
                    </a:cubicBezTo>
                    <a:cubicBezTo>
                      <a:pt x="977" y="4174"/>
                      <a:pt x="676" y="4296"/>
                      <a:pt x="456" y="4532"/>
                    </a:cubicBezTo>
                    <a:cubicBezTo>
                      <a:pt x="0" y="4988"/>
                      <a:pt x="61" y="5717"/>
                      <a:pt x="517" y="6143"/>
                    </a:cubicBezTo>
                    <a:lnTo>
                      <a:pt x="4499" y="9881"/>
                    </a:lnTo>
                    <a:cubicBezTo>
                      <a:pt x="4712" y="10064"/>
                      <a:pt x="4985" y="10185"/>
                      <a:pt x="5289" y="10185"/>
                    </a:cubicBezTo>
                    <a:cubicBezTo>
                      <a:pt x="5319" y="10185"/>
                      <a:pt x="5411" y="10155"/>
                      <a:pt x="5411" y="10155"/>
                    </a:cubicBezTo>
                    <a:cubicBezTo>
                      <a:pt x="5745" y="10125"/>
                      <a:pt x="6049" y="9942"/>
                      <a:pt x="6231" y="9608"/>
                    </a:cubicBezTo>
                    <a:lnTo>
                      <a:pt x="11095" y="1735"/>
                    </a:lnTo>
                    <a:cubicBezTo>
                      <a:pt x="11399" y="1188"/>
                      <a:pt x="11247" y="520"/>
                      <a:pt x="10730" y="155"/>
                    </a:cubicBezTo>
                    <a:cubicBezTo>
                      <a:pt x="10543" y="51"/>
                      <a:pt x="10343" y="0"/>
                      <a:pt x="101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4819574" y="3238022"/>
                <a:ext cx="256401" cy="252236"/>
              </a:xfrm>
              <a:custGeom>
                <a:rect b="b" l="l" r="r" t="t"/>
                <a:pathLst>
                  <a:path extrusionOk="0" h="10738" w="10913">
                    <a:moveTo>
                      <a:pt x="9692" y="0"/>
                    </a:moveTo>
                    <a:cubicBezTo>
                      <a:pt x="9400" y="0"/>
                      <a:pt x="9104" y="114"/>
                      <a:pt x="8876" y="342"/>
                    </a:cubicBezTo>
                    <a:lnTo>
                      <a:pt x="456" y="8792"/>
                    </a:lnTo>
                    <a:cubicBezTo>
                      <a:pt x="0" y="9218"/>
                      <a:pt x="0" y="9917"/>
                      <a:pt x="456" y="10373"/>
                    </a:cubicBezTo>
                    <a:cubicBezTo>
                      <a:pt x="669" y="10616"/>
                      <a:pt x="942" y="10738"/>
                      <a:pt x="1246" y="10738"/>
                    </a:cubicBezTo>
                    <a:cubicBezTo>
                      <a:pt x="1550" y="10738"/>
                      <a:pt x="1824" y="10616"/>
                      <a:pt x="2037" y="10373"/>
                    </a:cubicBezTo>
                    <a:lnTo>
                      <a:pt x="10487" y="1953"/>
                    </a:lnTo>
                    <a:cubicBezTo>
                      <a:pt x="10912" y="1528"/>
                      <a:pt x="10912" y="798"/>
                      <a:pt x="10487" y="342"/>
                    </a:cubicBezTo>
                    <a:cubicBezTo>
                      <a:pt x="10274" y="114"/>
                      <a:pt x="9985" y="0"/>
                      <a:pt x="9692" y="0"/>
                    </a:cubicBezTo>
                    <a:close/>
                  </a:path>
                </a:pathLst>
              </a:custGeom>
              <a:solidFill>
                <a:srgbClr val="DF62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4819574" y="3238022"/>
                <a:ext cx="256401" cy="252236"/>
              </a:xfrm>
              <a:custGeom>
                <a:rect b="b" l="l" r="r" t="t"/>
                <a:pathLst>
                  <a:path extrusionOk="0" h="10738" w="10913">
                    <a:moveTo>
                      <a:pt x="1258" y="0"/>
                    </a:moveTo>
                    <a:cubicBezTo>
                      <a:pt x="973" y="0"/>
                      <a:pt x="684" y="114"/>
                      <a:pt x="456" y="342"/>
                    </a:cubicBezTo>
                    <a:cubicBezTo>
                      <a:pt x="0" y="768"/>
                      <a:pt x="0" y="1497"/>
                      <a:pt x="456" y="1953"/>
                    </a:cubicBezTo>
                    <a:lnTo>
                      <a:pt x="8876" y="10373"/>
                    </a:lnTo>
                    <a:cubicBezTo>
                      <a:pt x="9119" y="10616"/>
                      <a:pt x="9362" y="10738"/>
                      <a:pt x="9666" y="10738"/>
                    </a:cubicBezTo>
                    <a:cubicBezTo>
                      <a:pt x="9970" y="10738"/>
                      <a:pt x="10243" y="10616"/>
                      <a:pt x="10487" y="10373"/>
                    </a:cubicBezTo>
                    <a:cubicBezTo>
                      <a:pt x="10912" y="9978"/>
                      <a:pt x="10912" y="9248"/>
                      <a:pt x="10487" y="8792"/>
                    </a:cubicBezTo>
                    <a:lnTo>
                      <a:pt x="2037" y="342"/>
                    </a:lnTo>
                    <a:cubicBezTo>
                      <a:pt x="1824" y="114"/>
                      <a:pt x="1543" y="0"/>
                      <a:pt x="1258" y="0"/>
                    </a:cubicBezTo>
                    <a:close/>
                  </a:path>
                </a:pathLst>
              </a:custGeom>
              <a:solidFill>
                <a:srgbClr val="DF62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5194125" y="3514775"/>
                <a:ext cx="564625" cy="614775"/>
              </a:xfrm>
              <a:custGeom>
                <a:rect b="b" l="l" r="r" t="t"/>
                <a:pathLst>
                  <a:path extrusionOk="0" h="24591" w="22585">
                    <a:moveTo>
                      <a:pt x="10609" y="1"/>
                    </a:moveTo>
                    <a:lnTo>
                      <a:pt x="1" y="7387"/>
                    </a:lnTo>
                    <a:lnTo>
                      <a:pt x="12007" y="24591"/>
                    </a:lnTo>
                    <a:lnTo>
                      <a:pt x="22585" y="17205"/>
                    </a:lnTo>
                    <a:lnTo>
                      <a:pt x="10609" y="1"/>
                    </a:lnTo>
                    <a:close/>
                  </a:path>
                </a:pathLst>
              </a:custGeom>
              <a:solidFill>
                <a:srgbClr val="EFA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3817200" y="2030450"/>
                <a:ext cx="2101900" cy="1875625"/>
              </a:xfrm>
              <a:custGeom>
                <a:rect b="b" l="l" r="r" t="t"/>
                <a:pathLst>
                  <a:path extrusionOk="0" h="75025" w="84076">
                    <a:moveTo>
                      <a:pt x="47438" y="11022"/>
                    </a:moveTo>
                    <a:cubicBezTo>
                      <a:pt x="52330" y="11022"/>
                      <a:pt x="56954" y="12696"/>
                      <a:pt x="60883" y="15543"/>
                    </a:cubicBezTo>
                    <a:cubicBezTo>
                      <a:pt x="67966" y="20741"/>
                      <a:pt x="72616" y="29738"/>
                      <a:pt x="71674" y="38765"/>
                    </a:cubicBezTo>
                    <a:cubicBezTo>
                      <a:pt x="70671" y="47915"/>
                      <a:pt x="64318" y="55787"/>
                      <a:pt x="56871" y="60438"/>
                    </a:cubicBezTo>
                    <a:cubicBezTo>
                      <a:pt x="52966" y="62889"/>
                      <a:pt x="48624" y="64024"/>
                      <a:pt x="44297" y="64024"/>
                    </a:cubicBezTo>
                    <a:cubicBezTo>
                      <a:pt x="33602" y="64024"/>
                      <a:pt x="22994" y="57092"/>
                      <a:pt x="19272" y="45969"/>
                    </a:cubicBezTo>
                    <a:cubicBezTo>
                      <a:pt x="13253" y="28066"/>
                      <a:pt x="29606" y="11957"/>
                      <a:pt x="46445" y="11045"/>
                    </a:cubicBezTo>
                    <a:cubicBezTo>
                      <a:pt x="46777" y="11029"/>
                      <a:pt x="47108" y="11022"/>
                      <a:pt x="47438" y="11022"/>
                    </a:cubicBezTo>
                    <a:close/>
                    <a:moveTo>
                      <a:pt x="48507" y="1"/>
                    </a:moveTo>
                    <a:cubicBezTo>
                      <a:pt x="47994" y="1"/>
                      <a:pt x="47479" y="14"/>
                      <a:pt x="46962" y="42"/>
                    </a:cubicBezTo>
                    <a:cubicBezTo>
                      <a:pt x="23102" y="1318"/>
                      <a:pt x="1" y="24115"/>
                      <a:pt x="8512" y="49465"/>
                    </a:cubicBezTo>
                    <a:cubicBezTo>
                      <a:pt x="13813" y="65218"/>
                      <a:pt x="28820" y="75025"/>
                      <a:pt x="43969" y="75025"/>
                    </a:cubicBezTo>
                    <a:cubicBezTo>
                      <a:pt x="50099" y="75025"/>
                      <a:pt x="56252" y="73419"/>
                      <a:pt x="61795" y="69951"/>
                    </a:cubicBezTo>
                    <a:cubicBezTo>
                      <a:pt x="72343" y="63325"/>
                      <a:pt x="81340" y="52170"/>
                      <a:pt x="82707" y="39252"/>
                    </a:cubicBezTo>
                    <a:cubicBezTo>
                      <a:pt x="84075" y="26486"/>
                      <a:pt x="77540" y="13750"/>
                      <a:pt x="67418" y="6394"/>
                    </a:cubicBezTo>
                    <a:cubicBezTo>
                      <a:pt x="61931" y="2434"/>
                      <a:pt x="55390" y="1"/>
                      <a:pt x="485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5397775" y="3848350"/>
                <a:ext cx="917000" cy="1002875"/>
              </a:xfrm>
              <a:custGeom>
                <a:rect b="b" l="l" r="r" t="t"/>
                <a:pathLst>
                  <a:path extrusionOk="0" h="40115" w="36680">
                    <a:moveTo>
                      <a:pt x="12351" y="1"/>
                    </a:moveTo>
                    <a:cubicBezTo>
                      <a:pt x="12348" y="1"/>
                      <a:pt x="12345" y="1"/>
                      <a:pt x="12341" y="1"/>
                    </a:cubicBezTo>
                    <a:cubicBezTo>
                      <a:pt x="12007" y="32"/>
                      <a:pt x="12949" y="792"/>
                      <a:pt x="7387" y="4652"/>
                    </a:cubicBezTo>
                    <a:cubicBezTo>
                      <a:pt x="1794" y="8482"/>
                      <a:pt x="882" y="7722"/>
                      <a:pt x="639" y="7995"/>
                    </a:cubicBezTo>
                    <a:cubicBezTo>
                      <a:pt x="1" y="8786"/>
                      <a:pt x="15290" y="36506"/>
                      <a:pt x="19150" y="38300"/>
                    </a:cubicBezTo>
                    <a:cubicBezTo>
                      <a:pt x="20417" y="39560"/>
                      <a:pt x="22072" y="40114"/>
                      <a:pt x="23838" y="40114"/>
                    </a:cubicBezTo>
                    <a:cubicBezTo>
                      <a:pt x="29655" y="40114"/>
                      <a:pt x="36679" y="34101"/>
                      <a:pt x="35047" y="27479"/>
                    </a:cubicBezTo>
                    <a:cubicBezTo>
                      <a:pt x="33925" y="22992"/>
                      <a:pt x="13634" y="1"/>
                      <a:pt x="123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0" name="Google Shape;490;p20"/>
          <p:cNvGrpSpPr/>
          <p:nvPr/>
        </p:nvGrpSpPr>
        <p:grpSpPr>
          <a:xfrm>
            <a:off x="55656" y="4344619"/>
            <a:ext cx="3083543" cy="726888"/>
            <a:chOff x="2558825" y="1578175"/>
            <a:chExt cx="4373200" cy="1030900"/>
          </a:xfrm>
        </p:grpSpPr>
        <p:sp>
          <p:nvSpPr>
            <p:cNvPr id="491" name="Google Shape;491;p20"/>
            <p:cNvSpPr/>
            <p:nvPr/>
          </p:nvSpPr>
          <p:spPr>
            <a:xfrm>
              <a:off x="2558825" y="1621900"/>
              <a:ext cx="4373200" cy="950650"/>
            </a:xfrm>
            <a:custGeom>
              <a:rect b="b" l="l" r="r" t="t"/>
              <a:pathLst>
                <a:path extrusionOk="0" h="38026" w="174928">
                  <a:moveTo>
                    <a:pt x="49849" y="0"/>
                  </a:moveTo>
                  <a:lnTo>
                    <a:pt x="38299" y="20791"/>
                  </a:lnTo>
                  <a:lnTo>
                    <a:pt x="25077" y="22432"/>
                  </a:lnTo>
                  <a:lnTo>
                    <a:pt x="17326" y="15168"/>
                  </a:lnTo>
                  <a:lnTo>
                    <a:pt x="0" y="20548"/>
                  </a:lnTo>
                  <a:lnTo>
                    <a:pt x="122" y="20943"/>
                  </a:lnTo>
                  <a:lnTo>
                    <a:pt x="17235" y="15563"/>
                  </a:lnTo>
                  <a:lnTo>
                    <a:pt x="24925" y="22797"/>
                  </a:lnTo>
                  <a:lnTo>
                    <a:pt x="38512" y="21125"/>
                  </a:lnTo>
                  <a:lnTo>
                    <a:pt x="50001" y="487"/>
                  </a:lnTo>
                  <a:lnTo>
                    <a:pt x="63679" y="7903"/>
                  </a:lnTo>
                  <a:lnTo>
                    <a:pt x="66567" y="24286"/>
                  </a:lnTo>
                  <a:lnTo>
                    <a:pt x="78178" y="21885"/>
                  </a:lnTo>
                  <a:lnTo>
                    <a:pt x="86172" y="13374"/>
                  </a:lnTo>
                  <a:lnTo>
                    <a:pt x="94410" y="38025"/>
                  </a:lnTo>
                  <a:lnTo>
                    <a:pt x="108817" y="32615"/>
                  </a:lnTo>
                  <a:lnTo>
                    <a:pt x="115200" y="21125"/>
                  </a:lnTo>
                  <a:lnTo>
                    <a:pt x="125170" y="23435"/>
                  </a:lnTo>
                  <a:lnTo>
                    <a:pt x="131492" y="33679"/>
                  </a:lnTo>
                  <a:lnTo>
                    <a:pt x="151827" y="30730"/>
                  </a:lnTo>
                  <a:lnTo>
                    <a:pt x="151888" y="30700"/>
                  </a:lnTo>
                  <a:lnTo>
                    <a:pt x="160703" y="18086"/>
                  </a:lnTo>
                  <a:lnTo>
                    <a:pt x="174837" y="20791"/>
                  </a:lnTo>
                  <a:lnTo>
                    <a:pt x="174928" y="20396"/>
                  </a:lnTo>
                  <a:lnTo>
                    <a:pt x="160551" y="17660"/>
                  </a:lnTo>
                  <a:lnTo>
                    <a:pt x="151675" y="30365"/>
                  </a:lnTo>
                  <a:lnTo>
                    <a:pt x="131675" y="33253"/>
                  </a:lnTo>
                  <a:lnTo>
                    <a:pt x="125444" y="23192"/>
                  </a:lnTo>
                  <a:lnTo>
                    <a:pt x="125413" y="23101"/>
                  </a:lnTo>
                  <a:lnTo>
                    <a:pt x="115018" y="20700"/>
                  </a:lnTo>
                  <a:lnTo>
                    <a:pt x="108544" y="32311"/>
                  </a:lnTo>
                  <a:lnTo>
                    <a:pt x="94653" y="37539"/>
                  </a:lnTo>
                  <a:lnTo>
                    <a:pt x="86324" y="12645"/>
                  </a:lnTo>
                  <a:lnTo>
                    <a:pt x="77996" y="21551"/>
                  </a:lnTo>
                  <a:lnTo>
                    <a:pt x="66901" y="23830"/>
                  </a:lnTo>
                  <a:lnTo>
                    <a:pt x="64014" y="7690"/>
                  </a:lnTo>
                  <a:lnTo>
                    <a:pt x="498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4096850" y="1765625"/>
              <a:ext cx="121600" cy="101800"/>
            </a:xfrm>
            <a:custGeom>
              <a:rect b="b" l="l" r="r" t="t"/>
              <a:pathLst>
                <a:path extrusionOk="0" h="4072" w="4864">
                  <a:moveTo>
                    <a:pt x="2466" y="0"/>
                  </a:moveTo>
                  <a:cubicBezTo>
                    <a:pt x="1545" y="0"/>
                    <a:pt x="645" y="453"/>
                    <a:pt x="365" y="1394"/>
                  </a:cubicBezTo>
                  <a:cubicBezTo>
                    <a:pt x="0" y="2640"/>
                    <a:pt x="912" y="3978"/>
                    <a:pt x="2219" y="4069"/>
                  </a:cubicBezTo>
                  <a:cubicBezTo>
                    <a:pt x="2260" y="4071"/>
                    <a:pt x="2300" y="4072"/>
                    <a:pt x="2341" y="4072"/>
                  </a:cubicBezTo>
                  <a:cubicBezTo>
                    <a:pt x="3035" y="4072"/>
                    <a:pt x="3768" y="3826"/>
                    <a:pt x="4256" y="3309"/>
                  </a:cubicBezTo>
                  <a:cubicBezTo>
                    <a:pt x="4742" y="2762"/>
                    <a:pt x="4864" y="1972"/>
                    <a:pt x="4590" y="1333"/>
                  </a:cubicBezTo>
                  <a:cubicBezTo>
                    <a:pt x="4438" y="938"/>
                    <a:pt x="4195" y="604"/>
                    <a:pt x="3830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4131800" y="179480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35" y="0"/>
                  </a:moveTo>
                  <a:cubicBezTo>
                    <a:pt x="640" y="0"/>
                    <a:pt x="270" y="191"/>
                    <a:pt x="153" y="622"/>
                  </a:cubicBezTo>
                  <a:cubicBezTo>
                    <a:pt x="1" y="1170"/>
                    <a:pt x="365" y="1747"/>
                    <a:pt x="943" y="1777"/>
                  </a:cubicBezTo>
                  <a:cubicBezTo>
                    <a:pt x="1247" y="1777"/>
                    <a:pt x="1642" y="1717"/>
                    <a:pt x="1824" y="1443"/>
                  </a:cubicBezTo>
                  <a:cubicBezTo>
                    <a:pt x="2098" y="1230"/>
                    <a:pt x="2128" y="835"/>
                    <a:pt x="2007" y="562"/>
                  </a:cubicBezTo>
                  <a:cubicBezTo>
                    <a:pt x="1946" y="410"/>
                    <a:pt x="1824" y="258"/>
                    <a:pt x="1672" y="166"/>
                  </a:cubicBezTo>
                  <a:cubicBezTo>
                    <a:pt x="1478" y="58"/>
                    <a:pt x="1253" y="0"/>
                    <a:pt x="1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3741975" y="1578175"/>
              <a:ext cx="120850" cy="101725"/>
            </a:xfrm>
            <a:custGeom>
              <a:rect b="b" l="l" r="r" t="t"/>
              <a:pathLst>
                <a:path extrusionOk="0" h="4069" w="4834">
                  <a:moveTo>
                    <a:pt x="2477" y="0"/>
                  </a:moveTo>
                  <a:cubicBezTo>
                    <a:pt x="1564" y="0"/>
                    <a:pt x="674" y="461"/>
                    <a:pt x="396" y="1415"/>
                  </a:cubicBezTo>
                  <a:cubicBezTo>
                    <a:pt x="1" y="2661"/>
                    <a:pt x="912" y="3999"/>
                    <a:pt x="2250" y="4059"/>
                  </a:cubicBezTo>
                  <a:cubicBezTo>
                    <a:pt x="2322" y="4065"/>
                    <a:pt x="2396" y="4068"/>
                    <a:pt x="2469" y="4068"/>
                  </a:cubicBezTo>
                  <a:cubicBezTo>
                    <a:pt x="3134" y="4068"/>
                    <a:pt x="3818" y="3820"/>
                    <a:pt x="4256" y="3299"/>
                  </a:cubicBezTo>
                  <a:cubicBezTo>
                    <a:pt x="4712" y="2813"/>
                    <a:pt x="4834" y="2023"/>
                    <a:pt x="4621" y="1324"/>
                  </a:cubicBezTo>
                  <a:cubicBezTo>
                    <a:pt x="4469" y="959"/>
                    <a:pt x="4226" y="594"/>
                    <a:pt x="3861" y="381"/>
                  </a:cubicBezTo>
                  <a:cubicBezTo>
                    <a:pt x="3451" y="129"/>
                    <a:pt x="2961" y="0"/>
                    <a:pt x="24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0"/>
            <p:cNvSpPr/>
            <p:nvPr/>
          </p:nvSpPr>
          <p:spPr>
            <a:xfrm>
              <a:off x="3777700" y="1607275"/>
              <a:ext cx="53200" cy="45050"/>
            </a:xfrm>
            <a:custGeom>
              <a:rect b="b" l="l" r="r" t="t"/>
              <a:pathLst>
                <a:path extrusionOk="0" h="1802" w="2128">
                  <a:moveTo>
                    <a:pt x="1055" y="1"/>
                  </a:moveTo>
                  <a:cubicBezTo>
                    <a:pt x="653" y="1"/>
                    <a:pt x="272" y="197"/>
                    <a:pt x="152" y="616"/>
                  </a:cubicBezTo>
                  <a:cubicBezTo>
                    <a:pt x="0" y="1193"/>
                    <a:pt x="365" y="1771"/>
                    <a:pt x="942" y="1801"/>
                  </a:cubicBezTo>
                  <a:cubicBezTo>
                    <a:pt x="1246" y="1801"/>
                    <a:pt x="1611" y="1740"/>
                    <a:pt x="1824" y="1467"/>
                  </a:cubicBezTo>
                  <a:cubicBezTo>
                    <a:pt x="2067" y="1224"/>
                    <a:pt x="2128" y="889"/>
                    <a:pt x="2006" y="585"/>
                  </a:cubicBezTo>
                  <a:cubicBezTo>
                    <a:pt x="1915" y="433"/>
                    <a:pt x="1824" y="281"/>
                    <a:pt x="1672" y="160"/>
                  </a:cubicBezTo>
                  <a:cubicBezTo>
                    <a:pt x="1484" y="55"/>
                    <a:pt x="1266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0"/>
            <p:cNvSpPr/>
            <p:nvPr/>
          </p:nvSpPr>
          <p:spPr>
            <a:xfrm>
              <a:off x="3464625" y="2089550"/>
              <a:ext cx="120850" cy="101600"/>
            </a:xfrm>
            <a:custGeom>
              <a:rect b="b" l="l" r="r" t="t"/>
              <a:pathLst>
                <a:path extrusionOk="0" h="4064" w="4834">
                  <a:moveTo>
                    <a:pt x="2470" y="0"/>
                  </a:moveTo>
                  <a:cubicBezTo>
                    <a:pt x="1559" y="0"/>
                    <a:pt x="673" y="454"/>
                    <a:pt x="395" y="1386"/>
                  </a:cubicBezTo>
                  <a:cubicBezTo>
                    <a:pt x="0" y="2662"/>
                    <a:pt x="912" y="3969"/>
                    <a:pt x="2249" y="4061"/>
                  </a:cubicBezTo>
                  <a:cubicBezTo>
                    <a:pt x="2294" y="4062"/>
                    <a:pt x="2339" y="4063"/>
                    <a:pt x="2385" y="4063"/>
                  </a:cubicBezTo>
                  <a:cubicBezTo>
                    <a:pt x="3075" y="4063"/>
                    <a:pt x="3799" y="3843"/>
                    <a:pt x="4256" y="3301"/>
                  </a:cubicBezTo>
                  <a:cubicBezTo>
                    <a:pt x="4772" y="2754"/>
                    <a:pt x="4833" y="1963"/>
                    <a:pt x="4620" y="1325"/>
                  </a:cubicBezTo>
                  <a:cubicBezTo>
                    <a:pt x="4468" y="930"/>
                    <a:pt x="4225" y="595"/>
                    <a:pt x="3860" y="383"/>
                  </a:cubicBezTo>
                  <a:cubicBezTo>
                    <a:pt x="3448" y="129"/>
                    <a:pt x="2955" y="0"/>
                    <a:pt x="24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0"/>
            <p:cNvSpPr/>
            <p:nvPr/>
          </p:nvSpPr>
          <p:spPr>
            <a:xfrm>
              <a:off x="3500325" y="21177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35" y="0"/>
                  </a:moveTo>
                  <a:cubicBezTo>
                    <a:pt x="640" y="0"/>
                    <a:pt x="270" y="192"/>
                    <a:pt x="153" y="623"/>
                  </a:cubicBezTo>
                  <a:cubicBezTo>
                    <a:pt x="1" y="1170"/>
                    <a:pt x="366" y="1747"/>
                    <a:pt x="943" y="1778"/>
                  </a:cubicBezTo>
                  <a:cubicBezTo>
                    <a:pt x="1247" y="1778"/>
                    <a:pt x="1612" y="1717"/>
                    <a:pt x="1825" y="1443"/>
                  </a:cubicBezTo>
                  <a:cubicBezTo>
                    <a:pt x="2068" y="1230"/>
                    <a:pt x="2128" y="866"/>
                    <a:pt x="2007" y="562"/>
                  </a:cubicBezTo>
                  <a:cubicBezTo>
                    <a:pt x="1916" y="410"/>
                    <a:pt x="1825" y="258"/>
                    <a:pt x="1673" y="167"/>
                  </a:cubicBezTo>
                  <a:cubicBezTo>
                    <a:pt x="1478" y="59"/>
                    <a:pt x="1253" y="0"/>
                    <a:pt x="1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0"/>
            <p:cNvSpPr/>
            <p:nvPr/>
          </p:nvSpPr>
          <p:spPr>
            <a:xfrm>
              <a:off x="3125700" y="213417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81" y="0"/>
                  </a:moveTo>
                  <a:cubicBezTo>
                    <a:pt x="1562" y="0"/>
                    <a:pt x="656" y="453"/>
                    <a:pt x="396" y="1394"/>
                  </a:cubicBezTo>
                  <a:cubicBezTo>
                    <a:pt x="1" y="2640"/>
                    <a:pt x="913" y="3978"/>
                    <a:pt x="2250" y="4069"/>
                  </a:cubicBezTo>
                  <a:cubicBezTo>
                    <a:pt x="2289" y="4071"/>
                    <a:pt x="2328" y="4071"/>
                    <a:pt x="2367" y="4071"/>
                  </a:cubicBezTo>
                  <a:cubicBezTo>
                    <a:pt x="3039" y="4071"/>
                    <a:pt x="3797" y="3826"/>
                    <a:pt x="4256" y="3309"/>
                  </a:cubicBezTo>
                  <a:cubicBezTo>
                    <a:pt x="4712" y="2762"/>
                    <a:pt x="4834" y="1972"/>
                    <a:pt x="4590" y="1333"/>
                  </a:cubicBezTo>
                  <a:cubicBezTo>
                    <a:pt x="4438" y="938"/>
                    <a:pt x="4226" y="604"/>
                    <a:pt x="3831" y="361"/>
                  </a:cubicBezTo>
                  <a:cubicBezTo>
                    <a:pt x="3436" y="122"/>
                    <a:pt x="2957" y="0"/>
                    <a:pt x="2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3160650" y="21633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56" y="0"/>
                  </a:moveTo>
                  <a:cubicBezTo>
                    <a:pt x="667" y="0"/>
                    <a:pt x="290" y="191"/>
                    <a:pt x="153" y="622"/>
                  </a:cubicBezTo>
                  <a:cubicBezTo>
                    <a:pt x="1" y="1169"/>
                    <a:pt x="396" y="1747"/>
                    <a:pt x="974" y="1777"/>
                  </a:cubicBezTo>
                  <a:cubicBezTo>
                    <a:pt x="1277" y="1777"/>
                    <a:pt x="1642" y="1716"/>
                    <a:pt x="1825" y="1443"/>
                  </a:cubicBezTo>
                  <a:cubicBezTo>
                    <a:pt x="2068" y="1230"/>
                    <a:pt x="2129" y="835"/>
                    <a:pt x="2037" y="561"/>
                  </a:cubicBezTo>
                  <a:cubicBezTo>
                    <a:pt x="1946" y="409"/>
                    <a:pt x="1825" y="258"/>
                    <a:pt x="1673" y="166"/>
                  </a:cubicBezTo>
                  <a:cubicBezTo>
                    <a:pt x="1489" y="58"/>
                    <a:pt x="1271" y="0"/>
                    <a:pt x="10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0"/>
            <p:cNvSpPr/>
            <p:nvPr/>
          </p:nvSpPr>
          <p:spPr>
            <a:xfrm>
              <a:off x="2926600" y="1967000"/>
              <a:ext cx="121625" cy="101800"/>
            </a:xfrm>
            <a:custGeom>
              <a:rect b="b" l="l" r="r" t="t"/>
              <a:pathLst>
                <a:path extrusionOk="0" h="4072" w="4865">
                  <a:moveTo>
                    <a:pt x="2466" y="0"/>
                  </a:moveTo>
                  <a:cubicBezTo>
                    <a:pt x="1546" y="0"/>
                    <a:pt x="646" y="453"/>
                    <a:pt x="366" y="1394"/>
                  </a:cubicBezTo>
                  <a:cubicBezTo>
                    <a:pt x="1" y="2640"/>
                    <a:pt x="882" y="3978"/>
                    <a:pt x="2220" y="4069"/>
                  </a:cubicBezTo>
                  <a:cubicBezTo>
                    <a:pt x="2260" y="4071"/>
                    <a:pt x="2301" y="4071"/>
                    <a:pt x="2342" y="4071"/>
                  </a:cubicBezTo>
                  <a:cubicBezTo>
                    <a:pt x="3036" y="4071"/>
                    <a:pt x="3768" y="3826"/>
                    <a:pt x="4256" y="3309"/>
                  </a:cubicBezTo>
                  <a:cubicBezTo>
                    <a:pt x="4743" y="2792"/>
                    <a:pt x="4864" y="2002"/>
                    <a:pt x="4591" y="1333"/>
                  </a:cubicBezTo>
                  <a:cubicBezTo>
                    <a:pt x="4439" y="938"/>
                    <a:pt x="4196" y="604"/>
                    <a:pt x="3831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2961575" y="1995800"/>
              <a:ext cx="53200" cy="44825"/>
            </a:xfrm>
            <a:custGeom>
              <a:rect b="b" l="l" r="r" t="t"/>
              <a:pathLst>
                <a:path extrusionOk="0" h="1793" w="2128">
                  <a:moveTo>
                    <a:pt x="1030" y="0"/>
                  </a:moveTo>
                  <a:cubicBezTo>
                    <a:pt x="637" y="0"/>
                    <a:pt x="269" y="197"/>
                    <a:pt x="152" y="607"/>
                  </a:cubicBezTo>
                  <a:cubicBezTo>
                    <a:pt x="0" y="1184"/>
                    <a:pt x="365" y="1762"/>
                    <a:pt x="942" y="1792"/>
                  </a:cubicBezTo>
                  <a:cubicBezTo>
                    <a:pt x="1246" y="1792"/>
                    <a:pt x="1642" y="1731"/>
                    <a:pt x="1824" y="1458"/>
                  </a:cubicBezTo>
                  <a:cubicBezTo>
                    <a:pt x="2098" y="1245"/>
                    <a:pt x="2128" y="850"/>
                    <a:pt x="2006" y="576"/>
                  </a:cubicBezTo>
                  <a:cubicBezTo>
                    <a:pt x="1946" y="424"/>
                    <a:pt x="1824" y="272"/>
                    <a:pt x="1672" y="181"/>
                  </a:cubicBezTo>
                  <a:cubicBezTo>
                    <a:pt x="1476" y="62"/>
                    <a:pt x="1249" y="0"/>
                    <a:pt x="10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4450950" y="2111375"/>
              <a:ext cx="120850" cy="101200"/>
            </a:xfrm>
            <a:custGeom>
              <a:rect b="b" l="l" r="r" t="t"/>
              <a:pathLst>
                <a:path extrusionOk="0" h="4048" w="4834">
                  <a:moveTo>
                    <a:pt x="2466" y="0"/>
                  </a:moveTo>
                  <a:cubicBezTo>
                    <a:pt x="1546" y="0"/>
                    <a:pt x="646" y="453"/>
                    <a:pt x="366" y="1394"/>
                  </a:cubicBezTo>
                  <a:cubicBezTo>
                    <a:pt x="1" y="2640"/>
                    <a:pt x="913" y="3978"/>
                    <a:pt x="2250" y="4039"/>
                  </a:cubicBezTo>
                  <a:cubicBezTo>
                    <a:pt x="2320" y="4045"/>
                    <a:pt x="2390" y="4048"/>
                    <a:pt x="2462" y="4048"/>
                  </a:cubicBezTo>
                  <a:cubicBezTo>
                    <a:pt x="3109" y="4048"/>
                    <a:pt x="3818" y="3799"/>
                    <a:pt x="4256" y="3279"/>
                  </a:cubicBezTo>
                  <a:cubicBezTo>
                    <a:pt x="4712" y="2792"/>
                    <a:pt x="4834" y="2002"/>
                    <a:pt x="4591" y="1333"/>
                  </a:cubicBezTo>
                  <a:cubicBezTo>
                    <a:pt x="4439" y="938"/>
                    <a:pt x="4226" y="604"/>
                    <a:pt x="3831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4485900" y="21405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49" y="0"/>
                  </a:moveTo>
                  <a:cubicBezTo>
                    <a:pt x="653" y="0"/>
                    <a:pt x="271" y="191"/>
                    <a:pt x="153" y="622"/>
                  </a:cubicBezTo>
                  <a:cubicBezTo>
                    <a:pt x="1" y="1170"/>
                    <a:pt x="396" y="1747"/>
                    <a:pt x="943" y="1777"/>
                  </a:cubicBezTo>
                  <a:cubicBezTo>
                    <a:pt x="1247" y="1777"/>
                    <a:pt x="1642" y="1717"/>
                    <a:pt x="1825" y="1443"/>
                  </a:cubicBezTo>
                  <a:cubicBezTo>
                    <a:pt x="2068" y="1230"/>
                    <a:pt x="2129" y="866"/>
                    <a:pt x="2007" y="562"/>
                  </a:cubicBezTo>
                  <a:cubicBezTo>
                    <a:pt x="1946" y="410"/>
                    <a:pt x="1825" y="258"/>
                    <a:pt x="1673" y="166"/>
                  </a:cubicBezTo>
                  <a:cubicBezTo>
                    <a:pt x="1489" y="58"/>
                    <a:pt x="1267" y="0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0"/>
            <p:cNvSpPr/>
            <p:nvPr/>
          </p:nvSpPr>
          <p:spPr>
            <a:xfrm>
              <a:off x="4640175" y="1900325"/>
              <a:ext cx="120075" cy="101600"/>
            </a:xfrm>
            <a:custGeom>
              <a:rect b="b" l="l" r="r" t="t"/>
              <a:pathLst>
                <a:path extrusionOk="0" h="4064" w="4803">
                  <a:moveTo>
                    <a:pt x="2440" y="1"/>
                  </a:moveTo>
                  <a:cubicBezTo>
                    <a:pt x="1528" y="1"/>
                    <a:pt x="643" y="454"/>
                    <a:pt x="365" y="1386"/>
                  </a:cubicBezTo>
                  <a:cubicBezTo>
                    <a:pt x="0" y="2663"/>
                    <a:pt x="882" y="4000"/>
                    <a:pt x="2219" y="4061"/>
                  </a:cubicBezTo>
                  <a:cubicBezTo>
                    <a:pt x="2264" y="4063"/>
                    <a:pt x="2309" y="4064"/>
                    <a:pt x="2355" y="4064"/>
                  </a:cubicBezTo>
                  <a:cubicBezTo>
                    <a:pt x="3045" y="4064"/>
                    <a:pt x="3771" y="3843"/>
                    <a:pt x="4256" y="3301"/>
                  </a:cubicBezTo>
                  <a:cubicBezTo>
                    <a:pt x="4712" y="2815"/>
                    <a:pt x="4803" y="2025"/>
                    <a:pt x="4590" y="1325"/>
                  </a:cubicBezTo>
                  <a:cubicBezTo>
                    <a:pt x="4438" y="961"/>
                    <a:pt x="4195" y="596"/>
                    <a:pt x="3830" y="383"/>
                  </a:cubicBezTo>
                  <a:cubicBezTo>
                    <a:pt x="3418" y="130"/>
                    <a:pt x="2925" y="1"/>
                    <a:pt x="24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0"/>
            <p:cNvSpPr/>
            <p:nvPr/>
          </p:nvSpPr>
          <p:spPr>
            <a:xfrm>
              <a:off x="4675125" y="1929475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55" y="1"/>
                  </a:moveTo>
                  <a:cubicBezTo>
                    <a:pt x="653" y="1"/>
                    <a:pt x="272" y="197"/>
                    <a:pt x="152" y="615"/>
                  </a:cubicBezTo>
                  <a:cubicBezTo>
                    <a:pt x="1" y="1193"/>
                    <a:pt x="365" y="1740"/>
                    <a:pt x="943" y="1801"/>
                  </a:cubicBezTo>
                  <a:cubicBezTo>
                    <a:pt x="1247" y="1801"/>
                    <a:pt x="1642" y="1710"/>
                    <a:pt x="1824" y="1436"/>
                  </a:cubicBezTo>
                  <a:cubicBezTo>
                    <a:pt x="2098" y="1223"/>
                    <a:pt x="2128" y="889"/>
                    <a:pt x="2007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84" y="55"/>
                    <a:pt x="1267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0"/>
            <p:cNvSpPr/>
            <p:nvPr/>
          </p:nvSpPr>
          <p:spPr>
            <a:xfrm>
              <a:off x="4860550" y="2507500"/>
              <a:ext cx="120075" cy="101575"/>
            </a:xfrm>
            <a:custGeom>
              <a:rect b="b" l="l" r="r" t="t"/>
              <a:pathLst>
                <a:path extrusionOk="0" h="4063" w="4803">
                  <a:moveTo>
                    <a:pt x="2439" y="0"/>
                  </a:moveTo>
                  <a:cubicBezTo>
                    <a:pt x="1528" y="0"/>
                    <a:pt x="642" y="453"/>
                    <a:pt x="365" y="1385"/>
                  </a:cubicBezTo>
                  <a:cubicBezTo>
                    <a:pt x="0" y="2662"/>
                    <a:pt x="882" y="3969"/>
                    <a:pt x="2219" y="4060"/>
                  </a:cubicBezTo>
                  <a:cubicBezTo>
                    <a:pt x="2264" y="4062"/>
                    <a:pt x="2309" y="4063"/>
                    <a:pt x="2354" y="4063"/>
                  </a:cubicBezTo>
                  <a:cubicBezTo>
                    <a:pt x="3045" y="4063"/>
                    <a:pt x="3769" y="3842"/>
                    <a:pt x="4225" y="3300"/>
                  </a:cubicBezTo>
                  <a:cubicBezTo>
                    <a:pt x="4711" y="2753"/>
                    <a:pt x="4803" y="1963"/>
                    <a:pt x="4590" y="1325"/>
                  </a:cubicBezTo>
                  <a:cubicBezTo>
                    <a:pt x="4438" y="929"/>
                    <a:pt x="4195" y="595"/>
                    <a:pt x="3830" y="382"/>
                  </a:cubicBezTo>
                  <a:cubicBezTo>
                    <a:pt x="3418" y="129"/>
                    <a:pt x="2925" y="0"/>
                    <a:pt x="24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0"/>
            <p:cNvSpPr/>
            <p:nvPr/>
          </p:nvSpPr>
          <p:spPr>
            <a:xfrm>
              <a:off x="4895500" y="2536625"/>
              <a:ext cx="52450" cy="45025"/>
            </a:xfrm>
            <a:custGeom>
              <a:rect b="b" l="l" r="r" t="t"/>
              <a:pathLst>
                <a:path extrusionOk="0" h="1801" w="2098">
                  <a:moveTo>
                    <a:pt x="1055" y="1"/>
                  </a:moveTo>
                  <a:cubicBezTo>
                    <a:pt x="653" y="1"/>
                    <a:pt x="272" y="197"/>
                    <a:pt x="152" y="615"/>
                  </a:cubicBezTo>
                  <a:cubicBezTo>
                    <a:pt x="0" y="1193"/>
                    <a:pt x="365" y="1740"/>
                    <a:pt x="943" y="1801"/>
                  </a:cubicBezTo>
                  <a:cubicBezTo>
                    <a:pt x="1246" y="1801"/>
                    <a:pt x="1642" y="1710"/>
                    <a:pt x="1824" y="1436"/>
                  </a:cubicBezTo>
                  <a:cubicBezTo>
                    <a:pt x="2037" y="1193"/>
                    <a:pt x="2098" y="828"/>
                    <a:pt x="2006" y="585"/>
                  </a:cubicBezTo>
                  <a:cubicBezTo>
                    <a:pt x="1946" y="433"/>
                    <a:pt x="1824" y="281"/>
                    <a:pt x="1672" y="160"/>
                  </a:cubicBezTo>
                  <a:cubicBezTo>
                    <a:pt x="1484" y="55"/>
                    <a:pt x="1266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0"/>
            <p:cNvSpPr/>
            <p:nvPr/>
          </p:nvSpPr>
          <p:spPr>
            <a:xfrm>
              <a:off x="5207800" y="238492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66" y="1"/>
                  </a:moveTo>
                  <a:cubicBezTo>
                    <a:pt x="1546" y="1"/>
                    <a:pt x="646" y="454"/>
                    <a:pt x="366" y="1395"/>
                  </a:cubicBezTo>
                  <a:cubicBezTo>
                    <a:pt x="1" y="2641"/>
                    <a:pt x="913" y="3978"/>
                    <a:pt x="2250" y="4069"/>
                  </a:cubicBezTo>
                  <a:cubicBezTo>
                    <a:pt x="2289" y="4071"/>
                    <a:pt x="2328" y="4072"/>
                    <a:pt x="2367" y="4072"/>
                  </a:cubicBezTo>
                  <a:cubicBezTo>
                    <a:pt x="3039" y="4072"/>
                    <a:pt x="3797" y="3826"/>
                    <a:pt x="4256" y="3310"/>
                  </a:cubicBezTo>
                  <a:cubicBezTo>
                    <a:pt x="4743" y="2793"/>
                    <a:pt x="4834" y="2003"/>
                    <a:pt x="4591" y="1334"/>
                  </a:cubicBezTo>
                  <a:cubicBezTo>
                    <a:pt x="4439" y="939"/>
                    <a:pt x="4226" y="604"/>
                    <a:pt x="3831" y="361"/>
                  </a:cubicBezTo>
                  <a:cubicBezTo>
                    <a:pt x="3426" y="123"/>
                    <a:pt x="2943" y="1"/>
                    <a:pt x="24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0"/>
            <p:cNvSpPr/>
            <p:nvPr/>
          </p:nvSpPr>
          <p:spPr>
            <a:xfrm>
              <a:off x="5242775" y="2414100"/>
              <a:ext cx="53200" cy="44450"/>
            </a:xfrm>
            <a:custGeom>
              <a:rect b="b" l="l" r="r" t="t"/>
              <a:pathLst>
                <a:path extrusionOk="0" h="1778" w="2128">
                  <a:moveTo>
                    <a:pt x="1055" y="1"/>
                  </a:moveTo>
                  <a:cubicBezTo>
                    <a:pt x="666" y="1"/>
                    <a:pt x="289" y="192"/>
                    <a:pt x="152" y="623"/>
                  </a:cubicBezTo>
                  <a:cubicBezTo>
                    <a:pt x="0" y="1170"/>
                    <a:pt x="395" y="1747"/>
                    <a:pt x="973" y="1778"/>
                  </a:cubicBezTo>
                  <a:cubicBezTo>
                    <a:pt x="1277" y="1778"/>
                    <a:pt x="1641" y="1717"/>
                    <a:pt x="1824" y="1443"/>
                  </a:cubicBezTo>
                  <a:cubicBezTo>
                    <a:pt x="2097" y="1231"/>
                    <a:pt x="2128" y="866"/>
                    <a:pt x="2037" y="562"/>
                  </a:cubicBezTo>
                  <a:cubicBezTo>
                    <a:pt x="1945" y="410"/>
                    <a:pt x="1824" y="258"/>
                    <a:pt x="1672" y="167"/>
                  </a:cubicBezTo>
                  <a:cubicBezTo>
                    <a:pt x="1488" y="59"/>
                    <a:pt x="1270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0"/>
            <p:cNvSpPr/>
            <p:nvPr/>
          </p:nvSpPr>
          <p:spPr>
            <a:xfrm>
              <a:off x="5370425" y="2089550"/>
              <a:ext cx="121600" cy="101600"/>
            </a:xfrm>
            <a:custGeom>
              <a:rect b="b" l="l" r="r" t="t"/>
              <a:pathLst>
                <a:path extrusionOk="0" h="4064" w="4864">
                  <a:moveTo>
                    <a:pt x="2440" y="0"/>
                  </a:moveTo>
                  <a:cubicBezTo>
                    <a:pt x="1529" y="0"/>
                    <a:pt x="643" y="454"/>
                    <a:pt x="365" y="1386"/>
                  </a:cubicBezTo>
                  <a:cubicBezTo>
                    <a:pt x="1" y="2662"/>
                    <a:pt x="912" y="3969"/>
                    <a:pt x="2219" y="4061"/>
                  </a:cubicBezTo>
                  <a:cubicBezTo>
                    <a:pt x="2264" y="4062"/>
                    <a:pt x="2310" y="4063"/>
                    <a:pt x="2355" y="4063"/>
                  </a:cubicBezTo>
                  <a:cubicBezTo>
                    <a:pt x="3045" y="4063"/>
                    <a:pt x="3771" y="3843"/>
                    <a:pt x="4256" y="3301"/>
                  </a:cubicBezTo>
                  <a:cubicBezTo>
                    <a:pt x="4742" y="2754"/>
                    <a:pt x="4864" y="1963"/>
                    <a:pt x="4590" y="1325"/>
                  </a:cubicBezTo>
                  <a:cubicBezTo>
                    <a:pt x="4438" y="930"/>
                    <a:pt x="4226" y="595"/>
                    <a:pt x="3830" y="383"/>
                  </a:cubicBezTo>
                  <a:cubicBezTo>
                    <a:pt x="3418" y="129"/>
                    <a:pt x="2926" y="0"/>
                    <a:pt x="24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0"/>
            <p:cNvSpPr/>
            <p:nvPr/>
          </p:nvSpPr>
          <p:spPr>
            <a:xfrm>
              <a:off x="5406150" y="2117750"/>
              <a:ext cx="52450" cy="44450"/>
            </a:xfrm>
            <a:custGeom>
              <a:rect b="b" l="l" r="r" t="t"/>
              <a:pathLst>
                <a:path extrusionOk="0" h="1778" w="2098">
                  <a:moveTo>
                    <a:pt x="1055" y="0"/>
                  </a:moveTo>
                  <a:cubicBezTo>
                    <a:pt x="666" y="0"/>
                    <a:pt x="289" y="192"/>
                    <a:pt x="152" y="623"/>
                  </a:cubicBezTo>
                  <a:cubicBezTo>
                    <a:pt x="0" y="1170"/>
                    <a:pt x="395" y="1747"/>
                    <a:pt x="973" y="1778"/>
                  </a:cubicBezTo>
                  <a:cubicBezTo>
                    <a:pt x="1277" y="1778"/>
                    <a:pt x="1642" y="1717"/>
                    <a:pt x="1824" y="1443"/>
                  </a:cubicBezTo>
                  <a:cubicBezTo>
                    <a:pt x="2067" y="1230"/>
                    <a:pt x="2097" y="866"/>
                    <a:pt x="2037" y="562"/>
                  </a:cubicBezTo>
                  <a:cubicBezTo>
                    <a:pt x="1946" y="410"/>
                    <a:pt x="1824" y="258"/>
                    <a:pt x="1672" y="167"/>
                  </a:cubicBezTo>
                  <a:cubicBezTo>
                    <a:pt x="1488" y="59"/>
                    <a:pt x="1270" y="0"/>
                    <a:pt x="10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0"/>
            <p:cNvSpPr/>
            <p:nvPr/>
          </p:nvSpPr>
          <p:spPr>
            <a:xfrm>
              <a:off x="5628800" y="2151125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47" y="1"/>
                  </a:moveTo>
                  <a:cubicBezTo>
                    <a:pt x="1533" y="1"/>
                    <a:pt x="643" y="461"/>
                    <a:pt x="365" y="1415"/>
                  </a:cubicBezTo>
                  <a:cubicBezTo>
                    <a:pt x="0" y="2661"/>
                    <a:pt x="912" y="3999"/>
                    <a:pt x="2249" y="4060"/>
                  </a:cubicBezTo>
                  <a:cubicBezTo>
                    <a:pt x="2292" y="4061"/>
                    <a:pt x="2336" y="4062"/>
                    <a:pt x="2380" y="4062"/>
                  </a:cubicBezTo>
                  <a:cubicBezTo>
                    <a:pt x="3048" y="4062"/>
                    <a:pt x="3799" y="3842"/>
                    <a:pt x="4256" y="3300"/>
                  </a:cubicBezTo>
                  <a:cubicBezTo>
                    <a:pt x="4711" y="2813"/>
                    <a:pt x="4833" y="2023"/>
                    <a:pt x="4590" y="1324"/>
                  </a:cubicBezTo>
                  <a:cubicBezTo>
                    <a:pt x="4438" y="959"/>
                    <a:pt x="4225" y="595"/>
                    <a:pt x="3830" y="382"/>
                  </a:cubicBezTo>
                  <a:cubicBezTo>
                    <a:pt x="3420" y="129"/>
                    <a:pt x="2930" y="1"/>
                    <a:pt x="24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0"/>
            <p:cNvSpPr/>
            <p:nvPr/>
          </p:nvSpPr>
          <p:spPr>
            <a:xfrm>
              <a:off x="5663750" y="2180250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68" y="0"/>
                  </a:moveTo>
                  <a:cubicBezTo>
                    <a:pt x="666" y="0"/>
                    <a:pt x="272" y="197"/>
                    <a:pt x="152" y="615"/>
                  </a:cubicBezTo>
                  <a:cubicBezTo>
                    <a:pt x="0" y="1192"/>
                    <a:pt x="395" y="1770"/>
                    <a:pt x="943" y="1800"/>
                  </a:cubicBezTo>
                  <a:cubicBezTo>
                    <a:pt x="1247" y="1800"/>
                    <a:pt x="1642" y="1709"/>
                    <a:pt x="1824" y="1466"/>
                  </a:cubicBezTo>
                  <a:cubicBezTo>
                    <a:pt x="2098" y="1223"/>
                    <a:pt x="2128" y="858"/>
                    <a:pt x="2006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0"/>
            <p:cNvSpPr/>
            <p:nvPr/>
          </p:nvSpPr>
          <p:spPr>
            <a:xfrm>
              <a:off x="5786850" y="240772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96" y="1"/>
                  </a:moveTo>
                  <a:cubicBezTo>
                    <a:pt x="1576" y="1"/>
                    <a:pt x="676" y="454"/>
                    <a:pt x="396" y="1395"/>
                  </a:cubicBezTo>
                  <a:cubicBezTo>
                    <a:pt x="0" y="2641"/>
                    <a:pt x="912" y="3978"/>
                    <a:pt x="2250" y="4069"/>
                  </a:cubicBezTo>
                  <a:cubicBezTo>
                    <a:pt x="2290" y="4071"/>
                    <a:pt x="2331" y="4072"/>
                    <a:pt x="2371" y="4072"/>
                  </a:cubicBezTo>
                  <a:cubicBezTo>
                    <a:pt x="3066" y="4072"/>
                    <a:pt x="3796" y="3826"/>
                    <a:pt x="4256" y="3309"/>
                  </a:cubicBezTo>
                  <a:cubicBezTo>
                    <a:pt x="4742" y="2762"/>
                    <a:pt x="4833" y="1972"/>
                    <a:pt x="4621" y="1334"/>
                  </a:cubicBezTo>
                  <a:cubicBezTo>
                    <a:pt x="4469" y="939"/>
                    <a:pt x="4225" y="604"/>
                    <a:pt x="3861" y="361"/>
                  </a:cubicBezTo>
                  <a:cubicBezTo>
                    <a:pt x="3456" y="122"/>
                    <a:pt x="2973" y="1"/>
                    <a:pt x="24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0"/>
            <p:cNvSpPr/>
            <p:nvPr/>
          </p:nvSpPr>
          <p:spPr>
            <a:xfrm>
              <a:off x="5822575" y="2435575"/>
              <a:ext cx="53200" cy="45025"/>
            </a:xfrm>
            <a:custGeom>
              <a:rect b="b" l="l" r="r" t="t"/>
              <a:pathLst>
                <a:path extrusionOk="0" h="1801" w="2128">
                  <a:moveTo>
                    <a:pt x="1055" y="0"/>
                  </a:moveTo>
                  <a:cubicBezTo>
                    <a:pt x="652" y="0"/>
                    <a:pt x="272" y="196"/>
                    <a:pt x="152" y="615"/>
                  </a:cubicBezTo>
                  <a:cubicBezTo>
                    <a:pt x="0" y="1192"/>
                    <a:pt x="365" y="1770"/>
                    <a:pt x="942" y="1800"/>
                  </a:cubicBezTo>
                  <a:cubicBezTo>
                    <a:pt x="1246" y="1800"/>
                    <a:pt x="1641" y="1740"/>
                    <a:pt x="1824" y="1466"/>
                  </a:cubicBezTo>
                  <a:cubicBezTo>
                    <a:pt x="2097" y="1223"/>
                    <a:pt x="2128" y="888"/>
                    <a:pt x="2006" y="584"/>
                  </a:cubicBezTo>
                  <a:cubicBezTo>
                    <a:pt x="1945" y="432"/>
                    <a:pt x="1824" y="281"/>
                    <a:pt x="1672" y="159"/>
                  </a:cubicBezTo>
                  <a:cubicBezTo>
                    <a:pt x="1483" y="54"/>
                    <a:pt x="1266" y="0"/>
                    <a:pt x="10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0"/>
            <p:cNvSpPr/>
            <p:nvPr/>
          </p:nvSpPr>
          <p:spPr>
            <a:xfrm>
              <a:off x="6293700" y="2334275"/>
              <a:ext cx="120850" cy="101550"/>
            </a:xfrm>
            <a:custGeom>
              <a:rect b="b" l="l" r="r" t="t"/>
              <a:pathLst>
                <a:path extrusionOk="0" h="4062" w="4834">
                  <a:moveTo>
                    <a:pt x="2447" y="0"/>
                  </a:moveTo>
                  <a:cubicBezTo>
                    <a:pt x="1533" y="0"/>
                    <a:pt x="643" y="460"/>
                    <a:pt x="365" y="1415"/>
                  </a:cubicBezTo>
                  <a:cubicBezTo>
                    <a:pt x="0" y="2661"/>
                    <a:pt x="912" y="3998"/>
                    <a:pt x="2250" y="4059"/>
                  </a:cubicBezTo>
                  <a:cubicBezTo>
                    <a:pt x="2293" y="4061"/>
                    <a:pt x="2336" y="4062"/>
                    <a:pt x="2380" y="4062"/>
                  </a:cubicBezTo>
                  <a:cubicBezTo>
                    <a:pt x="3049" y="4062"/>
                    <a:pt x="3799" y="3841"/>
                    <a:pt x="4256" y="3299"/>
                  </a:cubicBezTo>
                  <a:cubicBezTo>
                    <a:pt x="4712" y="2782"/>
                    <a:pt x="4833" y="1992"/>
                    <a:pt x="4590" y="1323"/>
                  </a:cubicBezTo>
                  <a:cubicBezTo>
                    <a:pt x="4438" y="959"/>
                    <a:pt x="4225" y="624"/>
                    <a:pt x="3830" y="381"/>
                  </a:cubicBezTo>
                  <a:cubicBezTo>
                    <a:pt x="3420" y="129"/>
                    <a:pt x="2930" y="0"/>
                    <a:pt x="24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0"/>
            <p:cNvSpPr/>
            <p:nvPr/>
          </p:nvSpPr>
          <p:spPr>
            <a:xfrm>
              <a:off x="6328650" y="2362625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69" y="0"/>
                  </a:moveTo>
                  <a:cubicBezTo>
                    <a:pt x="666" y="0"/>
                    <a:pt x="272" y="196"/>
                    <a:pt x="153" y="615"/>
                  </a:cubicBezTo>
                  <a:cubicBezTo>
                    <a:pt x="1" y="1192"/>
                    <a:pt x="396" y="1770"/>
                    <a:pt x="943" y="1800"/>
                  </a:cubicBezTo>
                  <a:cubicBezTo>
                    <a:pt x="1247" y="1800"/>
                    <a:pt x="1642" y="1709"/>
                    <a:pt x="1824" y="1436"/>
                  </a:cubicBezTo>
                  <a:cubicBezTo>
                    <a:pt x="2067" y="1223"/>
                    <a:pt x="2128" y="888"/>
                    <a:pt x="2007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0"/>
            <p:cNvSpPr/>
            <p:nvPr/>
          </p:nvSpPr>
          <p:spPr>
            <a:xfrm>
              <a:off x="6511775" y="2018150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78" y="1"/>
                  </a:moveTo>
                  <a:cubicBezTo>
                    <a:pt x="1564" y="1"/>
                    <a:pt x="674" y="461"/>
                    <a:pt x="396" y="1415"/>
                  </a:cubicBezTo>
                  <a:cubicBezTo>
                    <a:pt x="1" y="2661"/>
                    <a:pt x="913" y="3999"/>
                    <a:pt x="2250" y="4059"/>
                  </a:cubicBezTo>
                  <a:cubicBezTo>
                    <a:pt x="2295" y="4061"/>
                    <a:pt x="2340" y="4062"/>
                    <a:pt x="2386" y="4062"/>
                  </a:cubicBezTo>
                  <a:cubicBezTo>
                    <a:pt x="3076" y="4062"/>
                    <a:pt x="3800" y="3841"/>
                    <a:pt x="4256" y="3300"/>
                  </a:cubicBezTo>
                  <a:cubicBezTo>
                    <a:pt x="4712" y="2783"/>
                    <a:pt x="4834" y="1962"/>
                    <a:pt x="4621" y="1324"/>
                  </a:cubicBezTo>
                  <a:cubicBezTo>
                    <a:pt x="4469" y="959"/>
                    <a:pt x="4226" y="594"/>
                    <a:pt x="3861" y="382"/>
                  </a:cubicBezTo>
                  <a:cubicBezTo>
                    <a:pt x="3451" y="129"/>
                    <a:pt x="2961" y="1"/>
                    <a:pt x="24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0"/>
            <p:cNvSpPr/>
            <p:nvPr/>
          </p:nvSpPr>
          <p:spPr>
            <a:xfrm>
              <a:off x="6547500" y="2046500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55" y="1"/>
                  </a:moveTo>
                  <a:cubicBezTo>
                    <a:pt x="653" y="1"/>
                    <a:pt x="272" y="197"/>
                    <a:pt x="153" y="615"/>
                  </a:cubicBezTo>
                  <a:cubicBezTo>
                    <a:pt x="1" y="1193"/>
                    <a:pt x="365" y="1740"/>
                    <a:pt x="943" y="1801"/>
                  </a:cubicBezTo>
                  <a:cubicBezTo>
                    <a:pt x="1247" y="1801"/>
                    <a:pt x="1612" y="1710"/>
                    <a:pt x="1824" y="1436"/>
                  </a:cubicBezTo>
                  <a:cubicBezTo>
                    <a:pt x="2067" y="1223"/>
                    <a:pt x="2128" y="889"/>
                    <a:pt x="2007" y="585"/>
                  </a:cubicBezTo>
                  <a:cubicBezTo>
                    <a:pt x="1915" y="433"/>
                    <a:pt x="1824" y="281"/>
                    <a:pt x="1672" y="159"/>
                  </a:cubicBezTo>
                  <a:cubicBezTo>
                    <a:pt x="1484" y="55"/>
                    <a:pt x="1267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0"/>
            <p:cNvSpPr/>
            <p:nvPr/>
          </p:nvSpPr>
          <p:spPr>
            <a:xfrm>
              <a:off x="4169800" y="2162525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47" y="1"/>
                  </a:moveTo>
                  <a:cubicBezTo>
                    <a:pt x="1533" y="1"/>
                    <a:pt x="643" y="461"/>
                    <a:pt x="365" y="1415"/>
                  </a:cubicBezTo>
                  <a:cubicBezTo>
                    <a:pt x="0" y="2661"/>
                    <a:pt x="912" y="3999"/>
                    <a:pt x="2219" y="4060"/>
                  </a:cubicBezTo>
                  <a:cubicBezTo>
                    <a:pt x="2264" y="4061"/>
                    <a:pt x="2309" y="4062"/>
                    <a:pt x="2355" y="4062"/>
                  </a:cubicBezTo>
                  <a:cubicBezTo>
                    <a:pt x="3045" y="4062"/>
                    <a:pt x="3771" y="3842"/>
                    <a:pt x="4256" y="3300"/>
                  </a:cubicBezTo>
                  <a:cubicBezTo>
                    <a:pt x="4712" y="2783"/>
                    <a:pt x="4833" y="1962"/>
                    <a:pt x="4590" y="1324"/>
                  </a:cubicBezTo>
                  <a:cubicBezTo>
                    <a:pt x="4438" y="959"/>
                    <a:pt x="4225" y="594"/>
                    <a:pt x="3830" y="382"/>
                  </a:cubicBezTo>
                  <a:cubicBezTo>
                    <a:pt x="3420" y="129"/>
                    <a:pt x="2930" y="1"/>
                    <a:pt x="24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0"/>
            <p:cNvSpPr/>
            <p:nvPr/>
          </p:nvSpPr>
          <p:spPr>
            <a:xfrm>
              <a:off x="4204750" y="2191650"/>
              <a:ext cx="52450" cy="45025"/>
            </a:xfrm>
            <a:custGeom>
              <a:rect b="b" l="l" r="r" t="t"/>
              <a:pathLst>
                <a:path extrusionOk="0" h="1801" w="2098">
                  <a:moveTo>
                    <a:pt x="1069" y="0"/>
                  </a:moveTo>
                  <a:cubicBezTo>
                    <a:pt x="666" y="0"/>
                    <a:pt x="272" y="196"/>
                    <a:pt x="153" y="615"/>
                  </a:cubicBezTo>
                  <a:cubicBezTo>
                    <a:pt x="1" y="1192"/>
                    <a:pt x="396" y="1770"/>
                    <a:pt x="943" y="1800"/>
                  </a:cubicBezTo>
                  <a:cubicBezTo>
                    <a:pt x="1247" y="1800"/>
                    <a:pt x="1642" y="1709"/>
                    <a:pt x="1824" y="1436"/>
                  </a:cubicBezTo>
                  <a:cubicBezTo>
                    <a:pt x="2067" y="1223"/>
                    <a:pt x="2098" y="858"/>
                    <a:pt x="2007" y="584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21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524" name="Google Shape;524;p21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6" name="Google Shape;526;p21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527" name="Google Shape;527;p21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9" name="Google Shape;529;p21"/>
          <p:cNvSpPr txBox="1"/>
          <p:nvPr>
            <p:ph type="title"/>
          </p:nvPr>
        </p:nvSpPr>
        <p:spPr>
          <a:xfrm>
            <a:off x="720006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0" name="Google Shape;530;p21"/>
          <p:cNvSpPr txBox="1"/>
          <p:nvPr>
            <p:ph idx="2" type="title"/>
          </p:nvPr>
        </p:nvSpPr>
        <p:spPr>
          <a:xfrm>
            <a:off x="3440406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1" name="Google Shape;531;p21"/>
          <p:cNvSpPr txBox="1"/>
          <p:nvPr>
            <p:ph idx="1" type="subTitle"/>
          </p:nvPr>
        </p:nvSpPr>
        <p:spPr>
          <a:xfrm>
            <a:off x="720013" y="20352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2" name="Google Shape;532;p21"/>
          <p:cNvSpPr txBox="1"/>
          <p:nvPr>
            <p:ph idx="3" type="subTitle"/>
          </p:nvPr>
        </p:nvSpPr>
        <p:spPr>
          <a:xfrm>
            <a:off x="3440401" y="20352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3" name="Google Shape;533;p21"/>
          <p:cNvSpPr txBox="1"/>
          <p:nvPr>
            <p:ph idx="4" type="title"/>
          </p:nvPr>
        </p:nvSpPr>
        <p:spPr>
          <a:xfrm>
            <a:off x="720006" y="27632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4" name="Google Shape;534;p21"/>
          <p:cNvSpPr txBox="1"/>
          <p:nvPr>
            <p:ph idx="5" type="title"/>
          </p:nvPr>
        </p:nvSpPr>
        <p:spPr>
          <a:xfrm>
            <a:off x="3440394" y="27632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5" name="Google Shape;535;p21"/>
          <p:cNvSpPr txBox="1"/>
          <p:nvPr>
            <p:ph idx="6" type="subTitle"/>
          </p:nvPr>
        </p:nvSpPr>
        <p:spPr>
          <a:xfrm>
            <a:off x="720013" y="31025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6" name="Google Shape;536;p21"/>
          <p:cNvSpPr txBox="1"/>
          <p:nvPr>
            <p:ph idx="7" type="subTitle"/>
          </p:nvPr>
        </p:nvSpPr>
        <p:spPr>
          <a:xfrm>
            <a:off x="3440401" y="31025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7" name="Google Shape;537;p21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8" name="Google Shape;538;p21"/>
          <p:cNvSpPr txBox="1"/>
          <p:nvPr>
            <p:ph idx="9" type="title"/>
          </p:nvPr>
        </p:nvSpPr>
        <p:spPr>
          <a:xfrm>
            <a:off x="6160938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9" name="Google Shape;539;p21"/>
          <p:cNvSpPr txBox="1"/>
          <p:nvPr>
            <p:ph idx="13" type="subTitle"/>
          </p:nvPr>
        </p:nvSpPr>
        <p:spPr>
          <a:xfrm>
            <a:off x="6160945" y="20352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0" name="Google Shape;540;p21"/>
          <p:cNvSpPr txBox="1"/>
          <p:nvPr>
            <p:ph idx="14" type="title"/>
          </p:nvPr>
        </p:nvSpPr>
        <p:spPr>
          <a:xfrm>
            <a:off x="6160938" y="27632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1" name="Google Shape;541;p21"/>
          <p:cNvSpPr txBox="1"/>
          <p:nvPr>
            <p:ph idx="15" type="subTitle"/>
          </p:nvPr>
        </p:nvSpPr>
        <p:spPr>
          <a:xfrm>
            <a:off x="6160945" y="31025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2" name="Google Shape;5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43" name="Google Shape;543;p21"/>
          <p:cNvGrpSpPr/>
          <p:nvPr/>
        </p:nvGrpSpPr>
        <p:grpSpPr>
          <a:xfrm rot="10800000">
            <a:off x="7879173" y="100052"/>
            <a:ext cx="1891143" cy="2921210"/>
            <a:chOff x="7864023" y="121502"/>
            <a:chExt cx="1891143" cy="2921210"/>
          </a:xfrm>
        </p:grpSpPr>
        <p:sp>
          <p:nvSpPr>
            <p:cNvPr id="544" name="Google Shape;544;p21"/>
            <p:cNvSpPr/>
            <p:nvPr/>
          </p:nvSpPr>
          <p:spPr>
            <a:xfrm rot="6508762">
              <a:off x="7452925" y="1036930"/>
              <a:ext cx="2713340" cy="1087171"/>
            </a:xfrm>
            <a:custGeom>
              <a:rect b="b" l="l" r="r" t="t"/>
              <a:pathLst>
                <a:path extrusionOk="0" h="96932" w="241921">
                  <a:moveTo>
                    <a:pt x="240826" y="0"/>
                  </a:moveTo>
                  <a:lnTo>
                    <a:pt x="224899" y="15928"/>
                  </a:lnTo>
                  <a:lnTo>
                    <a:pt x="207907" y="15928"/>
                  </a:lnTo>
                  <a:lnTo>
                    <a:pt x="186083" y="37752"/>
                  </a:lnTo>
                  <a:lnTo>
                    <a:pt x="166265" y="37752"/>
                  </a:lnTo>
                  <a:lnTo>
                    <a:pt x="154988" y="49059"/>
                  </a:lnTo>
                  <a:lnTo>
                    <a:pt x="129365" y="49059"/>
                  </a:lnTo>
                  <a:lnTo>
                    <a:pt x="112617" y="65807"/>
                  </a:lnTo>
                  <a:lnTo>
                    <a:pt x="99182" y="65807"/>
                  </a:lnTo>
                  <a:lnTo>
                    <a:pt x="92252" y="58877"/>
                  </a:lnTo>
                  <a:lnTo>
                    <a:pt x="64014" y="58877"/>
                  </a:lnTo>
                  <a:lnTo>
                    <a:pt x="47448" y="75442"/>
                  </a:lnTo>
                  <a:lnTo>
                    <a:pt x="20366" y="75442"/>
                  </a:lnTo>
                  <a:lnTo>
                    <a:pt x="1" y="95807"/>
                  </a:lnTo>
                  <a:lnTo>
                    <a:pt x="1065" y="96932"/>
                  </a:lnTo>
                  <a:lnTo>
                    <a:pt x="20974" y="76962"/>
                  </a:lnTo>
                  <a:lnTo>
                    <a:pt x="48056" y="76962"/>
                  </a:lnTo>
                  <a:lnTo>
                    <a:pt x="64622" y="60396"/>
                  </a:lnTo>
                  <a:lnTo>
                    <a:pt x="91644" y="60396"/>
                  </a:lnTo>
                  <a:lnTo>
                    <a:pt x="98513" y="67327"/>
                  </a:lnTo>
                  <a:lnTo>
                    <a:pt x="113225" y="67327"/>
                  </a:lnTo>
                  <a:lnTo>
                    <a:pt x="129973" y="50579"/>
                  </a:lnTo>
                  <a:lnTo>
                    <a:pt x="155596" y="50579"/>
                  </a:lnTo>
                  <a:lnTo>
                    <a:pt x="166904" y="39271"/>
                  </a:lnTo>
                  <a:lnTo>
                    <a:pt x="186752" y="39271"/>
                  </a:lnTo>
                  <a:lnTo>
                    <a:pt x="208546" y="17447"/>
                  </a:lnTo>
                  <a:lnTo>
                    <a:pt x="225506" y="17447"/>
                  </a:lnTo>
                  <a:lnTo>
                    <a:pt x="241920" y="1064"/>
                  </a:lnTo>
                  <a:lnTo>
                    <a:pt x="240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1"/>
            <p:cNvSpPr/>
            <p:nvPr/>
          </p:nvSpPr>
          <p:spPr>
            <a:xfrm rot="6508762">
              <a:off x="8821528" y="2937998"/>
              <a:ext cx="92048" cy="92732"/>
            </a:xfrm>
            <a:custGeom>
              <a:rect b="b" l="l" r="r" t="t"/>
              <a:pathLst>
                <a:path extrusionOk="0" h="8268" w="8207">
                  <a:moveTo>
                    <a:pt x="0" y="0"/>
                  </a:moveTo>
                  <a:lnTo>
                    <a:pt x="0" y="1520"/>
                  </a:lnTo>
                  <a:lnTo>
                    <a:pt x="6687" y="1520"/>
                  </a:lnTo>
                  <a:lnTo>
                    <a:pt x="6687" y="8268"/>
                  </a:lnTo>
                  <a:lnTo>
                    <a:pt x="8207" y="8268"/>
                  </a:lnTo>
                  <a:lnTo>
                    <a:pt x="82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1"/>
            <p:cNvSpPr/>
            <p:nvPr/>
          </p:nvSpPr>
          <p:spPr>
            <a:xfrm rot="6508762">
              <a:off x="8722826" y="666647"/>
              <a:ext cx="97847" cy="82874"/>
            </a:xfrm>
            <a:custGeom>
              <a:rect b="b" l="l" r="r" t="t"/>
              <a:pathLst>
                <a:path extrusionOk="0" h="7389" w="8724">
                  <a:moveTo>
                    <a:pt x="4506" y="0"/>
                  </a:moveTo>
                  <a:cubicBezTo>
                    <a:pt x="2845" y="0"/>
                    <a:pt x="1209" y="832"/>
                    <a:pt x="669" y="2574"/>
                  </a:cubicBezTo>
                  <a:cubicBezTo>
                    <a:pt x="0" y="4854"/>
                    <a:pt x="1672" y="7285"/>
                    <a:pt x="4012" y="7377"/>
                  </a:cubicBezTo>
                  <a:cubicBezTo>
                    <a:pt x="4127" y="7385"/>
                    <a:pt x="4243" y="7389"/>
                    <a:pt x="4360" y="7389"/>
                  </a:cubicBezTo>
                  <a:cubicBezTo>
                    <a:pt x="5567" y="7389"/>
                    <a:pt x="6828" y="6957"/>
                    <a:pt x="7660" y="6070"/>
                  </a:cubicBezTo>
                  <a:cubicBezTo>
                    <a:pt x="8541" y="5036"/>
                    <a:pt x="8724" y="3577"/>
                    <a:pt x="8329" y="2361"/>
                  </a:cubicBezTo>
                  <a:cubicBezTo>
                    <a:pt x="8055" y="1693"/>
                    <a:pt x="7599" y="1054"/>
                    <a:pt x="6961" y="659"/>
                  </a:cubicBezTo>
                  <a:cubicBezTo>
                    <a:pt x="6235" y="223"/>
                    <a:pt x="5367" y="0"/>
                    <a:pt x="4506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1"/>
            <p:cNvSpPr/>
            <p:nvPr/>
          </p:nvSpPr>
          <p:spPr>
            <a:xfrm rot="6508762">
              <a:off x="8749456" y="690534"/>
              <a:ext cx="43652" cy="36586"/>
            </a:xfrm>
            <a:custGeom>
              <a:rect b="b" l="l" r="r" t="t"/>
              <a:pathLst>
                <a:path extrusionOk="0" h="3262" w="3892">
                  <a:moveTo>
                    <a:pt x="2011" y="0"/>
                  </a:moveTo>
                  <a:cubicBezTo>
                    <a:pt x="1268" y="0"/>
                    <a:pt x="546" y="365"/>
                    <a:pt x="305" y="1130"/>
                  </a:cubicBezTo>
                  <a:cubicBezTo>
                    <a:pt x="1" y="2103"/>
                    <a:pt x="730" y="3167"/>
                    <a:pt x="1794" y="3258"/>
                  </a:cubicBezTo>
                  <a:cubicBezTo>
                    <a:pt x="1835" y="3260"/>
                    <a:pt x="1876" y="3261"/>
                    <a:pt x="1917" y="3261"/>
                  </a:cubicBezTo>
                  <a:cubicBezTo>
                    <a:pt x="2460" y="3261"/>
                    <a:pt x="3038" y="3074"/>
                    <a:pt x="3405" y="2650"/>
                  </a:cubicBezTo>
                  <a:cubicBezTo>
                    <a:pt x="3800" y="2194"/>
                    <a:pt x="3891" y="1586"/>
                    <a:pt x="3709" y="1039"/>
                  </a:cubicBezTo>
                  <a:cubicBezTo>
                    <a:pt x="3587" y="735"/>
                    <a:pt x="3405" y="492"/>
                    <a:pt x="3101" y="279"/>
                  </a:cubicBezTo>
                  <a:cubicBezTo>
                    <a:pt x="2773" y="95"/>
                    <a:pt x="2389" y="0"/>
                    <a:pt x="2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1"/>
            <p:cNvSpPr/>
            <p:nvPr/>
          </p:nvSpPr>
          <p:spPr>
            <a:xfrm rot="6508762">
              <a:off x="8841669" y="893229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501" y="0"/>
                  </a:moveTo>
                  <a:cubicBezTo>
                    <a:pt x="2842" y="0"/>
                    <a:pt x="1210" y="839"/>
                    <a:pt x="670" y="2559"/>
                  </a:cubicBezTo>
                  <a:cubicBezTo>
                    <a:pt x="1" y="4838"/>
                    <a:pt x="1673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1" y="6054"/>
                  </a:cubicBezTo>
                  <a:cubicBezTo>
                    <a:pt x="8542" y="4990"/>
                    <a:pt x="8724" y="3562"/>
                    <a:pt x="8329" y="2376"/>
                  </a:cubicBezTo>
                  <a:cubicBezTo>
                    <a:pt x="8056" y="1677"/>
                    <a:pt x="7600" y="1039"/>
                    <a:pt x="6961" y="674"/>
                  </a:cubicBezTo>
                  <a:cubicBezTo>
                    <a:pt x="6234" y="227"/>
                    <a:pt x="5364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1"/>
            <p:cNvSpPr/>
            <p:nvPr/>
          </p:nvSpPr>
          <p:spPr>
            <a:xfrm rot="6508762">
              <a:off x="8868730" y="917352"/>
              <a:ext cx="43641" cy="36496"/>
            </a:xfrm>
            <a:custGeom>
              <a:rect b="b" l="l" r="r" t="t"/>
              <a:pathLst>
                <a:path extrusionOk="0" h="3254" w="3891">
                  <a:moveTo>
                    <a:pt x="2004" y="1"/>
                  </a:moveTo>
                  <a:cubicBezTo>
                    <a:pt x="1264" y="1"/>
                    <a:pt x="545" y="372"/>
                    <a:pt x="304" y="1116"/>
                  </a:cubicBezTo>
                  <a:cubicBezTo>
                    <a:pt x="0" y="2119"/>
                    <a:pt x="730" y="3182"/>
                    <a:pt x="1794" y="3243"/>
                  </a:cubicBezTo>
                  <a:cubicBezTo>
                    <a:pt x="1858" y="3250"/>
                    <a:pt x="1924" y="3253"/>
                    <a:pt x="1989" y="3253"/>
                  </a:cubicBezTo>
                  <a:cubicBezTo>
                    <a:pt x="2511" y="3253"/>
                    <a:pt x="3054" y="3040"/>
                    <a:pt x="3405" y="2635"/>
                  </a:cubicBezTo>
                  <a:cubicBezTo>
                    <a:pt x="3800" y="2240"/>
                    <a:pt x="3891" y="1571"/>
                    <a:pt x="3709" y="1055"/>
                  </a:cubicBezTo>
                  <a:cubicBezTo>
                    <a:pt x="3587" y="751"/>
                    <a:pt x="3405" y="477"/>
                    <a:pt x="3101" y="295"/>
                  </a:cubicBezTo>
                  <a:cubicBezTo>
                    <a:pt x="2771" y="99"/>
                    <a:pt x="2385" y="1"/>
                    <a:pt x="2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1"/>
            <p:cNvSpPr/>
            <p:nvPr/>
          </p:nvSpPr>
          <p:spPr>
            <a:xfrm rot="6508762">
              <a:off x="8741705" y="1191842"/>
              <a:ext cx="98194" cy="82975"/>
            </a:xfrm>
            <a:custGeom>
              <a:rect b="b" l="l" r="r" t="t"/>
              <a:pathLst>
                <a:path extrusionOk="0" h="7398" w="8755">
                  <a:moveTo>
                    <a:pt x="4501" y="0"/>
                  </a:moveTo>
                  <a:cubicBezTo>
                    <a:pt x="2844" y="0"/>
                    <a:pt x="1219" y="839"/>
                    <a:pt x="699" y="2559"/>
                  </a:cubicBezTo>
                  <a:cubicBezTo>
                    <a:pt x="0" y="4838"/>
                    <a:pt x="1672" y="7270"/>
                    <a:pt x="4043" y="7392"/>
                  </a:cubicBezTo>
                  <a:cubicBezTo>
                    <a:pt x="4127" y="7396"/>
                    <a:pt x="4212" y="7398"/>
                    <a:pt x="4297" y="7398"/>
                  </a:cubicBezTo>
                  <a:cubicBezTo>
                    <a:pt x="5509" y="7398"/>
                    <a:pt x="6838" y="6991"/>
                    <a:pt x="7690" y="6054"/>
                  </a:cubicBezTo>
                  <a:cubicBezTo>
                    <a:pt x="8572" y="4990"/>
                    <a:pt x="8754" y="3562"/>
                    <a:pt x="8329" y="2376"/>
                  </a:cubicBezTo>
                  <a:cubicBezTo>
                    <a:pt x="8085" y="1677"/>
                    <a:pt x="7629" y="1039"/>
                    <a:pt x="6961" y="674"/>
                  </a:cubicBezTo>
                  <a:cubicBezTo>
                    <a:pt x="6233" y="227"/>
                    <a:pt x="5363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1"/>
            <p:cNvSpPr/>
            <p:nvPr/>
          </p:nvSpPr>
          <p:spPr>
            <a:xfrm rot="6508762">
              <a:off x="8768877" y="1216119"/>
              <a:ext cx="43652" cy="36496"/>
            </a:xfrm>
            <a:custGeom>
              <a:rect b="b" l="l" r="r" t="t"/>
              <a:pathLst>
                <a:path extrusionOk="0" h="3254" w="3892">
                  <a:moveTo>
                    <a:pt x="1989" y="1"/>
                  </a:moveTo>
                  <a:cubicBezTo>
                    <a:pt x="1251" y="1"/>
                    <a:pt x="526" y="372"/>
                    <a:pt x="305" y="1116"/>
                  </a:cubicBezTo>
                  <a:cubicBezTo>
                    <a:pt x="1" y="2119"/>
                    <a:pt x="730" y="3182"/>
                    <a:pt x="1794" y="3243"/>
                  </a:cubicBezTo>
                  <a:cubicBezTo>
                    <a:pt x="1855" y="3250"/>
                    <a:pt x="1918" y="3253"/>
                    <a:pt x="1982" y="3253"/>
                  </a:cubicBezTo>
                  <a:cubicBezTo>
                    <a:pt x="2487" y="3253"/>
                    <a:pt x="3051" y="3040"/>
                    <a:pt x="3375" y="2635"/>
                  </a:cubicBezTo>
                  <a:cubicBezTo>
                    <a:pt x="3800" y="2240"/>
                    <a:pt x="3892" y="1571"/>
                    <a:pt x="3679" y="1055"/>
                  </a:cubicBezTo>
                  <a:cubicBezTo>
                    <a:pt x="3588" y="751"/>
                    <a:pt x="3375" y="477"/>
                    <a:pt x="3071" y="295"/>
                  </a:cubicBezTo>
                  <a:cubicBezTo>
                    <a:pt x="2751" y="99"/>
                    <a:pt x="2369" y="1"/>
                    <a:pt x="1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1"/>
            <p:cNvSpPr/>
            <p:nvPr/>
          </p:nvSpPr>
          <p:spPr>
            <a:xfrm rot="6508762">
              <a:off x="8647490" y="1238897"/>
              <a:ext cx="98531" cy="83076"/>
            </a:xfrm>
            <a:custGeom>
              <a:rect b="b" l="l" r="r" t="t"/>
              <a:pathLst>
                <a:path extrusionOk="0" h="7407" w="8785">
                  <a:moveTo>
                    <a:pt x="4528" y="1"/>
                  </a:moveTo>
                  <a:cubicBezTo>
                    <a:pt x="2862" y="1"/>
                    <a:pt x="1222" y="839"/>
                    <a:pt x="699" y="2568"/>
                  </a:cubicBezTo>
                  <a:cubicBezTo>
                    <a:pt x="0" y="4848"/>
                    <a:pt x="1672" y="7279"/>
                    <a:pt x="4043" y="7401"/>
                  </a:cubicBezTo>
                  <a:cubicBezTo>
                    <a:pt x="4122" y="7405"/>
                    <a:pt x="4203" y="7406"/>
                    <a:pt x="4283" y="7406"/>
                  </a:cubicBezTo>
                  <a:cubicBezTo>
                    <a:pt x="5499" y="7406"/>
                    <a:pt x="6835" y="6975"/>
                    <a:pt x="7690" y="6063"/>
                  </a:cubicBezTo>
                  <a:cubicBezTo>
                    <a:pt x="8542" y="5030"/>
                    <a:pt x="8785" y="3601"/>
                    <a:pt x="8329" y="2385"/>
                  </a:cubicBezTo>
                  <a:cubicBezTo>
                    <a:pt x="8055" y="1686"/>
                    <a:pt x="7599" y="1048"/>
                    <a:pt x="6961" y="653"/>
                  </a:cubicBezTo>
                  <a:cubicBezTo>
                    <a:pt x="6240" y="221"/>
                    <a:pt x="5381" y="1"/>
                    <a:pt x="4528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1"/>
            <p:cNvSpPr/>
            <p:nvPr/>
          </p:nvSpPr>
          <p:spPr>
            <a:xfrm rot="6508762">
              <a:off x="8675059" y="1262724"/>
              <a:ext cx="43652" cy="36586"/>
            </a:xfrm>
            <a:custGeom>
              <a:rect b="b" l="l" r="r" t="t"/>
              <a:pathLst>
                <a:path extrusionOk="0" h="3262" w="3892">
                  <a:moveTo>
                    <a:pt x="2011" y="0"/>
                  </a:moveTo>
                  <a:cubicBezTo>
                    <a:pt x="1269" y="0"/>
                    <a:pt x="546" y="365"/>
                    <a:pt x="305" y="1131"/>
                  </a:cubicBezTo>
                  <a:cubicBezTo>
                    <a:pt x="1" y="2103"/>
                    <a:pt x="730" y="3167"/>
                    <a:pt x="1794" y="3258"/>
                  </a:cubicBezTo>
                  <a:cubicBezTo>
                    <a:pt x="1835" y="3261"/>
                    <a:pt x="1876" y="3262"/>
                    <a:pt x="1917" y="3262"/>
                  </a:cubicBezTo>
                  <a:cubicBezTo>
                    <a:pt x="2461" y="3262"/>
                    <a:pt x="3038" y="3074"/>
                    <a:pt x="3405" y="2651"/>
                  </a:cubicBezTo>
                  <a:cubicBezTo>
                    <a:pt x="3831" y="2225"/>
                    <a:pt x="3891" y="1587"/>
                    <a:pt x="3709" y="1040"/>
                  </a:cubicBezTo>
                  <a:cubicBezTo>
                    <a:pt x="3588" y="736"/>
                    <a:pt x="3405" y="492"/>
                    <a:pt x="3101" y="280"/>
                  </a:cubicBezTo>
                  <a:cubicBezTo>
                    <a:pt x="2773" y="95"/>
                    <a:pt x="2389" y="0"/>
                    <a:pt x="2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1"/>
            <p:cNvSpPr/>
            <p:nvPr/>
          </p:nvSpPr>
          <p:spPr>
            <a:xfrm rot="6508762">
              <a:off x="8597897" y="1387794"/>
              <a:ext cx="98194" cy="83076"/>
            </a:xfrm>
            <a:custGeom>
              <a:rect b="b" l="l" r="r" t="t"/>
              <a:pathLst>
                <a:path extrusionOk="0" h="7407" w="8755">
                  <a:moveTo>
                    <a:pt x="4528" y="1"/>
                  </a:moveTo>
                  <a:cubicBezTo>
                    <a:pt x="2862" y="1"/>
                    <a:pt x="1223" y="839"/>
                    <a:pt x="700" y="2568"/>
                  </a:cubicBezTo>
                  <a:cubicBezTo>
                    <a:pt x="1" y="4848"/>
                    <a:pt x="1673" y="7279"/>
                    <a:pt x="4043" y="7401"/>
                  </a:cubicBezTo>
                  <a:cubicBezTo>
                    <a:pt x="4123" y="7405"/>
                    <a:pt x="4203" y="7406"/>
                    <a:pt x="4284" y="7406"/>
                  </a:cubicBezTo>
                  <a:cubicBezTo>
                    <a:pt x="5500" y="7406"/>
                    <a:pt x="6836" y="6975"/>
                    <a:pt x="7691" y="6063"/>
                  </a:cubicBezTo>
                  <a:cubicBezTo>
                    <a:pt x="8572" y="5030"/>
                    <a:pt x="8755" y="3601"/>
                    <a:pt x="8329" y="2385"/>
                  </a:cubicBezTo>
                  <a:cubicBezTo>
                    <a:pt x="8056" y="1686"/>
                    <a:pt x="7600" y="1048"/>
                    <a:pt x="6961" y="653"/>
                  </a:cubicBezTo>
                  <a:cubicBezTo>
                    <a:pt x="6241" y="221"/>
                    <a:pt x="5381" y="1"/>
                    <a:pt x="4528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1"/>
            <p:cNvSpPr/>
            <p:nvPr/>
          </p:nvSpPr>
          <p:spPr>
            <a:xfrm rot="6508762">
              <a:off x="8625363" y="1411945"/>
              <a:ext cx="43304" cy="36586"/>
            </a:xfrm>
            <a:custGeom>
              <a:rect b="b" l="l" r="r" t="t"/>
              <a:pathLst>
                <a:path extrusionOk="0" h="3262" w="3861">
                  <a:moveTo>
                    <a:pt x="1995" y="0"/>
                  </a:moveTo>
                  <a:cubicBezTo>
                    <a:pt x="1255" y="0"/>
                    <a:pt x="526" y="365"/>
                    <a:pt x="305" y="1131"/>
                  </a:cubicBezTo>
                  <a:cubicBezTo>
                    <a:pt x="1" y="2103"/>
                    <a:pt x="730" y="3167"/>
                    <a:pt x="1764" y="3258"/>
                  </a:cubicBezTo>
                  <a:cubicBezTo>
                    <a:pt x="1804" y="3261"/>
                    <a:pt x="1846" y="3262"/>
                    <a:pt x="1887" y="3262"/>
                  </a:cubicBezTo>
                  <a:cubicBezTo>
                    <a:pt x="2430" y="3262"/>
                    <a:pt x="3007" y="3074"/>
                    <a:pt x="3375" y="2651"/>
                  </a:cubicBezTo>
                  <a:cubicBezTo>
                    <a:pt x="3800" y="2225"/>
                    <a:pt x="3861" y="1587"/>
                    <a:pt x="3679" y="1040"/>
                  </a:cubicBezTo>
                  <a:cubicBezTo>
                    <a:pt x="3557" y="736"/>
                    <a:pt x="3375" y="492"/>
                    <a:pt x="3071" y="280"/>
                  </a:cubicBezTo>
                  <a:cubicBezTo>
                    <a:pt x="2753" y="95"/>
                    <a:pt x="2372" y="0"/>
                    <a:pt x="1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1"/>
            <p:cNvSpPr/>
            <p:nvPr/>
          </p:nvSpPr>
          <p:spPr>
            <a:xfrm rot="6508762">
              <a:off x="8712688" y="1623425"/>
              <a:ext cx="98531" cy="82975"/>
            </a:xfrm>
            <a:custGeom>
              <a:rect b="b" l="l" r="r" t="t"/>
              <a:pathLst>
                <a:path extrusionOk="0" h="7398" w="8785">
                  <a:moveTo>
                    <a:pt x="4487" y="0"/>
                  </a:moveTo>
                  <a:cubicBezTo>
                    <a:pt x="2828" y="0"/>
                    <a:pt x="1209" y="839"/>
                    <a:pt x="669" y="2559"/>
                  </a:cubicBezTo>
                  <a:cubicBezTo>
                    <a:pt x="1" y="4838"/>
                    <a:pt x="1672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0" y="6054"/>
                  </a:cubicBezTo>
                  <a:cubicBezTo>
                    <a:pt x="8572" y="5021"/>
                    <a:pt x="8785" y="3592"/>
                    <a:pt x="8329" y="2376"/>
                  </a:cubicBezTo>
                  <a:cubicBezTo>
                    <a:pt x="8056" y="1677"/>
                    <a:pt x="7600" y="1039"/>
                    <a:pt x="6961" y="674"/>
                  </a:cubicBezTo>
                  <a:cubicBezTo>
                    <a:pt x="6223" y="227"/>
                    <a:pt x="5350" y="0"/>
                    <a:pt x="4487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1"/>
            <p:cNvSpPr/>
            <p:nvPr/>
          </p:nvSpPr>
          <p:spPr>
            <a:xfrm rot="6508762">
              <a:off x="8739754" y="1647450"/>
              <a:ext cx="43652" cy="36485"/>
            </a:xfrm>
            <a:custGeom>
              <a:rect b="b" l="l" r="r" t="t"/>
              <a:pathLst>
                <a:path extrusionOk="0" h="3253" w="3892">
                  <a:moveTo>
                    <a:pt x="2019" y="0"/>
                  </a:moveTo>
                  <a:cubicBezTo>
                    <a:pt x="1281" y="0"/>
                    <a:pt x="556" y="372"/>
                    <a:pt x="335" y="1115"/>
                  </a:cubicBezTo>
                  <a:cubicBezTo>
                    <a:pt x="0" y="2118"/>
                    <a:pt x="730" y="3182"/>
                    <a:pt x="1794" y="3243"/>
                  </a:cubicBezTo>
                  <a:cubicBezTo>
                    <a:pt x="1858" y="3249"/>
                    <a:pt x="1924" y="3253"/>
                    <a:pt x="1989" y="3253"/>
                  </a:cubicBezTo>
                  <a:cubicBezTo>
                    <a:pt x="2511" y="3253"/>
                    <a:pt x="3054" y="3040"/>
                    <a:pt x="3405" y="2635"/>
                  </a:cubicBezTo>
                  <a:cubicBezTo>
                    <a:pt x="3770" y="2179"/>
                    <a:pt x="3891" y="1571"/>
                    <a:pt x="3709" y="1054"/>
                  </a:cubicBezTo>
                  <a:cubicBezTo>
                    <a:pt x="3587" y="750"/>
                    <a:pt x="3405" y="477"/>
                    <a:pt x="3101" y="294"/>
                  </a:cubicBezTo>
                  <a:cubicBezTo>
                    <a:pt x="2781" y="98"/>
                    <a:pt x="2398" y="0"/>
                    <a:pt x="20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1"/>
            <p:cNvSpPr/>
            <p:nvPr/>
          </p:nvSpPr>
          <p:spPr>
            <a:xfrm rot="6508762">
              <a:off x="8619120" y="1904411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501" y="0"/>
                  </a:moveTo>
                  <a:cubicBezTo>
                    <a:pt x="2842" y="0"/>
                    <a:pt x="1210" y="839"/>
                    <a:pt x="670" y="2559"/>
                  </a:cubicBezTo>
                  <a:cubicBezTo>
                    <a:pt x="1" y="4838"/>
                    <a:pt x="1673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1" y="6054"/>
                  </a:cubicBezTo>
                  <a:cubicBezTo>
                    <a:pt x="8542" y="5021"/>
                    <a:pt x="8724" y="3592"/>
                    <a:pt x="8329" y="2376"/>
                  </a:cubicBezTo>
                  <a:cubicBezTo>
                    <a:pt x="8056" y="1677"/>
                    <a:pt x="7600" y="1039"/>
                    <a:pt x="6962" y="674"/>
                  </a:cubicBezTo>
                  <a:cubicBezTo>
                    <a:pt x="6234" y="227"/>
                    <a:pt x="5364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1"/>
            <p:cNvSpPr/>
            <p:nvPr/>
          </p:nvSpPr>
          <p:spPr>
            <a:xfrm rot="6508762">
              <a:off x="8645856" y="1928431"/>
              <a:ext cx="43641" cy="36485"/>
            </a:xfrm>
            <a:custGeom>
              <a:rect b="b" l="l" r="r" t="t"/>
              <a:pathLst>
                <a:path extrusionOk="0" h="3253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4" y="3243"/>
                  </a:cubicBezTo>
                  <a:cubicBezTo>
                    <a:pt x="1858" y="3249"/>
                    <a:pt x="1924" y="3253"/>
                    <a:pt x="1989" y="3253"/>
                  </a:cubicBezTo>
                  <a:cubicBezTo>
                    <a:pt x="2511" y="3253"/>
                    <a:pt x="3050" y="3040"/>
                    <a:pt x="3374" y="2635"/>
                  </a:cubicBezTo>
                  <a:cubicBezTo>
                    <a:pt x="3769" y="2179"/>
                    <a:pt x="3891" y="1571"/>
                    <a:pt x="3709" y="1054"/>
                  </a:cubicBezTo>
                  <a:cubicBezTo>
                    <a:pt x="3587" y="750"/>
                    <a:pt x="3405" y="477"/>
                    <a:pt x="3101" y="294"/>
                  </a:cubicBezTo>
                  <a:cubicBezTo>
                    <a:pt x="2771" y="98"/>
                    <a:pt x="2385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1"/>
            <p:cNvSpPr/>
            <p:nvPr/>
          </p:nvSpPr>
          <p:spPr>
            <a:xfrm rot="6508762">
              <a:off x="8704020" y="2062750"/>
              <a:ext cx="98194" cy="83042"/>
            </a:xfrm>
            <a:custGeom>
              <a:rect b="b" l="l" r="r" t="t"/>
              <a:pathLst>
                <a:path extrusionOk="0" h="7404" w="8755">
                  <a:moveTo>
                    <a:pt x="4502" y="1"/>
                  </a:moveTo>
                  <a:cubicBezTo>
                    <a:pt x="2845" y="1"/>
                    <a:pt x="1220" y="839"/>
                    <a:pt x="700" y="2559"/>
                  </a:cubicBezTo>
                  <a:cubicBezTo>
                    <a:pt x="1" y="4838"/>
                    <a:pt x="1673" y="7270"/>
                    <a:pt x="4043" y="7392"/>
                  </a:cubicBezTo>
                  <a:cubicBezTo>
                    <a:pt x="4155" y="7400"/>
                    <a:pt x="4269" y="7404"/>
                    <a:pt x="4383" y="7404"/>
                  </a:cubicBezTo>
                  <a:cubicBezTo>
                    <a:pt x="5572" y="7404"/>
                    <a:pt x="6859" y="6969"/>
                    <a:pt x="7691" y="6054"/>
                  </a:cubicBezTo>
                  <a:cubicBezTo>
                    <a:pt x="8542" y="5051"/>
                    <a:pt x="8755" y="3592"/>
                    <a:pt x="8329" y="2376"/>
                  </a:cubicBezTo>
                  <a:cubicBezTo>
                    <a:pt x="8056" y="1708"/>
                    <a:pt x="7600" y="1039"/>
                    <a:pt x="6961" y="674"/>
                  </a:cubicBezTo>
                  <a:cubicBezTo>
                    <a:pt x="6234" y="227"/>
                    <a:pt x="5364" y="1"/>
                    <a:pt x="450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1"/>
            <p:cNvSpPr/>
            <p:nvPr/>
          </p:nvSpPr>
          <p:spPr>
            <a:xfrm rot="6508762">
              <a:off x="8731366" y="2086813"/>
              <a:ext cx="43641" cy="36407"/>
            </a:xfrm>
            <a:custGeom>
              <a:rect b="b" l="l" r="r" t="t"/>
              <a:pathLst>
                <a:path extrusionOk="0" h="3246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4" y="3242"/>
                  </a:cubicBezTo>
                  <a:cubicBezTo>
                    <a:pt x="1834" y="3244"/>
                    <a:pt x="1876" y="3246"/>
                    <a:pt x="1917" y="3246"/>
                  </a:cubicBezTo>
                  <a:cubicBezTo>
                    <a:pt x="2460" y="3246"/>
                    <a:pt x="3037" y="3058"/>
                    <a:pt x="3405" y="2634"/>
                  </a:cubicBezTo>
                  <a:cubicBezTo>
                    <a:pt x="3830" y="2239"/>
                    <a:pt x="3891" y="1571"/>
                    <a:pt x="3708" y="1054"/>
                  </a:cubicBezTo>
                  <a:cubicBezTo>
                    <a:pt x="3587" y="750"/>
                    <a:pt x="3405" y="476"/>
                    <a:pt x="3101" y="294"/>
                  </a:cubicBezTo>
                  <a:cubicBezTo>
                    <a:pt x="2771" y="98"/>
                    <a:pt x="2385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1"/>
            <p:cNvSpPr/>
            <p:nvPr/>
          </p:nvSpPr>
          <p:spPr>
            <a:xfrm rot="6508762">
              <a:off x="8635190" y="2269207"/>
              <a:ext cx="97858" cy="83042"/>
            </a:xfrm>
            <a:custGeom>
              <a:rect b="b" l="l" r="r" t="t"/>
              <a:pathLst>
                <a:path extrusionOk="0" h="7404" w="8725">
                  <a:moveTo>
                    <a:pt x="4501" y="1"/>
                  </a:moveTo>
                  <a:cubicBezTo>
                    <a:pt x="2841" y="1"/>
                    <a:pt x="1209" y="839"/>
                    <a:pt x="669" y="2559"/>
                  </a:cubicBezTo>
                  <a:cubicBezTo>
                    <a:pt x="1" y="4838"/>
                    <a:pt x="1672" y="7270"/>
                    <a:pt x="4013" y="7392"/>
                  </a:cubicBezTo>
                  <a:cubicBezTo>
                    <a:pt x="4128" y="7400"/>
                    <a:pt x="4243" y="7404"/>
                    <a:pt x="4359" y="7404"/>
                  </a:cubicBezTo>
                  <a:cubicBezTo>
                    <a:pt x="5567" y="7404"/>
                    <a:pt x="6828" y="6969"/>
                    <a:pt x="7660" y="6054"/>
                  </a:cubicBezTo>
                  <a:cubicBezTo>
                    <a:pt x="8542" y="5051"/>
                    <a:pt x="8724" y="3592"/>
                    <a:pt x="8329" y="2376"/>
                  </a:cubicBezTo>
                  <a:cubicBezTo>
                    <a:pt x="8055" y="1708"/>
                    <a:pt x="7600" y="1039"/>
                    <a:pt x="6961" y="674"/>
                  </a:cubicBezTo>
                  <a:cubicBezTo>
                    <a:pt x="6233" y="227"/>
                    <a:pt x="5363" y="1"/>
                    <a:pt x="4501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1"/>
            <p:cNvSpPr/>
            <p:nvPr/>
          </p:nvSpPr>
          <p:spPr>
            <a:xfrm rot="6508762">
              <a:off x="8662315" y="2293430"/>
              <a:ext cx="43641" cy="36407"/>
            </a:xfrm>
            <a:custGeom>
              <a:rect b="b" l="l" r="r" t="t"/>
              <a:pathLst>
                <a:path extrusionOk="0" h="3246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3" y="3242"/>
                  </a:cubicBezTo>
                  <a:cubicBezTo>
                    <a:pt x="1834" y="3244"/>
                    <a:pt x="1875" y="3246"/>
                    <a:pt x="1917" y="3246"/>
                  </a:cubicBezTo>
                  <a:cubicBezTo>
                    <a:pt x="2460" y="3246"/>
                    <a:pt x="3037" y="3058"/>
                    <a:pt x="3404" y="2634"/>
                  </a:cubicBezTo>
                  <a:cubicBezTo>
                    <a:pt x="3769" y="2239"/>
                    <a:pt x="3891" y="1571"/>
                    <a:pt x="3708" y="1054"/>
                  </a:cubicBezTo>
                  <a:cubicBezTo>
                    <a:pt x="3587" y="750"/>
                    <a:pt x="3404" y="476"/>
                    <a:pt x="3100" y="294"/>
                  </a:cubicBezTo>
                  <a:cubicBezTo>
                    <a:pt x="2770" y="98"/>
                    <a:pt x="2384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1"/>
            <p:cNvSpPr/>
            <p:nvPr/>
          </p:nvSpPr>
          <p:spPr>
            <a:xfrm rot="6508762">
              <a:off x="8786553" y="2579591"/>
              <a:ext cx="98194" cy="82975"/>
            </a:xfrm>
            <a:custGeom>
              <a:rect b="b" l="l" r="r" t="t"/>
              <a:pathLst>
                <a:path extrusionOk="0" h="7398" w="8755">
                  <a:moveTo>
                    <a:pt x="4502" y="1"/>
                  </a:moveTo>
                  <a:cubicBezTo>
                    <a:pt x="2845" y="1"/>
                    <a:pt x="1219" y="839"/>
                    <a:pt x="699" y="2559"/>
                  </a:cubicBezTo>
                  <a:cubicBezTo>
                    <a:pt x="0" y="4839"/>
                    <a:pt x="1672" y="7270"/>
                    <a:pt x="4043" y="7392"/>
                  </a:cubicBezTo>
                  <a:cubicBezTo>
                    <a:pt x="4127" y="7396"/>
                    <a:pt x="4212" y="7398"/>
                    <a:pt x="4298" y="7398"/>
                  </a:cubicBezTo>
                  <a:cubicBezTo>
                    <a:pt x="5510" y="7398"/>
                    <a:pt x="6839" y="6991"/>
                    <a:pt x="7690" y="6054"/>
                  </a:cubicBezTo>
                  <a:cubicBezTo>
                    <a:pt x="8572" y="4991"/>
                    <a:pt x="8754" y="3562"/>
                    <a:pt x="8329" y="2376"/>
                  </a:cubicBezTo>
                  <a:cubicBezTo>
                    <a:pt x="8055" y="1708"/>
                    <a:pt x="7599" y="1039"/>
                    <a:pt x="6961" y="674"/>
                  </a:cubicBezTo>
                  <a:cubicBezTo>
                    <a:pt x="6233" y="227"/>
                    <a:pt x="5363" y="1"/>
                    <a:pt x="450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1"/>
            <p:cNvSpPr/>
            <p:nvPr/>
          </p:nvSpPr>
          <p:spPr>
            <a:xfrm rot="6508762">
              <a:off x="8813946" y="2603717"/>
              <a:ext cx="43304" cy="36485"/>
            </a:xfrm>
            <a:custGeom>
              <a:rect b="b" l="l" r="r" t="t"/>
              <a:pathLst>
                <a:path extrusionOk="0" h="3253" w="3861">
                  <a:moveTo>
                    <a:pt x="1989" y="0"/>
                  </a:moveTo>
                  <a:cubicBezTo>
                    <a:pt x="1250" y="0"/>
                    <a:pt x="525" y="372"/>
                    <a:pt x="304" y="1115"/>
                  </a:cubicBezTo>
                  <a:cubicBezTo>
                    <a:pt x="0" y="2118"/>
                    <a:pt x="730" y="3182"/>
                    <a:pt x="1763" y="3242"/>
                  </a:cubicBezTo>
                  <a:cubicBezTo>
                    <a:pt x="1828" y="3249"/>
                    <a:pt x="1893" y="3253"/>
                    <a:pt x="1960" y="3253"/>
                  </a:cubicBezTo>
                  <a:cubicBezTo>
                    <a:pt x="2486" y="3253"/>
                    <a:pt x="3050" y="3040"/>
                    <a:pt x="3374" y="2635"/>
                  </a:cubicBezTo>
                  <a:cubicBezTo>
                    <a:pt x="3800" y="2239"/>
                    <a:pt x="3860" y="1571"/>
                    <a:pt x="3678" y="1054"/>
                  </a:cubicBezTo>
                  <a:cubicBezTo>
                    <a:pt x="3556" y="750"/>
                    <a:pt x="3374" y="476"/>
                    <a:pt x="3070" y="294"/>
                  </a:cubicBezTo>
                  <a:cubicBezTo>
                    <a:pt x="2750" y="98"/>
                    <a:pt x="2368" y="0"/>
                    <a:pt x="19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1"/>
            <p:cNvSpPr/>
            <p:nvPr/>
          </p:nvSpPr>
          <p:spPr>
            <a:xfrm rot="6508762">
              <a:off x="8727668" y="2756295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472" y="1"/>
                  </a:moveTo>
                  <a:cubicBezTo>
                    <a:pt x="2815" y="1"/>
                    <a:pt x="1189" y="839"/>
                    <a:pt x="669" y="2559"/>
                  </a:cubicBezTo>
                  <a:cubicBezTo>
                    <a:pt x="1" y="4839"/>
                    <a:pt x="1673" y="7270"/>
                    <a:pt x="4013" y="7392"/>
                  </a:cubicBezTo>
                  <a:cubicBezTo>
                    <a:pt x="4097" y="7396"/>
                    <a:pt x="4182" y="7398"/>
                    <a:pt x="4268" y="7398"/>
                  </a:cubicBezTo>
                  <a:cubicBezTo>
                    <a:pt x="5480" y="7398"/>
                    <a:pt x="6809" y="6991"/>
                    <a:pt x="7660" y="6054"/>
                  </a:cubicBezTo>
                  <a:cubicBezTo>
                    <a:pt x="8542" y="4991"/>
                    <a:pt x="8724" y="3562"/>
                    <a:pt x="8299" y="2376"/>
                  </a:cubicBezTo>
                  <a:cubicBezTo>
                    <a:pt x="8056" y="1708"/>
                    <a:pt x="7600" y="1039"/>
                    <a:pt x="6931" y="674"/>
                  </a:cubicBezTo>
                  <a:cubicBezTo>
                    <a:pt x="6203" y="227"/>
                    <a:pt x="5333" y="1"/>
                    <a:pt x="447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1"/>
            <p:cNvSpPr/>
            <p:nvPr/>
          </p:nvSpPr>
          <p:spPr>
            <a:xfrm rot="6508762">
              <a:off x="8754723" y="2780421"/>
              <a:ext cx="43641" cy="36485"/>
            </a:xfrm>
            <a:custGeom>
              <a:rect b="b" l="l" r="r" t="t"/>
              <a:pathLst>
                <a:path extrusionOk="0" h="3253" w="3891">
                  <a:moveTo>
                    <a:pt x="1989" y="0"/>
                  </a:moveTo>
                  <a:cubicBezTo>
                    <a:pt x="1250" y="0"/>
                    <a:pt x="525" y="372"/>
                    <a:pt x="304" y="1115"/>
                  </a:cubicBezTo>
                  <a:cubicBezTo>
                    <a:pt x="0" y="2118"/>
                    <a:pt x="730" y="3182"/>
                    <a:pt x="1794" y="3242"/>
                  </a:cubicBezTo>
                  <a:cubicBezTo>
                    <a:pt x="1858" y="3249"/>
                    <a:pt x="1923" y="3253"/>
                    <a:pt x="1989" y="3253"/>
                  </a:cubicBezTo>
                  <a:cubicBezTo>
                    <a:pt x="2510" y="3253"/>
                    <a:pt x="3050" y="3040"/>
                    <a:pt x="3374" y="2635"/>
                  </a:cubicBezTo>
                  <a:cubicBezTo>
                    <a:pt x="3800" y="2239"/>
                    <a:pt x="3891" y="1571"/>
                    <a:pt x="3678" y="1054"/>
                  </a:cubicBezTo>
                  <a:cubicBezTo>
                    <a:pt x="3587" y="750"/>
                    <a:pt x="3374" y="476"/>
                    <a:pt x="3070" y="294"/>
                  </a:cubicBezTo>
                  <a:cubicBezTo>
                    <a:pt x="2750" y="98"/>
                    <a:pt x="2368" y="0"/>
                    <a:pt x="19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9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22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570" name="Google Shape;570;p22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22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573" name="Google Shape;573;p22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5" name="Google Shape;575;p22"/>
          <p:cNvSpPr txBox="1"/>
          <p:nvPr>
            <p:ph idx="1" type="subTitle"/>
          </p:nvPr>
        </p:nvSpPr>
        <p:spPr>
          <a:xfrm>
            <a:off x="1396813" y="195855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6" name="Google Shape;576;p22"/>
          <p:cNvSpPr txBox="1"/>
          <p:nvPr>
            <p:ph idx="2" type="subTitle"/>
          </p:nvPr>
        </p:nvSpPr>
        <p:spPr>
          <a:xfrm>
            <a:off x="1396788" y="26314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7" name="Google Shape;577;p22"/>
          <p:cNvSpPr txBox="1"/>
          <p:nvPr>
            <p:ph idx="3" type="subTitle"/>
          </p:nvPr>
        </p:nvSpPr>
        <p:spPr>
          <a:xfrm>
            <a:off x="1396813" y="330425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8" name="Google Shape;578;p22"/>
          <p:cNvSpPr txBox="1"/>
          <p:nvPr>
            <p:ph idx="4" type="subTitle"/>
          </p:nvPr>
        </p:nvSpPr>
        <p:spPr>
          <a:xfrm>
            <a:off x="1396788" y="39771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9" name="Google Shape;579;p22"/>
          <p:cNvSpPr txBox="1"/>
          <p:nvPr>
            <p:ph type="title"/>
          </p:nvPr>
        </p:nvSpPr>
        <p:spPr>
          <a:xfrm>
            <a:off x="720000" y="411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0" name="Google Shape;580;p22"/>
          <p:cNvSpPr txBox="1"/>
          <p:nvPr>
            <p:ph idx="5" type="subTitle"/>
          </p:nvPr>
        </p:nvSpPr>
        <p:spPr>
          <a:xfrm>
            <a:off x="1396813" y="12857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1" name="Google Shape;581;p22"/>
          <p:cNvSpPr txBox="1"/>
          <p:nvPr>
            <p:ph idx="6" type="subTitle"/>
          </p:nvPr>
        </p:nvSpPr>
        <p:spPr>
          <a:xfrm>
            <a:off x="5369987" y="195855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2" name="Google Shape;582;p22"/>
          <p:cNvSpPr txBox="1"/>
          <p:nvPr>
            <p:ph idx="7" type="subTitle"/>
          </p:nvPr>
        </p:nvSpPr>
        <p:spPr>
          <a:xfrm>
            <a:off x="5369962" y="26314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3" name="Google Shape;583;p22"/>
          <p:cNvSpPr txBox="1"/>
          <p:nvPr>
            <p:ph idx="8" type="subTitle"/>
          </p:nvPr>
        </p:nvSpPr>
        <p:spPr>
          <a:xfrm>
            <a:off x="5369987" y="330425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4" name="Google Shape;584;p22"/>
          <p:cNvSpPr txBox="1"/>
          <p:nvPr>
            <p:ph idx="9" type="subTitle"/>
          </p:nvPr>
        </p:nvSpPr>
        <p:spPr>
          <a:xfrm>
            <a:off x="5369962" y="39771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5" name="Google Shape;585;p22"/>
          <p:cNvSpPr txBox="1"/>
          <p:nvPr>
            <p:ph idx="13" type="subTitle"/>
          </p:nvPr>
        </p:nvSpPr>
        <p:spPr>
          <a:xfrm>
            <a:off x="5369987" y="12857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6" name="Google Shape;58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87" name="Google Shape;587;p22"/>
          <p:cNvGrpSpPr/>
          <p:nvPr/>
        </p:nvGrpSpPr>
        <p:grpSpPr>
          <a:xfrm>
            <a:off x="8463581" y="73363"/>
            <a:ext cx="600579" cy="696338"/>
            <a:chOff x="5815634" y="1650855"/>
            <a:chExt cx="452039" cy="524114"/>
          </a:xfrm>
        </p:grpSpPr>
        <p:sp>
          <p:nvSpPr>
            <p:cNvPr id="588" name="Google Shape;588;p22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2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2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" name="Google Shape;594;p22"/>
          <p:cNvGrpSpPr/>
          <p:nvPr/>
        </p:nvGrpSpPr>
        <p:grpSpPr>
          <a:xfrm>
            <a:off x="8463581" y="899463"/>
            <a:ext cx="600579" cy="696338"/>
            <a:chOff x="5815634" y="1650855"/>
            <a:chExt cx="452039" cy="524114"/>
          </a:xfrm>
        </p:grpSpPr>
        <p:sp>
          <p:nvSpPr>
            <p:cNvPr id="595" name="Google Shape;595;p22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2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2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2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2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2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22"/>
          <p:cNvGrpSpPr/>
          <p:nvPr/>
        </p:nvGrpSpPr>
        <p:grpSpPr>
          <a:xfrm>
            <a:off x="43231" y="4373713"/>
            <a:ext cx="600579" cy="696338"/>
            <a:chOff x="5815634" y="1650855"/>
            <a:chExt cx="452039" cy="524114"/>
          </a:xfrm>
        </p:grpSpPr>
        <p:sp>
          <p:nvSpPr>
            <p:cNvPr id="602" name="Google Shape;602;p22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2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2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2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2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p23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10" name="Google Shape;610;p23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2" name="Google Shape;612;p23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13" name="Google Shape;613;p23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5" name="Google Shape;615;p23"/>
          <p:cNvSpPr txBox="1"/>
          <p:nvPr>
            <p:ph type="title"/>
          </p:nvPr>
        </p:nvSpPr>
        <p:spPr>
          <a:xfrm>
            <a:off x="1074575" y="2039025"/>
            <a:ext cx="32187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6" name="Google Shape;616;p23"/>
          <p:cNvSpPr txBox="1"/>
          <p:nvPr>
            <p:ph idx="1" type="subTitle"/>
          </p:nvPr>
        </p:nvSpPr>
        <p:spPr>
          <a:xfrm>
            <a:off x="1319225" y="2845500"/>
            <a:ext cx="2729400" cy="97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7" name="Google Shape;61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18" name="Google Shape;618;p23"/>
          <p:cNvGrpSpPr/>
          <p:nvPr/>
        </p:nvGrpSpPr>
        <p:grpSpPr>
          <a:xfrm>
            <a:off x="-61900" y="0"/>
            <a:ext cx="1360250" cy="919525"/>
            <a:chOff x="-286950" y="732175"/>
            <a:chExt cx="1360250" cy="919525"/>
          </a:xfrm>
        </p:grpSpPr>
        <p:sp>
          <p:nvSpPr>
            <p:cNvPr id="619" name="Google Shape;619;p23"/>
            <p:cNvSpPr/>
            <p:nvPr/>
          </p:nvSpPr>
          <p:spPr>
            <a:xfrm flipH="1" rot="10800000">
              <a:off x="-286950" y="732175"/>
              <a:ext cx="1360250" cy="919525"/>
            </a:xfrm>
            <a:custGeom>
              <a:rect b="b" l="l" r="r" t="t"/>
              <a:pathLst>
                <a:path extrusionOk="0" h="36781" w="54410">
                  <a:moveTo>
                    <a:pt x="43930" y="1"/>
                  </a:moveTo>
                  <a:cubicBezTo>
                    <a:pt x="35713" y="1"/>
                    <a:pt x="25156" y="320"/>
                    <a:pt x="24986" y="792"/>
                  </a:cubicBezTo>
                  <a:cubicBezTo>
                    <a:pt x="24743" y="1552"/>
                    <a:pt x="30427" y="7722"/>
                    <a:pt x="30427" y="7722"/>
                  </a:cubicBezTo>
                  <a:cubicBezTo>
                    <a:pt x="30427" y="7722"/>
                    <a:pt x="4074" y="31461"/>
                    <a:pt x="1" y="36780"/>
                  </a:cubicBezTo>
                  <a:lnTo>
                    <a:pt x="32099" y="36780"/>
                  </a:lnTo>
                  <a:cubicBezTo>
                    <a:pt x="36962" y="32008"/>
                    <a:pt x="45929" y="23649"/>
                    <a:pt x="45929" y="23649"/>
                  </a:cubicBezTo>
                  <a:cubicBezTo>
                    <a:pt x="45929" y="23649"/>
                    <a:pt x="51860" y="29464"/>
                    <a:pt x="52888" y="29464"/>
                  </a:cubicBezTo>
                  <a:cubicBezTo>
                    <a:pt x="52911" y="29464"/>
                    <a:pt x="52932" y="29461"/>
                    <a:pt x="52950" y="29455"/>
                  </a:cubicBezTo>
                  <a:cubicBezTo>
                    <a:pt x="53862" y="29181"/>
                    <a:pt x="54409" y="1096"/>
                    <a:pt x="53467" y="397"/>
                  </a:cubicBezTo>
                  <a:cubicBezTo>
                    <a:pt x="53098" y="120"/>
                    <a:pt x="48951" y="1"/>
                    <a:pt x="43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3"/>
            <p:cNvSpPr/>
            <p:nvPr/>
          </p:nvSpPr>
          <p:spPr>
            <a:xfrm flipH="1" rot="10800000">
              <a:off x="469900" y="1127325"/>
              <a:ext cx="326025" cy="334375"/>
            </a:xfrm>
            <a:custGeom>
              <a:rect b="b" l="l" r="r" t="t"/>
              <a:pathLst>
                <a:path extrusionOk="0" h="13375" w="13041">
                  <a:moveTo>
                    <a:pt x="275" y="1"/>
                  </a:moveTo>
                  <a:lnTo>
                    <a:pt x="1" y="274"/>
                  </a:lnTo>
                  <a:cubicBezTo>
                    <a:pt x="92" y="335"/>
                    <a:pt x="6384" y="7235"/>
                    <a:pt x="12767" y="13375"/>
                  </a:cubicBezTo>
                  <a:lnTo>
                    <a:pt x="13041" y="13101"/>
                  </a:lnTo>
                  <a:cubicBezTo>
                    <a:pt x="6658" y="6931"/>
                    <a:pt x="335" y="92"/>
                    <a:pt x="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6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24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23" name="Google Shape;623;p24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5" name="Google Shape;625;p24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26" name="Google Shape;626;p24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8" name="Google Shape;628;p24"/>
          <p:cNvSpPr txBox="1"/>
          <p:nvPr>
            <p:ph idx="1" type="subTitle"/>
          </p:nvPr>
        </p:nvSpPr>
        <p:spPr>
          <a:xfrm>
            <a:off x="1092025" y="2243425"/>
            <a:ext cx="21966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9" name="Google Shape;62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0" name="Google Shape;630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31" name="Google Shape;631;p24"/>
          <p:cNvGrpSpPr/>
          <p:nvPr/>
        </p:nvGrpSpPr>
        <p:grpSpPr>
          <a:xfrm>
            <a:off x="3807559" y="4469092"/>
            <a:ext cx="452039" cy="524114"/>
            <a:chOff x="5815634" y="1650855"/>
            <a:chExt cx="452039" cy="524114"/>
          </a:xfrm>
        </p:grpSpPr>
        <p:sp>
          <p:nvSpPr>
            <p:cNvPr id="632" name="Google Shape;632;p24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1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25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40" name="Google Shape;640;p25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" name="Google Shape;642;p25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43" name="Google Shape;643;p25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5" name="Google Shape;645;p25"/>
          <p:cNvSpPr txBox="1"/>
          <p:nvPr>
            <p:ph type="title"/>
          </p:nvPr>
        </p:nvSpPr>
        <p:spPr>
          <a:xfrm>
            <a:off x="720000" y="2554200"/>
            <a:ext cx="58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6" name="Google Shape;646;p25"/>
          <p:cNvSpPr txBox="1"/>
          <p:nvPr>
            <p:ph hasCustomPrompt="1" idx="2" type="title"/>
          </p:nvPr>
        </p:nvSpPr>
        <p:spPr>
          <a:xfrm>
            <a:off x="3040300" y="1149000"/>
            <a:ext cx="1223100" cy="122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47" name="Google Shape;647;p25"/>
          <p:cNvSpPr txBox="1"/>
          <p:nvPr>
            <p:ph idx="1" type="subTitle"/>
          </p:nvPr>
        </p:nvSpPr>
        <p:spPr>
          <a:xfrm>
            <a:off x="1224550" y="3478300"/>
            <a:ext cx="4854600" cy="58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26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50" name="Google Shape;650;p26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6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2" name="Google Shape;652;p26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53" name="Google Shape;653;p26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6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5" name="Google Shape;655;p26"/>
          <p:cNvSpPr txBox="1"/>
          <p:nvPr>
            <p:ph type="title"/>
          </p:nvPr>
        </p:nvSpPr>
        <p:spPr>
          <a:xfrm>
            <a:off x="2566775" y="2554200"/>
            <a:ext cx="58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6" name="Google Shape;656;p26"/>
          <p:cNvSpPr txBox="1"/>
          <p:nvPr>
            <p:ph hasCustomPrompt="1" idx="2" type="title"/>
          </p:nvPr>
        </p:nvSpPr>
        <p:spPr>
          <a:xfrm>
            <a:off x="4887075" y="1149000"/>
            <a:ext cx="1223100" cy="122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57" name="Google Shape;657;p26"/>
          <p:cNvSpPr txBox="1"/>
          <p:nvPr>
            <p:ph idx="1" type="subTitle"/>
          </p:nvPr>
        </p:nvSpPr>
        <p:spPr>
          <a:xfrm>
            <a:off x="3071325" y="3396000"/>
            <a:ext cx="4854600" cy="5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58" name="Google Shape;658;p26"/>
          <p:cNvGrpSpPr/>
          <p:nvPr/>
        </p:nvGrpSpPr>
        <p:grpSpPr>
          <a:xfrm>
            <a:off x="2619284" y="4431317"/>
            <a:ext cx="452039" cy="524114"/>
            <a:chOff x="5815634" y="1650855"/>
            <a:chExt cx="452039" cy="524114"/>
          </a:xfrm>
        </p:grpSpPr>
        <p:sp>
          <p:nvSpPr>
            <p:cNvPr id="659" name="Google Shape;659;p2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5" name="Google Shape;665;p26"/>
          <p:cNvGrpSpPr/>
          <p:nvPr/>
        </p:nvGrpSpPr>
        <p:grpSpPr>
          <a:xfrm>
            <a:off x="2415209" y="156705"/>
            <a:ext cx="452039" cy="524114"/>
            <a:chOff x="5815634" y="1650855"/>
            <a:chExt cx="452039" cy="524114"/>
          </a:xfrm>
        </p:grpSpPr>
        <p:sp>
          <p:nvSpPr>
            <p:cNvPr id="666" name="Google Shape;666;p2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673;p27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74" name="Google Shape;674;p27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6" name="Google Shape;676;p27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77" name="Google Shape;677;p27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9" name="Google Shape;679;p27"/>
          <p:cNvSpPr txBox="1"/>
          <p:nvPr>
            <p:ph type="title"/>
          </p:nvPr>
        </p:nvSpPr>
        <p:spPr>
          <a:xfrm>
            <a:off x="1243950" y="2554200"/>
            <a:ext cx="6656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80" name="Google Shape;680;p27"/>
          <p:cNvSpPr txBox="1"/>
          <p:nvPr>
            <p:ph hasCustomPrompt="1" idx="2" type="title"/>
          </p:nvPr>
        </p:nvSpPr>
        <p:spPr>
          <a:xfrm>
            <a:off x="3960450" y="1149000"/>
            <a:ext cx="1223100" cy="122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81" name="Google Shape;681;p27"/>
          <p:cNvSpPr txBox="1"/>
          <p:nvPr>
            <p:ph idx="1" type="subTitle"/>
          </p:nvPr>
        </p:nvSpPr>
        <p:spPr>
          <a:xfrm>
            <a:off x="2144700" y="3396000"/>
            <a:ext cx="4854600" cy="5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82" name="Google Shape;682;p27"/>
          <p:cNvGrpSpPr/>
          <p:nvPr/>
        </p:nvGrpSpPr>
        <p:grpSpPr>
          <a:xfrm>
            <a:off x="720009" y="4489817"/>
            <a:ext cx="452039" cy="524114"/>
            <a:chOff x="5815634" y="1650855"/>
            <a:chExt cx="452039" cy="524114"/>
          </a:xfrm>
        </p:grpSpPr>
        <p:sp>
          <p:nvSpPr>
            <p:cNvPr id="683" name="Google Shape;683;p27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9" name="Google Shape;689;p27"/>
          <p:cNvGrpSpPr/>
          <p:nvPr/>
        </p:nvGrpSpPr>
        <p:grpSpPr>
          <a:xfrm>
            <a:off x="6307609" y="165417"/>
            <a:ext cx="452039" cy="524114"/>
            <a:chOff x="5815634" y="1650855"/>
            <a:chExt cx="452039" cy="524114"/>
          </a:xfrm>
        </p:grpSpPr>
        <p:sp>
          <p:nvSpPr>
            <p:cNvPr id="690" name="Google Shape;690;p27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7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7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28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98" name="Google Shape;698;p28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0" name="Google Shape;700;p28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701" name="Google Shape;701;p28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3" name="Google Shape;703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4" name="Google Shape;704;p28"/>
          <p:cNvSpPr/>
          <p:nvPr/>
        </p:nvSpPr>
        <p:spPr>
          <a:xfrm rot="-5400000">
            <a:off x="8390397" y="313642"/>
            <a:ext cx="904285" cy="602936"/>
          </a:xfrm>
          <a:custGeom>
            <a:rect b="b" l="l" r="r" t="t"/>
            <a:pathLst>
              <a:path extrusionOk="0" h="60354" w="90519">
                <a:moveTo>
                  <a:pt x="86053" y="1"/>
                </a:moveTo>
                <a:cubicBezTo>
                  <a:pt x="74910" y="1"/>
                  <a:pt x="35353" y="3312"/>
                  <a:pt x="34955" y="4425"/>
                </a:cubicBezTo>
                <a:cubicBezTo>
                  <a:pt x="34499" y="5763"/>
                  <a:pt x="44196" y="16158"/>
                  <a:pt x="44196" y="16158"/>
                </a:cubicBezTo>
                <a:lnTo>
                  <a:pt x="0" y="60353"/>
                </a:lnTo>
                <a:lnTo>
                  <a:pt x="53497" y="60353"/>
                </a:lnTo>
                <a:lnTo>
                  <a:pt x="70640" y="43210"/>
                </a:lnTo>
                <a:cubicBezTo>
                  <a:pt x="70640" y="43210"/>
                  <a:pt x="80708" y="53103"/>
                  <a:pt x="82509" y="53103"/>
                </a:cubicBezTo>
                <a:cubicBezTo>
                  <a:pt x="82549" y="53103"/>
                  <a:pt x="82584" y="53099"/>
                  <a:pt x="82616" y="53089"/>
                </a:cubicBezTo>
                <a:cubicBezTo>
                  <a:pt x="84044" y="52633"/>
                  <a:pt x="90519" y="1477"/>
                  <a:pt x="88908" y="231"/>
                </a:cubicBezTo>
                <a:cubicBezTo>
                  <a:pt x="88706" y="72"/>
                  <a:pt x="87684" y="1"/>
                  <a:pt x="8605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8"/>
          <p:cNvSpPr/>
          <p:nvPr/>
        </p:nvSpPr>
        <p:spPr>
          <a:xfrm flipH="1" rot="5400000">
            <a:off x="-150678" y="4389892"/>
            <a:ext cx="904285" cy="602936"/>
          </a:xfrm>
          <a:custGeom>
            <a:rect b="b" l="l" r="r" t="t"/>
            <a:pathLst>
              <a:path extrusionOk="0" h="60354" w="90519">
                <a:moveTo>
                  <a:pt x="86053" y="1"/>
                </a:moveTo>
                <a:cubicBezTo>
                  <a:pt x="74910" y="1"/>
                  <a:pt x="35353" y="3312"/>
                  <a:pt x="34955" y="4425"/>
                </a:cubicBezTo>
                <a:cubicBezTo>
                  <a:pt x="34499" y="5763"/>
                  <a:pt x="44196" y="16158"/>
                  <a:pt x="44196" y="16158"/>
                </a:cubicBezTo>
                <a:lnTo>
                  <a:pt x="0" y="60353"/>
                </a:lnTo>
                <a:lnTo>
                  <a:pt x="53497" y="60353"/>
                </a:lnTo>
                <a:lnTo>
                  <a:pt x="70640" y="43210"/>
                </a:lnTo>
                <a:cubicBezTo>
                  <a:pt x="70640" y="43210"/>
                  <a:pt x="80708" y="53103"/>
                  <a:pt x="82509" y="53103"/>
                </a:cubicBezTo>
                <a:cubicBezTo>
                  <a:pt x="82549" y="53103"/>
                  <a:pt x="82584" y="53099"/>
                  <a:pt x="82616" y="53089"/>
                </a:cubicBezTo>
                <a:cubicBezTo>
                  <a:pt x="84044" y="52633"/>
                  <a:pt x="90519" y="1477"/>
                  <a:pt x="88908" y="231"/>
                </a:cubicBezTo>
                <a:cubicBezTo>
                  <a:pt x="88706" y="72"/>
                  <a:pt x="87684" y="1"/>
                  <a:pt x="8605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7" name="Google Shape;707;p29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708" name="Google Shape;708;p29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0" name="Google Shape;710;p29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711" name="Google Shape;711;p29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3" name="Google Shape;713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14" name="Google Shape;714;p29"/>
          <p:cNvGrpSpPr/>
          <p:nvPr/>
        </p:nvGrpSpPr>
        <p:grpSpPr>
          <a:xfrm>
            <a:off x="8350335" y="19176"/>
            <a:ext cx="768895" cy="625639"/>
            <a:chOff x="481275" y="890825"/>
            <a:chExt cx="1708275" cy="1390000"/>
          </a:xfrm>
        </p:grpSpPr>
        <p:sp>
          <p:nvSpPr>
            <p:cNvPr id="715" name="Google Shape;715;p29"/>
            <p:cNvSpPr/>
            <p:nvPr/>
          </p:nvSpPr>
          <p:spPr>
            <a:xfrm>
              <a:off x="548150" y="907600"/>
              <a:ext cx="631500" cy="1102625"/>
            </a:xfrm>
            <a:custGeom>
              <a:rect b="b" l="l" r="r" t="t"/>
              <a:pathLst>
                <a:path extrusionOk="0" h="44105" w="25260">
                  <a:moveTo>
                    <a:pt x="17539" y="0"/>
                  </a:moveTo>
                  <a:lnTo>
                    <a:pt x="16353" y="608"/>
                  </a:lnTo>
                  <a:cubicBezTo>
                    <a:pt x="7295" y="5411"/>
                    <a:pt x="1399" y="13952"/>
                    <a:pt x="548" y="23527"/>
                  </a:cubicBezTo>
                  <a:cubicBezTo>
                    <a:pt x="0" y="29910"/>
                    <a:pt x="1885" y="37873"/>
                    <a:pt x="5107" y="42949"/>
                  </a:cubicBezTo>
                  <a:lnTo>
                    <a:pt x="5867" y="44104"/>
                  </a:lnTo>
                  <a:lnTo>
                    <a:pt x="19211" y="35533"/>
                  </a:lnTo>
                  <a:lnTo>
                    <a:pt x="18451" y="34347"/>
                  </a:lnTo>
                  <a:cubicBezTo>
                    <a:pt x="16900" y="31916"/>
                    <a:pt x="15958" y="27843"/>
                    <a:pt x="16201" y="24742"/>
                  </a:cubicBezTo>
                  <a:cubicBezTo>
                    <a:pt x="16627" y="20062"/>
                    <a:pt x="19514" y="15897"/>
                    <a:pt x="23952" y="13557"/>
                  </a:cubicBezTo>
                  <a:lnTo>
                    <a:pt x="25259" y="12888"/>
                  </a:lnTo>
                  <a:lnTo>
                    <a:pt x="17539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481275" y="891650"/>
              <a:ext cx="1147475" cy="1389175"/>
            </a:xfrm>
            <a:custGeom>
              <a:rect b="b" l="l" r="r" t="t"/>
              <a:pathLst>
                <a:path extrusionOk="0" h="55567" w="45899">
                  <a:moveTo>
                    <a:pt x="37205" y="0"/>
                  </a:moveTo>
                  <a:cubicBezTo>
                    <a:pt x="13040" y="1307"/>
                    <a:pt x="1" y="26596"/>
                    <a:pt x="14408" y="43983"/>
                  </a:cubicBezTo>
                  <a:cubicBezTo>
                    <a:pt x="21136" y="51974"/>
                    <a:pt x="30147" y="55566"/>
                    <a:pt x="38857" y="55566"/>
                  </a:cubicBezTo>
                  <a:cubicBezTo>
                    <a:pt x="41244" y="55566"/>
                    <a:pt x="43609" y="55296"/>
                    <a:pt x="45898" y="54773"/>
                  </a:cubicBezTo>
                  <a:lnTo>
                    <a:pt x="42494" y="43010"/>
                  </a:lnTo>
                  <a:cubicBezTo>
                    <a:pt x="41180" y="43315"/>
                    <a:pt x="39825" y="43473"/>
                    <a:pt x="38458" y="43473"/>
                  </a:cubicBezTo>
                  <a:cubicBezTo>
                    <a:pt x="33562" y="43473"/>
                    <a:pt x="28521" y="41452"/>
                    <a:pt x="24743" y="36961"/>
                  </a:cubicBezTo>
                  <a:cubicBezTo>
                    <a:pt x="16597" y="27113"/>
                    <a:pt x="23983" y="12857"/>
                    <a:pt x="37570" y="12098"/>
                  </a:cubicBezTo>
                  <a:lnTo>
                    <a:pt x="37205" y="0"/>
                  </a:ln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1627200" y="948625"/>
              <a:ext cx="519025" cy="509150"/>
            </a:xfrm>
            <a:custGeom>
              <a:rect b="b" l="l" r="r" t="t"/>
              <a:pathLst>
                <a:path extrusionOk="0" h="20366" w="20761">
                  <a:moveTo>
                    <a:pt x="5958" y="1"/>
                  </a:moveTo>
                  <a:lnTo>
                    <a:pt x="0" y="11126"/>
                  </a:lnTo>
                  <a:cubicBezTo>
                    <a:pt x="3557" y="12585"/>
                    <a:pt x="6140" y="15259"/>
                    <a:pt x="7994" y="19424"/>
                  </a:cubicBezTo>
                  <a:cubicBezTo>
                    <a:pt x="8116" y="19697"/>
                    <a:pt x="8238" y="20001"/>
                    <a:pt x="8359" y="20366"/>
                  </a:cubicBezTo>
                  <a:lnTo>
                    <a:pt x="20761" y="16323"/>
                  </a:lnTo>
                  <a:cubicBezTo>
                    <a:pt x="20578" y="15776"/>
                    <a:pt x="20396" y="15199"/>
                    <a:pt x="20153" y="14712"/>
                  </a:cubicBezTo>
                  <a:cubicBezTo>
                    <a:pt x="16870" y="7357"/>
                    <a:pt x="12250" y="2584"/>
                    <a:pt x="5958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9"/>
            <p:cNvSpPr/>
            <p:nvPr/>
          </p:nvSpPr>
          <p:spPr>
            <a:xfrm>
              <a:off x="1544375" y="1355925"/>
              <a:ext cx="645175" cy="906575"/>
            </a:xfrm>
            <a:custGeom>
              <a:rect b="b" l="l" r="r" t="t"/>
              <a:pathLst>
                <a:path extrusionOk="0" h="36263" w="25807">
                  <a:moveTo>
                    <a:pt x="24074" y="1"/>
                  </a:moveTo>
                  <a:lnTo>
                    <a:pt x="11672" y="4043"/>
                  </a:lnTo>
                  <a:cubicBezTo>
                    <a:pt x="12614" y="7022"/>
                    <a:pt x="12523" y="11521"/>
                    <a:pt x="11338" y="14773"/>
                  </a:cubicBezTo>
                  <a:cubicBezTo>
                    <a:pt x="9514" y="19910"/>
                    <a:pt x="5076" y="23345"/>
                    <a:pt x="0" y="24469"/>
                  </a:cubicBezTo>
                  <a:lnTo>
                    <a:pt x="3405" y="36263"/>
                  </a:lnTo>
                  <a:cubicBezTo>
                    <a:pt x="12432" y="34196"/>
                    <a:pt x="20244" y="28117"/>
                    <a:pt x="23526" y="19028"/>
                  </a:cubicBezTo>
                  <a:cubicBezTo>
                    <a:pt x="25593" y="13253"/>
                    <a:pt x="25806" y="5320"/>
                    <a:pt x="24074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1411375" y="890825"/>
              <a:ext cx="364775" cy="335950"/>
            </a:xfrm>
            <a:custGeom>
              <a:rect b="b" l="l" r="r" t="t"/>
              <a:pathLst>
                <a:path extrusionOk="0" h="13438" w="14591">
                  <a:moveTo>
                    <a:pt x="1962" y="0"/>
                  </a:moveTo>
                  <a:cubicBezTo>
                    <a:pt x="1301" y="0"/>
                    <a:pt x="647" y="20"/>
                    <a:pt x="1" y="64"/>
                  </a:cubicBezTo>
                  <a:lnTo>
                    <a:pt x="366" y="12191"/>
                  </a:lnTo>
                  <a:cubicBezTo>
                    <a:pt x="845" y="12149"/>
                    <a:pt x="1332" y="12126"/>
                    <a:pt x="1824" y="12126"/>
                  </a:cubicBezTo>
                  <a:cubicBezTo>
                    <a:pt x="2393" y="12126"/>
                    <a:pt x="2971" y="12157"/>
                    <a:pt x="3557" y="12222"/>
                  </a:cubicBezTo>
                  <a:cubicBezTo>
                    <a:pt x="5442" y="12404"/>
                    <a:pt x="7114" y="12799"/>
                    <a:pt x="8633" y="13438"/>
                  </a:cubicBezTo>
                  <a:lnTo>
                    <a:pt x="14591" y="2313"/>
                  </a:lnTo>
                  <a:cubicBezTo>
                    <a:pt x="11916" y="1219"/>
                    <a:pt x="8968" y="519"/>
                    <a:pt x="5655" y="185"/>
                  </a:cubicBezTo>
                  <a:cubicBezTo>
                    <a:pt x="4398" y="67"/>
                    <a:pt x="3168" y="0"/>
                    <a:pt x="19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29"/>
          <p:cNvGrpSpPr/>
          <p:nvPr/>
        </p:nvGrpSpPr>
        <p:grpSpPr>
          <a:xfrm rot="-5400000">
            <a:off x="-580562" y="3738745"/>
            <a:ext cx="1955999" cy="703517"/>
            <a:chOff x="3365825" y="3411425"/>
            <a:chExt cx="3866375" cy="1390625"/>
          </a:xfrm>
        </p:grpSpPr>
        <p:sp>
          <p:nvSpPr>
            <p:cNvPr id="721" name="Google Shape;721;p29"/>
            <p:cNvSpPr/>
            <p:nvPr/>
          </p:nvSpPr>
          <p:spPr>
            <a:xfrm>
              <a:off x="3510200" y="4007200"/>
              <a:ext cx="1109475" cy="718100"/>
            </a:xfrm>
            <a:custGeom>
              <a:rect b="b" l="l" r="r" t="t"/>
              <a:pathLst>
                <a:path extrusionOk="0" h="28724" w="44379">
                  <a:moveTo>
                    <a:pt x="44227" y="0"/>
                  </a:moveTo>
                  <a:lnTo>
                    <a:pt x="42069" y="486"/>
                  </a:lnTo>
                  <a:lnTo>
                    <a:pt x="42221" y="1216"/>
                  </a:lnTo>
                  <a:lnTo>
                    <a:pt x="44379" y="730"/>
                  </a:lnTo>
                  <a:lnTo>
                    <a:pt x="44227" y="0"/>
                  </a:lnTo>
                  <a:close/>
                  <a:moveTo>
                    <a:pt x="40275" y="912"/>
                  </a:moveTo>
                  <a:lnTo>
                    <a:pt x="38117" y="1398"/>
                  </a:lnTo>
                  <a:lnTo>
                    <a:pt x="38269" y="2128"/>
                  </a:lnTo>
                  <a:lnTo>
                    <a:pt x="40427" y="1641"/>
                  </a:lnTo>
                  <a:lnTo>
                    <a:pt x="40275" y="912"/>
                  </a:lnTo>
                  <a:close/>
                  <a:moveTo>
                    <a:pt x="36293" y="1824"/>
                  </a:moveTo>
                  <a:lnTo>
                    <a:pt x="34135" y="2310"/>
                  </a:lnTo>
                  <a:lnTo>
                    <a:pt x="34287" y="3040"/>
                  </a:lnTo>
                  <a:lnTo>
                    <a:pt x="36445" y="2553"/>
                  </a:lnTo>
                  <a:lnTo>
                    <a:pt x="36293" y="1824"/>
                  </a:lnTo>
                  <a:close/>
                  <a:moveTo>
                    <a:pt x="32312" y="2736"/>
                  </a:moveTo>
                  <a:lnTo>
                    <a:pt x="30153" y="3222"/>
                  </a:lnTo>
                  <a:lnTo>
                    <a:pt x="30305" y="3951"/>
                  </a:lnTo>
                  <a:lnTo>
                    <a:pt x="32464" y="3465"/>
                  </a:lnTo>
                  <a:lnTo>
                    <a:pt x="32312" y="2736"/>
                  </a:lnTo>
                  <a:close/>
                  <a:moveTo>
                    <a:pt x="28330" y="3617"/>
                  </a:moveTo>
                  <a:lnTo>
                    <a:pt x="26901" y="3951"/>
                  </a:lnTo>
                  <a:lnTo>
                    <a:pt x="26293" y="4863"/>
                  </a:lnTo>
                  <a:lnTo>
                    <a:pt x="26962" y="5289"/>
                  </a:lnTo>
                  <a:lnTo>
                    <a:pt x="27357" y="4590"/>
                  </a:lnTo>
                  <a:lnTo>
                    <a:pt x="28482" y="4316"/>
                  </a:lnTo>
                  <a:lnTo>
                    <a:pt x="28330" y="3617"/>
                  </a:lnTo>
                  <a:close/>
                  <a:moveTo>
                    <a:pt x="25229" y="6413"/>
                  </a:moveTo>
                  <a:lnTo>
                    <a:pt x="24014" y="8268"/>
                  </a:lnTo>
                  <a:lnTo>
                    <a:pt x="24682" y="8693"/>
                  </a:lnTo>
                  <a:lnTo>
                    <a:pt x="25898" y="6839"/>
                  </a:lnTo>
                  <a:lnTo>
                    <a:pt x="25229" y="6413"/>
                  </a:lnTo>
                  <a:close/>
                  <a:moveTo>
                    <a:pt x="23010" y="9787"/>
                  </a:moveTo>
                  <a:lnTo>
                    <a:pt x="21795" y="11672"/>
                  </a:lnTo>
                  <a:lnTo>
                    <a:pt x="22433" y="12067"/>
                  </a:lnTo>
                  <a:lnTo>
                    <a:pt x="23649" y="10213"/>
                  </a:lnTo>
                  <a:lnTo>
                    <a:pt x="23010" y="9787"/>
                  </a:lnTo>
                  <a:close/>
                  <a:moveTo>
                    <a:pt x="20761" y="13222"/>
                  </a:moveTo>
                  <a:lnTo>
                    <a:pt x="19545" y="15076"/>
                  </a:lnTo>
                  <a:lnTo>
                    <a:pt x="20184" y="15502"/>
                  </a:lnTo>
                  <a:lnTo>
                    <a:pt x="21399" y="13648"/>
                  </a:lnTo>
                  <a:lnTo>
                    <a:pt x="20761" y="13222"/>
                  </a:lnTo>
                  <a:close/>
                  <a:moveTo>
                    <a:pt x="18481" y="16626"/>
                  </a:moveTo>
                  <a:lnTo>
                    <a:pt x="17266" y="18511"/>
                  </a:lnTo>
                  <a:lnTo>
                    <a:pt x="17904" y="18906"/>
                  </a:lnTo>
                  <a:lnTo>
                    <a:pt x="19120" y="17052"/>
                  </a:lnTo>
                  <a:lnTo>
                    <a:pt x="18481" y="16626"/>
                  </a:lnTo>
                  <a:close/>
                  <a:moveTo>
                    <a:pt x="16263" y="20031"/>
                  </a:moveTo>
                  <a:lnTo>
                    <a:pt x="15472" y="21247"/>
                  </a:lnTo>
                  <a:lnTo>
                    <a:pt x="14986" y="21459"/>
                  </a:lnTo>
                  <a:lnTo>
                    <a:pt x="15290" y="22158"/>
                  </a:lnTo>
                  <a:lnTo>
                    <a:pt x="15959" y="21854"/>
                  </a:lnTo>
                  <a:lnTo>
                    <a:pt x="16931" y="20426"/>
                  </a:lnTo>
                  <a:lnTo>
                    <a:pt x="16263" y="20031"/>
                  </a:lnTo>
                  <a:close/>
                  <a:moveTo>
                    <a:pt x="13284" y="22219"/>
                  </a:moveTo>
                  <a:lnTo>
                    <a:pt x="11217" y="23131"/>
                  </a:lnTo>
                  <a:lnTo>
                    <a:pt x="11521" y="23830"/>
                  </a:lnTo>
                  <a:lnTo>
                    <a:pt x="13588" y="22918"/>
                  </a:lnTo>
                  <a:lnTo>
                    <a:pt x="13284" y="22219"/>
                  </a:lnTo>
                  <a:close/>
                  <a:moveTo>
                    <a:pt x="9545" y="23861"/>
                  </a:moveTo>
                  <a:lnTo>
                    <a:pt x="7509" y="24772"/>
                  </a:lnTo>
                  <a:lnTo>
                    <a:pt x="7813" y="25441"/>
                  </a:lnTo>
                  <a:lnTo>
                    <a:pt x="9849" y="24529"/>
                  </a:lnTo>
                  <a:lnTo>
                    <a:pt x="9545" y="23861"/>
                  </a:lnTo>
                  <a:close/>
                  <a:moveTo>
                    <a:pt x="5776" y="25502"/>
                  </a:moveTo>
                  <a:lnTo>
                    <a:pt x="3740" y="26414"/>
                  </a:lnTo>
                  <a:lnTo>
                    <a:pt x="4044" y="27082"/>
                  </a:lnTo>
                  <a:lnTo>
                    <a:pt x="6080" y="26171"/>
                  </a:lnTo>
                  <a:lnTo>
                    <a:pt x="5776" y="25502"/>
                  </a:lnTo>
                  <a:close/>
                  <a:moveTo>
                    <a:pt x="2068" y="27113"/>
                  </a:moveTo>
                  <a:lnTo>
                    <a:pt x="1" y="28025"/>
                  </a:lnTo>
                  <a:lnTo>
                    <a:pt x="305" y="28724"/>
                  </a:lnTo>
                  <a:lnTo>
                    <a:pt x="2372" y="27812"/>
                  </a:lnTo>
                  <a:lnTo>
                    <a:pt x="2068" y="27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4717675" y="3584700"/>
              <a:ext cx="193050" cy="349575"/>
            </a:xfrm>
            <a:custGeom>
              <a:rect b="b" l="l" r="r" t="t"/>
              <a:pathLst>
                <a:path extrusionOk="0" h="13983" w="7722">
                  <a:moveTo>
                    <a:pt x="7022" y="0"/>
                  </a:moveTo>
                  <a:lnTo>
                    <a:pt x="5958" y="2067"/>
                  </a:lnTo>
                  <a:lnTo>
                    <a:pt x="6657" y="2432"/>
                  </a:lnTo>
                  <a:lnTo>
                    <a:pt x="7721" y="334"/>
                  </a:lnTo>
                  <a:lnTo>
                    <a:pt x="7022" y="0"/>
                  </a:lnTo>
                  <a:close/>
                  <a:moveTo>
                    <a:pt x="5046" y="3860"/>
                  </a:moveTo>
                  <a:lnTo>
                    <a:pt x="3983" y="5958"/>
                  </a:lnTo>
                  <a:lnTo>
                    <a:pt x="4682" y="6292"/>
                  </a:lnTo>
                  <a:lnTo>
                    <a:pt x="5745" y="4195"/>
                  </a:lnTo>
                  <a:lnTo>
                    <a:pt x="5046" y="3860"/>
                  </a:lnTo>
                  <a:close/>
                  <a:moveTo>
                    <a:pt x="3071" y="7690"/>
                  </a:moveTo>
                  <a:lnTo>
                    <a:pt x="2007" y="9787"/>
                  </a:lnTo>
                  <a:lnTo>
                    <a:pt x="2706" y="10122"/>
                  </a:lnTo>
                  <a:lnTo>
                    <a:pt x="3770" y="8055"/>
                  </a:lnTo>
                  <a:lnTo>
                    <a:pt x="3071" y="7690"/>
                  </a:lnTo>
                  <a:close/>
                  <a:moveTo>
                    <a:pt x="1065" y="11550"/>
                  </a:moveTo>
                  <a:lnTo>
                    <a:pt x="1" y="13617"/>
                  </a:lnTo>
                  <a:lnTo>
                    <a:pt x="700" y="13982"/>
                  </a:lnTo>
                  <a:lnTo>
                    <a:pt x="1764" y="11885"/>
                  </a:lnTo>
                  <a:lnTo>
                    <a:pt x="1065" y="115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5012525" y="3452475"/>
              <a:ext cx="466600" cy="68400"/>
            </a:xfrm>
            <a:custGeom>
              <a:rect b="b" l="l" r="r" t="t"/>
              <a:pathLst>
                <a:path extrusionOk="0" h="2736" w="18664">
                  <a:moveTo>
                    <a:pt x="18602" y="0"/>
                  </a:moveTo>
                  <a:lnTo>
                    <a:pt x="16353" y="213"/>
                  </a:lnTo>
                  <a:lnTo>
                    <a:pt x="16444" y="973"/>
                  </a:lnTo>
                  <a:lnTo>
                    <a:pt x="18663" y="760"/>
                  </a:lnTo>
                  <a:lnTo>
                    <a:pt x="18602" y="0"/>
                  </a:lnTo>
                  <a:close/>
                  <a:moveTo>
                    <a:pt x="14529" y="456"/>
                  </a:moveTo>
                  <a:lnTo>
                    <a:pt x="12310" y="669"/>
                  </a:lnTo>
                  <a:lnTo>
                    <a:pt x="12371" y="1429"/>
                  </a:lnTo>
                  <a:lnTo>
                    <a:pt x="14621" y="1216"/>
                  </a:lnTo>
                  <a:lnTo>
                    <a:pt x="14529" y="456"/>
                  </a:lnTo>
                  <a:close/>
                  <a:moveTo>
                    <a:pt x="10426" y="882"/>
                  </a:moveTo>
                  <a:lnTo>
                    <a:pt x="8177" y="1094"/>
                  </a:lnTo>
                  <a:lnTo>
                    <a:pt x="8268" y="1854"/>
                  </a:lnTo>
                  <a:lnTo>
                    <a:pt x="10517" y="1642"/>
                  </a:lnTo>
                  <a:lnTo>
                    <a:pt x="10426" y="882"/>
                  </a:lnTo>
                  <a:close/>
                  <a:moveTo>
                    <a:pt x="6323" y="1307"/>
                  </a:moveTo>
                  <a:lnTo>
                    <a:pt x="4104" y="1550"/>
                  </a:lnTo>
                  <a:lnTo>
                    <a:pt x="4164" y="2310"/>
                  </a:lnTo>
                  <a:lnTo>
                    <a:pt x="6414" y="2067"/>
                  </a:lnTo>
                  <a:lnTo>
                    <a:pt x="6323" y="1307"/>
                  </a:lnTo>
                  <a:close/>
                  <a:moveTo>
                    <a:pt x="2219" y="1733"/>
                  </a:moveTo>
                  <a:lnTo>
                    <a:pt x="0" y="1976"/>
                  </a:lnTo>
                  <a:lnTo>
                    <a:pt x="61" y="2736"/>
                  </a:lnTo>
                  <a:lnTo>
                    <a:pt x="2310" y="2493"/>
                  </a:lnTo>
                  <a:lnTo>
                    <a:pt x="2219" y="17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5571800" y="3520850"/>
              <a:ext cx="449875" cy="869350"/>
            </a:xfrm>
            <a:custGeom>
              <a:rect b="b" l="l" r="r" t="t"/>
              <a:pathLst>
                <a:path extrusionOk="0" h="34774" w="17995">
                  <a:moveTo>
                    <a:pt x="730" y="1"/>
                  </a:moveTo>
                  <a:lnTo>
                    <a:pt x="0" y="274"/>
                  </a:lnTo>
                  <a:lnTo>
                    <a:pt x="791" y="2311"/>
                  </a:lnTo>
                  <a:lnTo>
                    <a:pt x="1520" y="2037"/>
                  </a:lnTo>
                  <a:lnTo>
                    <a:pt x="730" y="1"/>
                  </a:lnTo>
                  <a:close/>
                  <a:moveTo>
                    <a:pt x="2159" y="3800"/>
                  </a:moveTo>
                  <a:lnTo>
                    <a:pt x="1429" y="4074"/>
                  </a:lnTo>
                  <a:lnTo>
                    <a:pt x="2250" y="6110"/>
                  </a:lnTo>
                  <a:lnTo>
                    <a:pt x="2949" y="5837"/>
                  </a:lnTo>
                  <a:lnTo>
                    <a:pt x="2159" y="3800"/>
                  </a:lnTo>
                  <a:close/>
                  <a:moveTo>
                    <a:pt x="3618" y="7600"/>
                  </a:moveTo>
                  <a:lnTo>
                    <a:pt x="2888" y="7873"/>
                  </a:lnTo>
                  <a:lnTo>
                    <a:pt x="3678" y="9910"/>
                  </a:lnTo>
                  <a:lnTo>
                    <a:pt x="4408" y="9636"/>
                  </a:lnTo>
                  <a:lnTo>
                    <a:pt x="3618" y="7600"/>
                  </a:lnTo>
                  <a:close/>
                  <a:moveTo>
                    <a:pt x="5077" y="11399"/>
                  </a:moveTo>
                  <a:lnTo>
                    <a:pt x="4377" y="11673"/>
                  </a:lnTo>
                  <a:lnTo>
                    <a:pt x="5168" y="13709"/>
                  </a:lnTo>
                  <a:lnTo>
                    <a:pt x="5897" y="13436"/>
                  </a:lnTo>
                  <a:lnTo>
                    <a:pt x="5077" y="11399"/>
                  </a:lnTo>
                  <a:close/>
                  <a:moveTo>
                    <a:pt x="6536" y="15168"/>
                  </a:moveTo>
                  <a:lnTo>
                    <a:pt x="5806" y="15411"/>
                  </a:lnTo>
                  <a:lnTo>
                    <a:pt x="6596" y="17478"/>
                  </a:lnTo>
                  <a:lnTo>
                    <a:pt x="7326" y="17205"/>
                  </a:lnTo>
                  <a:lnTo>
                    <a:pt x="6536" y="15168"/>
                  </a:lnTo>
                  <a:close/>
                  <a:moveTo>
                    <a:pt x="7964" y="18846"/>
                  </a:moveTo>
                  <a:lnTo>
                    <a:pt x="7326" y="19272"/>
                  </a:lnTo>
                  <a:lnTo>
                    <a:pt x="8542" y="21126"/>
                  </a:lnTo>
                  <a:lnTo>
                    <a:pt x="9180" y="20700"/>
                  </a:lnTo>
                  <a:lnTo>
                    <a:pt x="7964" y="18846"/>
                  </a:lnTo>
                  <a:close/>
                  <a:moveTo>
                    <a:pt x="10183" y="22220"/>
                  </a:moveTo>
                  <a:lnTo>
                    <a:pt x="9514" y="22646"/>
                  </a:lnTo>
                  <a:lnTo>
                    <a:pt x="10730" y="24500"/>
                  </a:lnTo>
                  <a:lnTo>
                    <a:pt x="11399" y="24074"/>
                  </a:lnTo>
                  <a:lnTo>
                    <a:pt x="10183" y="22220"/>
                  </a:lnTo>
                  <a:close/>
                  <a:moveTo>
                    <a:pt x="12371" y="25655"/>
                  </a:moveTo>
                  <a:lnTo>
                    <a:pt x="11733" y="26050"/>
                  </a:lnTo>
                  <a:lnTo>
                    <a:pt x="12949" y="27934"/>
                  </a:lnTo>
                  <a:lnTo>
                    <a:pt x="13587" y="27509"/>
                  </a:lnTo>
                  <a:lnTo>
                    <a:pt x="12371" y="25655"/>
                  </a:lnTo>
                  <a:close/>
                  <a:moveTo>
                    <a:pt x="14590" y="29059"/>
                  </a:moveTo>
                  <a:lnTo>
                    <a:pt x="13922" y="29485"/>
                  </a:lnTo>
                  <a:lnTo>
                    <a:pt x="15168" y="31339"/>
                  </a:lnTo>
                  <a:lnTo>
                    <a:pt x="15806" y="30913"/>
                  </a:lnTo>
                  <a:lnTo>
                    <a:pt x="14590" y="29059"/>
                  </a:lnTo>
                  <a:close/>
                  <a:moveTo>
                    <a:pt x="16779" y="32494"/>
                  </a:moveTo>
                  <a:lnTo>
                    <a:pt x="16141" y="32889"/>
                  </a:lnTo>
                  <a:lnTo>
                    <a:pt x="17356" y="34773"/>
                  </a:lnTo>
                  <a:lnTo>
                    <a:pt x="17995" y="34348"/>
                  </a:lnTo>
                  <a:lnTo>
                    <a:pt x="16779" y="324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6109050" y="4086975"/>
              <a:ext cx="815375" cy="320700"/>
            </a:xfrm>
            <a:custGeom>
              <a:rect b="b" l="l" r="r" t="t"/>
              <a:pathLst>
                <a:path extrusionOk="0" h="12828" w="32615">
                  <a:moveTo>
                    <a:pt x="32524" y="1"/>
                  </a:moveTo>
                  <a:lnTo>
                    <a:pt x="30244" y="213"/>
                  </a:lnTo>
                  <a:lnTo>
                    <a:pt x="30335" y="973"/>
                  </a:lnTo>
                  <a:lnTo>
                    <a:pt x="32615" y="760"/>
                  </a:lnTo>
                  <a:lnTo>
                    <a:pt x="32524" y="1"/>
                  </a:lnTo>
                  <a:close/>
                  <a:moveTo>
                    <a:pt x="28359" y="396"/>
                  </a:moveTo>
                  <a:lnTo>
                    <a:pt x="26080" y="639"/>
                  </a:lnTo>
                  <a:lnTo>
                    <a:pt x="26141" y="1399"/>
                  </a:lnTo>
                  <a:lnTo>
                    <a:pt x="28420" y="1156"/>
                  </a:lnTo>
                  <a:lnTo>
                    <a:pt x="28359" y="396"/>
                  </a:lnTo>
                  <a:close/>
                  <a:moveTo>
                    <a:pt x="24165" y="791"/>
                  </a:moveTo>
                  <a:lnTo>
                    <a:pt x="21885" y="1034"/>
                  </a:lnTo>
                  <a:lnTo>
                    <a:pt x="21976" y="1794"/>
                  </a:lnTo>
                  <a:lnTo>
                    <a:pt x="24256" y="1551"/>
                  </a:lnTo>
                  <a:lnTo>
                    <a:pt x="24165" y="791"/>
                  </a:lnTo>
                  <a:close/>
                  <a:moveTo>
                    <a:pt x="19940" y="1216"/>
                  </a:moveTo>
                  <a:lnTo>
                    <a:pt x="17660" y="1429"/>
                  </a:lnTo>
                  <a:lnTo>
                    <a:pt x="17751" y="2189"/>
                  </a:lnTo>
                  <a:lnTo>
                    <a:pt x="20031" y="1976"/>
                  </a:lnTo>
                  <a:lnTo>
                    <a:pt x="19940" y="1216"/>
                  </a:lnTo>
                  <a:close/>
                  <a:moveTo>
                    <a:pt x="15776" y="1642"/>
                  </a:moveTo>
                  <a:lnTo>
                    <a:pt x="13496" y="1855"/>
                  </a:lnTo>
                  <a:lnTo>
                    <a:pt x="13557" y="2615"/>
                  </a:lnTo>
                  <a:lnTo>
                    <a:pt x="15867" y="2402"/>
                  </a:lnTo>
                  <a:lnTo>
                    <a:pt x="15776" y="1642"/>
                  </a:lnTo>
                  <a:close/>
                  <a:moveTo>
                    <a:pt x="11794" y="3071"/>
                  </a:moveTo>
                  <a:lnTo>
                    <a:pt x="9970" y="4469"/>
                  </a:lnTo>
                  <a:lnTo>
                    <a:pt x="10426" y="5077"/>
                  </a:lnTo>
                  <a:lnTo>
                    <a:pt x="12250" y="3678"/>
                  </a:lnTo>
                  <a:lnTo>
                    <a:pt x="11794" y="3071"/>
                  </a:lnTo>
                  <a:close/>
                  <a:moveTo>
                    <a:pt x="8481" y="5654"/>
                  </a:moveTo>
                  <a:lnTo>
                    <a:pt x="6657" y="7052"/>
                  </a:lnTo>
                  <a:lnTo>
                    <a:pt x="7113" y="7660"/>
                  </a:lnTo>
                  <a:lnTo>
                    <a:pt x="8937" y="6262"/>
                  </a:lnTo>
                  <a:lnTo>
                    <a:pt x="8481" y="5654"/>
                  </a:lnTo>
                  <a:close/>
                  <a:moveTo>
                    <a:pt x="5167" y="8238"/>
                  </a:moveTo>
                  <a:lnTo>
                    <a:pt x="3344" y="9636"/>
                  </a:lnTo>
                  <a:lnTo>
                    <a:pt x="3800" y="10244"/>
                  </a:lnTo>
                  <a:lnTo>
                    <a:pt x="5623" y="8846"/>
                  </a:lnTo>
                  <a:lnTo>
                    <a:pt x="5167" y="8238"/>
                  </a:lnTo>
                  <a:close/>
                  <a:moveTo>
                    <a:pt x="1824" y="10821"/>
                  </a:moveTo>
                  <a:lnTo>
                    <a:pt x="0" y="12220"/>
                  </a:lnTo>
                  <a:lnTo>
                    <a:pt x="456" y="12827"/>
                  </a:lnTo>
                  <a:lnTo>
                    <a:pt x="2280" y="11429"/>
                  </a:lnTo>
                  <a:lnTo>
                    <a:pt x="1824" y="1082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3365825" y="4716925"/>
              <a:ext cx="85900" cy="85125"/>
            </a:xfrm>
            <a:custGeom>
              <a:rect b="b" l="l" r="r" t="t"/>
              <a:pathLst>
                <a:path extrusionOk="0" h="3405" w="3436">
                  <a:moveTo>
                    <a:pt x="1733" y="0"/>
                  </a:moveTo>
                  <a:cubicBezTo>
                    <a:pt x="761" y="0"/>
                    <a:pt x="1" y="760"/>
                    <a:pt x="1" y="1703"/>
                  </a:cubicBezTo>
                  <a:cubicBezTo>
                    <a:pt x="1" y="2645"/>
                    <a:pt x="761" y="3405"/>
                    <a:pt x="1733" y="3405"/>
                  </a:cubicBezTo>
                  <a:cubicBezTo>
                    <a:pt x="2676" y="3405"/>
                    <a:pt x="3435" y="2645"/>
                    <a:pt x="3435" y="1703"/>
                  </a:cubicBezTo>
                  <a:cubicBezTo>
                    <a:pt x="3435" y="760"/>
                    <a:pt x="2676" y="0"/>
                    <a:pt x="1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3855950" y="4495025"/>
              <a:ext cx="85900" cy="85900"/>
            </a:xfrm>
            <a:custGeom>
              <a:rect b="b" l="l" r="r" t="t"/>
              <a:pathLst>
                <a:path extrusionOk="0" h="3436" w="3436">
                  <a:moveTo>
                    <a:pt x="1703" y="1"/>
                  </a:moveTo>
                  <a:cubicBezTo>
                    <a:pt x="761" y="1"/>
                    <a:pt x="1" y="761"/>
                    <a:pt x="1" y="1734"/>
                  </a:cubicBezTo>
                  <a:cubicBezTo>
                    <a:pt x="1" y="2676"/>
                    <a:pt x="761" y="3436"/>
                    <a:pt x="1703" y="3436"/>
                  </a:cubicBezTo>
                  <a:cubicBezTo>
                    <a:pt x="2676" y="3436"/>
                    <a:pt x="3436" y="2676"/>
                    <a:pt x="3436" y="1734"/>
                  </a:cubicBezTo>
                  <a:cubicBezTo>
                    <a:pt x="3436" y="761"/>
                    <a:pt x="2676" y="1"/>
                    <a:pt x="1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4145475" y="4071775"/>
              <a:ext cx="85900" cy="85125"/>
            </a:xfrm>
            <a:custGeom>
              <a:rect b="b" l="l" r="r" t="t"/>
              <a:pathLst>
                <a:path extrusionOk="0" h="3405" w="3436">
                  <a:moveTo>
                    <a:pt x="1733" y="1"/>
                  </a:moveTo>
                  <a:cubicBezTo>
                    <a:pt x="791" y="1"/>
                    <a:pt x="1" y="761"/>
                    <a:pt x="1" y="1703"/>
                  </a:cubicBezTo>
                  <a:cubicBezTo>
                    <a:pt x="1" y="2645"/>
                    <a:pt x="791" y="3405"/>
                    <a:pt x="1733" y="3405"/>
                  </a:cubicBezTo>
                  <a:cubicBezTo>
                    <a:pt x="2676" y="3405"/>
                    <a:pt x="3435" y="2645"/>
                    <a:pt x="3435" y="1703"/>
                  </a:cubicBezTo>
                  <a:cubicBezTo>
                    <a:pt x="3435" y="761"/>
                    <a:pt x="2676" y="1"/>
                    <a:pt x="17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4648525" y="3955525"/>
              <a:ext cx="85125" cy="85875"/>
            </a:xfrm>
            <a:custGeom>
              <a:rect b="b" l="l" r="r" t="t"/>
              <a:pathLst>
                <a:path extrusionOk="0" h="3435" w="3405">
                  <a:moveTo>
                    <a:pt x="1703" y="0"/>
                  </a:moveTo>
                  <a:cubicBezTo>
                    <a:pt x="761" y="0"/>
                    <a:pt x="1" y="760"/>
                    <a:pt x="1" y="1702"/>
                  </a:cubicBezTo>
                  <a:cubicBezTo>
                    <a:pt x="1" y="2675"/>
                    <a:pt x="761" y="3435"/>
                    <a:pt x="1703" y="3435"/>
                  </a:cubicBezTo>
                  <a:cubicBezTo>
                    <a:pt x="2645" y="3435"/>
                    <a:pt x="3405" y="2675"/>
                    <a:pt x="3405" y="1702"/>
                  </a:cubicBezTo>
                  <a:cubicBezTo>
                    <a:pt x="3405" y="760"/>
                    <a:pt x="2645" y="0"/>
                    <a:pt x="1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4895500" y="3476775"/>
              <a:ext cx="85125" cy="85900"/>
            </a:xfrm>
            <a:custGeom>
              <a:rect b="b" l="l" r="r" t="t"/>
              <a:pathLst>
                <a:path extrusionOk="0" h="3436" w="3405">
                  <a:moveTo>
                    <a:pt x="1702" y="1"/>
                  </a:moveTo>
                  <a:cubicBezTo>
                    <a:pt x="760" y="1"/>
                    <a:pt x="0" y="761"/>
                    <a:pt x="0" y="1733"/>
                  </a:cubicBezTo>
                  <a:cubicBezTo>
                    <a:pt x="0" y="2676"/>
                    <a:pt x="760" y="3436"/>
                    <a:pt x="1702" y="3436"/>
                  </a:cubicBezTo>
                  <a:cubicBezTo>
                    <a:pt x="2645" y="3436"/>
                    <a:pt x="3405" y="2676"/>
                    <a:pt x="3405" y="1733"/>
                  </a:cubicBezTo>
                  <a:cubicBezTo>
                    <a:pt x="3405" y="761"/>
                    <a:pt x="2645" y="1"/>
                    <a:pt x="17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5511000" y="3411425"/>
              <a:ext cx="85150" cy="85900"/>
            </a:xfrm>
            <a:custGeom>
              <a:rect b="b" l="l" r="r" t="t"/>
              <a:pathLst>
                <a:path extrusionOk="0" h="3436" w="3406">
                  <a:moveTo>
                    <a:pt x="1703" y="1"/>
                  </a:moveTo>
                  <a:cubicBezTo>
                    <a:pt x="761" y="1"/>
                    <a:pt x="1" y="761"/>
                    <a:pt x="1" y="1703"/>
                  </a:cubicBezTo>
                  <a:cubicBezTo>
                    <a:pt x="1" y="2645"/>
                    <a:pt x="761" y="3436"/>
                    <a:pt x="1703" y="3436"/>
                  </a:cubicBezTo>
                  <a:cubicBezTo>
                    <a:pt x="2645" y="3436"/>
                    <a:pt x="3405" y="2645"/>
                    <a:pt x="3405" y="1703"/>
                  </a:cubicBezTo>
                  <a:cubicBezTo>
                    <a:pt x="3405" y="761"/>
                    <a:pt x="2645" y="1"/>
                    <a:pt x="1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9"/>
            <p:cNvSpPr/>
            <p:nvPr/>
          </p:nvSpPr>
          <p:spPr>
            <a:xfrm>
              <a:off x="5723775" y="3943350"/>
              <a:ext cx="85125" cy="85900"/>
            </a:xfrm>
            <a:custGeom>
              <a:rect b="b" l="l" r="r" t="t"/>
              <a:pathLst>
                <a:path extrusionOk="0" h="3436" w="3405">
                  <a:moveTo>
                    <a:pt x="1703" y="1"/>
                  </a:moveTo>
                  <a:cubicBezTo>
                    <a:pt x="760" y="1"/>
                    <a:pt x="1" y="761"/>
                    <a:pt x="1" y="1703"/>
                  </a:cubicBezTo>
                  <a:cubicBezTo>
                    <a:pt x="1" y="2645"/>
                    <a:pt x="760" y="3435"/>
                    <a:pt x="1703" y="3435"/>
                  </a:cubicBezTo>
                  <a:cubicBezTo>
                    <a:pt x="2645" y="3435"/>
                    <a:pt x="3405" y="2645"/>
                    <a:pt x="3405" y="1703"/>
                  </a:cubicBezTo>
                  <a:cubicBezTo>
                    <a:pt x="3405" y="761"/>
                    <a:pt x="2645" y="1"/>
                    <a:pt x="1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9"/>
            <p:cNvSpPr/>
            <p:nvPr/>
          </p:nvSpPr>
          <p:spPr>
            <a:xfrm>
              <a:off x="6011025" y="4392450"/>
              <a:ext cx="85875" cy="85900"/>
            </a:xfrm>
            <a:custGeom>
              <a:rect b="b" l="l" r="r" t="t"/>
              <a:pathLst>
                <a:path extrusionOk="0" h="3436" w="3435">
                  <a:moveTo>
                    <a:pt x="1733" y="1"/>
                  </a:moveTo>
                  <a:cubicBezTo>
                    <a:pt x="760" y="1"/>
                    <a:pt x="0" y="760"/>
                    <a:pt x="0" y="1733"/>
                  </a:cubicBezTo>
                  <a:cubicBezTo>
                    <a:pt x="0" y="2675"/>
                    <a:pt x="760" y="3435"/>
                    <a:pt x="1733" y="3435"/>
                  </a:cubicBezTo>
                  <a:cubicBezTo>
                    <a:pt x="2675" y="3435"/>
                    <a:pt x="3435" y="2675"/>
                    <a:pt x="3435" y="1733"/>
                  </a:cubicBezTo>
                  <a:cubicBezTo>
                    <a:pt x="3435" y="760"/>
                    <a:pt x="2675" y="1"/>
                    <a:pt x="17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6403125" y="4099900"/>
              <a:ext cx="85125" cy="85875"/>
            </a:xfrm>
            <a:custGeom>
              <a:rect b="b" l="l" r="r" t="t"/>
              <a:pathLst>
                <a:path extrusionOk="0" h="3435" w="3405">
                  <a:moveTo>
                    <a:pt x="1703" y="0"/>
                  </a:moveTo>
                  <a:cubicBezTo>
                    <a:pt x="760" y="0"/>
                    <a:pt x="0" y="760"/>
                    <a:pt x="0" y="1733"/>
                  </a:cubicBezTo>
                  <a:cubicBezTo>
                    <a:pt x="0" y="2675"/>
                    <a:pt x="760" y="3435"/>
                    <a:pt x="1703" y="3435"/>
                  </a:cubicBezTo>
                  <a:cubicBezTo>
                    <a:pt x="2645" y="3435"/>
                    <a:pt x="3405" y="2675"/>
                    <a:pt x="3405" y="1733"/>
                  </a:cubicBezTo>
                  <a:cubicBezTo>
                    <a:pt x="3405" y="760"/>
                    <a:pt x="2645" y="0"/>
                    <a:pt x="1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6988250" y="3996550"/>
              <a:ext cx="243950" cy="177850"/>
            </a:xfrm>
            <a:custGeom>
              <a:rect b="b" l="l" r="r" t="t"/>
              <a:pathLst>
                <a:path extrusionOk="0" h="7114" w="9758">
                  <a:moveTo>
                    <a:pt x="0" y="0"/>
                  </a:moveTo>
                  <a:lnTo>
                    <a:pt x="851" y="7113"/>
                  </a:lnTo>
                  <a:lnTo>
                    <a:pt x="9757" y="2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2_1_1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oogle Shape;737;p30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738" name="Google Shape;738;p30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30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741" name="Google Shape;741;p30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0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3" name="Google Shape;743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44" name="Google Shape;744;p30"/>
          <p:cNvGrpSpPr/>
          <p:nvPr/>
        </p:nvGrpSpPr>
        <p:grpSpPr>
          <a:xfrm>
            <a:off x="7900012" y="90568"/>
            <a:ext cx="1177606" cy="869950"/>
            <a:chOff x="887825" y="3946025"/>
            <a:chExt cx="1317675" cy="973425"/>
          </a:xfrm>
        </p:grpSpPr>
        <p:sp>
          <p:nvSpPr>
            <p:cNvPr id="745" name="Google Shape;745;p30"/>
            <p:cNvSpPr/>
            <p:nvPr/>
          </p:nvSpPr>
          <p:spPr>
            <a:xfrm>
              <a:off x="887825" y="3946025"/>
              <a:ext cx="1317675" cy="973425"/>
            </a:xfrm>
            <a:custGeom>
              <a:rect b="b" l="l" r="r" t="t"/>
              <a:pathLst>
                <a:path extrusionOk="0" h="38937" w="52707">
                  <a:moveTo>
                    <a:pt x="42898" y="1"/>
                  </a:moveTo>
                  <a:cubicBezTo>
                    <a:pt x="42574" y="1"/>
                    <a:pt x="42244" y="45"/>
                    <a:pt x="41916" y="137"/>
                  </a:cubicBezTo>
                  <a:cubicBezTo>
                    <a:pt x="28755" y="3572"/>
                    <a:pt x="15806" y="7128"/>
                    <a:pt x="3070" y="10715"/>
                  </a:cubicBezTo>
                  <a:cubicBezTo>
                    <a:pt x="1155" y="11262"/>
                    <a:pt x="0" y="13268"/>
                    <a:pt x="547" y="15213"/>
                  </a:cubicBezTo>
                  <a:cubicBezTo>
                    <a:pt x="2432" y="22235"/>
                    <a:pt x="4377" y="29226"/>
                    <a:pt x="6262" y="36247"/>
                  </a:cubicBezTo>
                  <a:cubicBezTo>
                    <a:pt x="6717" y="37865"/>
                    <a:pt x="8181" y="38936"/>
                    <a:pt x="9780" y="38936"/>
                  </a:cubicBezTo>
                  <a:cubicBezTo>
                    <a:pt x="10104" y="38936"/>
                    <a:pt x="10433" y="38892"/>
                    <a:pt x="10760" y="38800"/>
                  </a:cubicBezTo>
                  <a:cubicBezTo>
                    <a:pt x="23375" y="35548"/>
                    <a:pt x="36323" y="31992"/>
                    <a:pt x="49576" y="28192"/>
                  </a:cubicBezTo>
                  <a:cubicBezTo>
                    <a:pt x="51551" y="27675"/>
                    <a:pt x="52706" y="25669"/>
                    <a:pt x="52129" y="23724"/>
                  </a:cubicBezTo>
                  <a:cubicBezTo>
                    <a:pt x="50640" y="16611"/>
                    <a:pt x="48725" y="9590"/>
                    <a:pt x="46384" y="2660"/>
                  </a:cubicBezTo>
                  <a:cubicBezTo>
                    <a:pt x="45955" y="1068"/>
                    <a:pt x="44495" y="1"/>
                    <a:pt x="42898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0"/>
            <p:cNvSpPr/>
            <p:nvPr/>
          </p:nvSpPr>
          <p:spPr>
            <a:xfrm>
              <a:off x="1947100" y="4445975"/>
              <a:ext cx="157325" cy="158175"/>
            </a:xfrm>
            <a:custGeom>
              <a:rect b="b" l="l" r="r" t="t"/>
              <a:pathLst>
                <a:path extrusionOk="0" h="6327" w="6293">
                  <a:moveTo>
                    <a:pt x="2780" y="1"/>
                  </a:moveTo>
                  <a:cubicBezTo>
                    <a:pt x="2515" y="1"/>
                    <a:pt x="2245" y="36"/>
                    <a:pt x="1977" y="109"/>
                  </a:cubicBezTo>
                  <a:cubicBezTo>
                    <a:pt x="1065" y="352"/>
                    <a:pt x="366" y="990"/>
                    <a:pt x="1" y="1750"/>
                  </a:cubicBezTo>
                  <a:cubicBezTo>
                    <a:pt x="639" y="2176"/>
                    <a:pt x="1095" y="2784"/>
                    <a:pt x="1338" y="3574"/>
                  </a:cubicBezTo>
                  <a:cubicBezTo>
                    <a:pt x="1551" y="4334"/>
                    <a:pt x="1430" y="5124"/>
                    <a:pt x="1095" y="5823"/>
                  </a:cubicBezTo>
                  <a:cubicBezTo>
                    <a:pt x="1604" y="6141"/>
                    <a:pt x="2202" y="6326"/>
                    <a:pt x="2827" y="6326"/>
                  </a:cubicBezTo>
                  <a:cubicBezTo>
                    <a:pt x="3098" y="6326"/>
                    <a:pt x="3373" y="6292"/>
                    <a:pt x="3648" y="6218"/>
                  </a:cubicBezTo>
                  <a:cubicBezTo>
                    <a:pt x="5320" y="5762"/>
                    <a:pt x="6293" y="4030"/>
                    <a:pt x="5837" y="2358"/>
                  </a:cubicBezTo>
                  <a:cubicBezTo>
                    <a:pt x="5454" y="955"/>
                    <a:pt x="4171" y="1"/>
                    <a:pt x="2780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0"/>
            <p:cNvSpPr/>
            <p:nvPr/>
          </p:nvSpPr>
          <p:spPr>
            <a:xfrm>
              <a:off x="1936475" y="4489725"/>
              <a:ext cx="48650" cy="101850"/>
            </a:xfrm>
            <a:custGeom>
              <a:rect b="b" l="l" r="r" t="t"/>
              <a:pathLst>
                <a:path extrusionOk="0" h="4074" w="1946">
                  <a:moveTo>
                    <a:pt x="426" y="0"/>
                  </a:moveTo>
                  <a:cubicBezTo>
                    <a:pt x="92" y="669"/>
                    <a:pt x="0" y="1429"/>
                    <a:pt x="183" y="2249"/>
                  </a:cubicBezTo>
                  <a:cubicBezTo>
                    <a:pt x="426" y="3009"/>
                    <a:pt x="882" y="3648"/>
                    <a:pt x="1520" y="4073"/>
                  </a:cubicBezTo>
                  <a:cubicBezTo>
                    <a:pt x="1855" y="3374"/>
                    <a:pt x="1946" y="2614"/>
                    <a:pt x="1763" y="1824"/>
                  </a:cubicBezTo>
                  <a:cubicBezTo>
                    <a:pt x="1520" y="1034"/>
                    <a:pt x="1034" y="426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0"/>
            <p:cNvSpPr/>
            <p:nvPr/>
          </p:nvSpPr>
          <p:spPr>
            <a:xfrm>
              <a:off x="1016250" y="4560875"/>
              <a:ext cx="52450" cy="73950"/>
            </a:xfrm>
            <a:custGeom>
              <a:rect b="b" l="l" r="r" t="t"/>
              <a:pathLst>
                <a:path extrusionOk="0" h="2958" w="2098">
                  <a:moveTo>
                    <a:pt x="1183" y="1"/>
                  </a:moveTo>
                  <a:cubicBezTo>
                    <a:pt x="857" y="1"/>
                    <a:pt x="160" y="228"/>
                    <a:pt x="61" y="376"/>
                  </a:cubicBezTo>
                  <a:cubicBezTo>
                    <a:pt x="0" y="528"/>
                    <a:pt x="639" y="2838"/>
                    <a:pt x="760" y="2929"/>
                  </a:cubicBezTo>
                  <a:cubicBezTo>
                    <a:pt x="784" y="2949"/>
                    <a:pt x="831" y="2957"/>
                    <a:pt x="892" y="2957"/>
                  </a:cubicBezTo>
                  <a:cubicBezTo>
                    <a:pt x="1210" y="2957"/>
                    <a:pt x="1930" y="2723"/>
                    <a:pt x="2006" y="2595"/>
                  </a:cubicBezTo>
                  <a:cubicBezTo>
                    <a:pt x="2098" y="2473"/>
                    <a:pt x="1429" y="163"/>
                    <a:pt x="1338" y="42"/>
                  </a:cubicBezTo>
                  <a:cubicBezTo>
                    <a:pt x="1315" y="13"/>
                    <a:pt x="1259" y="1"/>
                    <a:pt x="118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0"/>
            <p:cNvSpPr/>
            <p:nvPr/>
          </p:nvSpPr>
          <p:spPr>
            <a:xfrm>
              <a:off x="1069425" y="4546000"/>
              <a:ext cx="52475" cy="73625"/>
            </a:xfrm>
            <a:custGeom>
              <a:rect b="b" l="l" r="r" t="t"/>
              <a:pathLst>
                <a:path extrusionOk="0" h="2945" w="2099">
                  <a:moveTo>
                    <a:pt x="1215" y="1"/>
                  </a:moveTo>
                  <a:cubicBezTo>
                    <a:pt x="901" y="1"/>
                    <a:pt x="138" y="236"/>
                    <a:pt x="62" y="363"/>
                  </a:cubicBezTo>
                  <a:cubicBezTo>
                    <a:pt x="1" y="515"/>
                    <a:pt x="639" y="2825"/>
                    <a:pt x="761" y="2916"/>
                  </a:cubicBezTo>
                  <a:cubicBezTo>
                    <a:pt x="785" y="2936"/>
                    <a:pt x="832" y="2944"/>
                    <a:pt x="894" y="2944"/>
                  </a:cubicBezTo>
                  <a:cubicBezTo>
                    <a:pt x="1219" y="2944"/>
                    <a:pt x="1956" y="2710"/>
                    <a:pt x="2007" y="2582"/>
                  </a:cubicBezTo>
                  <a:cubicBezTo>
                    <a:pt x="2098" y="2461"/>
                    <a:pt x="1429" y="150"/>
                    <a:pt x="1338" y="29"/>
                  </a:cubicBezTo>
                  <a:cubicBezTo>
                    <a:pt x="1319" y="9"/>
                    <a:pt x="1275" y="1"/>
                    <a:pt x="1215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1122625" y="4531575"/>
              <a:ext cx="52450" cy="73600"/>
            </a:xfrm>
            <a:custGeom>
              <a:rect b="b" l="l" r="r" t="t"/>
              <a:pathLst>
                <a:path extrusionOk="0" h="2944" w="2098">
                  <a:moveTo>
                    <a:pt x="1204" y="0"/>
                  </a:moveTo>
                  <a:cubicBezTo>
                    <a:pt x="879" y="0"/>
                    <a:pt x="138" y="235"/>
                    <a:pt x="61" y="363"/>
                  </a:cubicBezTo>
                  <a:cubicBezTo>
                    <a:pt x="1" y="515"/>
                    <a:pt x="639" y="2855"/>
                    <a:pt x="760" y="2916"/>
                  </a:cubicBezTo>
                  <a:cubicBezTo>
                    <a:pt x="785" y="2935"/>
                    <a:pt x="831" y="2944"/>
                    <a:pt x="892" y="2944"/>
                  </a:cubicBezTo>
                  <a:cubicBezTo>
                    <a:pt x="1211" y="2944"/>
                    <a:pt x="1930" y="2709"/>
                    <a:pt x="2007" y="2582"/>
                  </a:cubicBezTo>
                  <a:cubicBezTo>
                    <a:pt x="2098" y="2460"/>
                    <a:pt x="1429" y="150"/>
                    <a:pt x="1338" y="28"/>
                  </a:cubicBezTo>
                  <a:cubicBezTo>
                    <a:pt x="1314" y="9"/>
                    <a:pt x="1267" y="0"/>
                    <a:pt x="1204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0"/>
            <p:cNvSpPr/>
            <p:nvPr/>
          </p:nvSpPr>
          <p:spPr>
            <a:xfrm>
              <a:off x="1175825" y="451742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41" y="0"/>
                  </a:moveTo>
                  <a:cubicBezTo>
                    <a:pt x="939" y="0"/>
                    <a:pt x="141" y="249"/>
                    <a:pt x="61" y="382"/>
                  </a:cubicBezTo>
                  <a:cubicBezTo>
                    <a:pt x="0" y="534"/>
                    <a:pt x="639" y="2844"/>
                    <a:pt x="760" y="2904"/>
                  </a:cubicBezTo>
                  <a:cubicBezTo>
                    <a:pt x="785" y="2924"/>
                    <a:pt x="832" y="2932"/>
                    <a:pt x="894" y="2932"/>
                  </a:cubicBezTo>
                  <a:cubicBezTo>
                    <a:pt x="1218" y="2932"/>
                    <a:pt x="1955" y="2698"/>
                    <a:pt x="2006" y="2570"/>
                  </a:cubicBezTo>
                  <a:cubicBezTo>
                    <a:pt x="2098" y="2448"/>
                    <a:pt x="1429" y="138"/>
                    <a:pt x="1338" y="17"/>
                  </a:cubicBezTo>
                  <a:cubicBezTo>
                    <a:pt x="1318" y="5"/>
                    <a:pt x="1285" y="0"/>
                    <a:pt x="1241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0"/>
            <p:cNvSpPr/>
            <p:nvPr/>
          </p:nvSpPr>
          <p:spPr>
            <a:xfrm>
              <a:off x="1300450" y="4483225"/>
              <a:ext cx="51700" cy="73325"/>
            </a:xfrm>
            <a:custGeom>
              <a:rect b="b" l="l" r="r" t="t"/>
              <a:pathLst>
                <a:path extrusionOk="0" h="2933" w="2068">
                  <a:moveTo>
                    <a:pt x="1230" y="0"/>
                  </a:moveTo>
                  <a:cubicBezTo>
                    <a:pt x="963" y="0"/>
                    <a:pt x="141" y="249"/>
                    <a:pt x="61" y="382"/>
                  </a:cubicBezTo>
                  <a:cubicBezTo>
                    <a:pt x="0" y="503"/>
                    <a:pt x="639" y="2844"/>
                    <a:pt x="760" y="2905"/>
                  </a:cubicBezTo>
                  <a:cubicBezTo>
                    <a:pt x="784" y="2924"/>
                    <a:pt x="831" y="2933"/>
                    <a:pt x="892" y="2933"/>
                  </a:cubicBezTo>
                  <a:cubicBezTo>
                    <a:pt x="1210" y="2933"/>
                    <a:pt x="1930" y="2698"/>
                    <a:pt x="2006" y="2570"/>
                  </a:cubicBezTo>
                  <a:cubicBezTo>
                    <a:pt x="2067" y="2449"/>
                    <a:pt x="1429" y="139"/>
                    <a:pt x="1307" y="17"/>
                  </a:cubicBezTo>
                  <a:cubicBezTo>
                    <a:pt x="1296" y="6"/>
                    <a:pt x="1269" y="0"/>
                    <a:pt x="1230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0"/>
            <p:cNvSpPr/>
            <p:nvPr/>
          </p:nvSpPr>
          <p:spPr>
            <a:xfrm>
              <a:off x="1353625" y="4468925"/>
              <a:ext cx="51700" cy="73675"/>
            </a:xfrm>
            <a:custGeom>
              <a:rect b="b" l="l" r="r" t="t"/>
              <a:pathLst>
                <a:path extrusionOk="0" h="2947" w="2068">
                  <a:moveTo>
                    <a:pt x="1142" y="1"/>
                  </a:moveTo>
                  <a:cubicBezTo>
                    <a:pt x="809" y="1"/>
                    <a:pt x="136" y="228"/>
                    <a:pt x="62" y="376"/>
                  </a:cubicBezTo>
                  <a:cubicBezTo>
                    <a:pt x="1" y="528"/>
                    <a:pt x="639" y="2838"/>
                    <a:pt x="761" y="2929"/>
                  </a:cubicBezTo>
                  <a:cubicBezTo>
                    <a:pt x="780" y="2941"/>
                    <a:pt x="813" y="2946"/>
                    <a:pt x="856" y="2946"/>
                  </a:cubicBezTo>
                  <a:cubicBezTo>
                    <a:pt x="1152" y="2946"/>
                    <a:pt x="1927" y="2698"/>
                    <a:pt x="2007" y="2565"/>
                  </a:cubicBezTo>
                  <a:cubicBezTo>
                    <a:pt x="2068" y="2474"/>
                    <a:pt x="1429" y="133"/>
                    <a:pt x="1308" y="42"/>
                  </a:cubicBezTo>
                  <a:cubicBezTo>
                    <a:pt x="1279" y="13"/>
                    <a:pt x="1220" y="1"/>
                    <a:pt x="114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0"/>
            <p:cNvSpPr/>
            <p:nvPr/>
          </p:nvSpPr>
          <p:spPr>
            <a:xfrm>
              <a:off x="1405300" y="4454500"/>
              <a:ext cx="52475" cy="73950"/>
            </a:xfrm>
            <a:custGeom>
              <a:rect b="b" l="l" r="r" t="t"/>
              <a:pathLst>
                <a:path extrusionOk="0" h="2958" w="2099">
                  <a:moveTo>
                    <a:pt x="1181" y="0"/>
                  </a:moveTo>
                  <a:cubicBezTo>
                    <a:pt x="850" y="0"/>
                    <a:pt x="141" y="228"/>
                    <a:pt x="92" y="376"/>
                  </a:cubicBezTo>
                  <a:cubicBezTo>
                    <a:pt x="1" y="528"/>
                    <a:pt x="670" y="2838"/>
                    <a:pt x="761" y="2929"/>
                  </a:cubicBezTo>
                  <a:cubicBezTo>
                    <a:pt x="785" y="2948"/>
                    <a:pt x="832" y="2957"/>
                    <a:pt x="894" y="2957"/>
                  </a:cubicBezTo>
                  <a:cubicBezTo>
                    <a:pt x="1219" y="2957"/>
                    <a:pt x="1956" y="2722"/>
                    <a:pt x="2007" y="2595"/>
                  </a:cubicBezTo>
                  <a:cubicBezTo>
                    <a:pt x="2098" y="2473"/>
                    <a:pt x="1460" y="163"/>
                    <a:pt x="1338" y="41"/>
                  </a:cubicBezTo>
                  <a:cubicBezTo>
                    <a:pt x="1315" y="13"/>
                    <a:pt x="1258" y="0"/>
                    <a:pt x="1181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0"/>
            <p:cNvSpPr/>
            <p:nvPr/>
          </p:nvSpPr>
          <p:spPr>
            <a:xfrm>
              <a:off x="1458500" y="443962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05" y="0"/>
                  </a:moveTo>
                  <a:cubicBezTo>
                    <a:pt x="880" y="0"/>
                    <a:pt x="143" y="235"/>
                    <a:pt x="92" y="363"/>
                  </a:cubicBezTo>
                  <a:cubicBezTo>
                    <a:pt x="1" y="515"/>
                    <a:pt x="639" y="2825"/>
                    <a:pt x="760" y="2916"/>
                  </a:cubicBezTo>
                  <a:cubicBezTo>
                    <a:pt x="780" y="2928"/>
                    <a:pt x="813" y="2933"/>
                    <a:pt x="857" y="2933"/>
                  </a:cubicBezTo>
                  <a:cubicBezTo>
                    <a:pt x="1160" y="2933"/>
                    <a:pt x="1957" y="2688"/>
                    <a:pt x="2037" y="2582"/>
                  </a:cubicBezTo>
                  <a:cubicBezTo>
                    <a:pt x="2098" y="2460"/>
                    <a:pt x="1490" y="180"/>
                    <a:pt x="1338" y="28"/>
                  </a:cubicBezTo>
                  <a:cubicBezTo>
                    <a:pt x="1314" y="9"/>
                    <a:pt x="1267" y="0"/>
                    <a:pt x="1205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0"/>
            <p:cNvSpPr/>
            <p:nvPr/>
          </p:nvSpPr>
          <p:spPr>
            <a:xfrm>
              <a:off x="1689500" y="4376825"/>
              <a:ext cx="52475" cy="73350"/>
            </a:xfrm>
            <a:custGeom>
              <a:rect b="b" l="l" r="r" t="t"/>
              <a:pathLst>
                <a:path extrusionOk="0" h="2934" w="2099">
                  <a:moveTo>
                    <a:pt x="1251" y="1"/>
                  </a:moveTo>
                  <a:cubicBezTo>
                    <a:pt x="964" y="1"/>
                    <a:pt x="145" y="250"/>
                    <a:pt x="92" y="382"/>
                  </a:cubicBezTo>
                  <a:cubicBezTo>
                    <a:pt x="1" y="534"/>
                    <a:pt x="639" y="2844"/>
                    <a:pt x="761" y="2905"/>
                  </a:cubicBezTo>
                  <a:cubicBezTo>
                    <a:pt x="785" y="2925"/>
                    <a:pt x="832" y="2933"/>
                    <a:pt x="894" y="2933"/>
                  </a:cubicBezTo>
                  <a:cubicBezTo>
                    <a:pt x="1219" y="2933"/>
                    <a:pt x="1956" y="2699"/>
                    <a:pt x="2007" y="2571"/>
                  </a:cubicBezTo>
                  <a:cubicBezTo>
                    <a:pt x="2098" y="2449"/>
                    <a:pt x="1460" y="139"/>
                    <a:pt x="1338" y="18"/>
                  </a:cubicBezTo>
                  <a:cubicBezTo>
                    <a:pt x="1323" y="6"/>
                    <a:pt x="1292" y="1"/>
                    <a:pt x="1251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0"/>
            <p:cNvSpPr/>
            <p:nvPr/>
          </p:nvSpPr>
          <p:spPr>
            <a:xfrm>
              <a:off x="1742700" y="436287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05" y="0"/>
                  </a:moveTo>
                  <a:cubicBezTo>
                    <a:pt x="880" y="0"/>
                    <a:pt x="143" y="235"/>
                    <a:pt x="92" y="363"/>
                  </a:cubicBezTo>
                  <a:cubicBezTo>
                    <a:pt x="0" y="515"/>
                    <a:pt x="639" y="2825"/>
                    <a:pt x="760" y="2916"/>
                  </a:cubicBezTo>
                  <a:cubicBezTo>
                    <a:pt x="780" y="2928"/>
                    <a:pt x="813" y="2933"/>
                    <a:pt x="857" y="2933"/>
                  </a:cubicBezTo>
                  <a:cubicBezTo>
                    <a:pt x="1158" y="2933"/>
                    <a:pt x="1954" y="2684"/>
                    <a:pt x="2007" y="2551"/>
                  </a:cubicBezTo>
                  <a:cubicBezTo>
                    <a:pt x="2098" y="2399"/>
                    <a:pt x="1429" y="120"/>
                    <a:pt x="1338" y="29"/>
                  </a:cubicBezTo>
                  <a:cubicBezTo>
                    <a:pt x="1314" y="9"/>
                    <a:pt x="1267" y="0"/>
                    <a:pt x="1205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0"/>
            <p:cNvSpPr/>
            <p:nvPr/>
          </p:nvSpPr>
          <p:spPr>
            <a:xfrm>
              <a:off x="1867325" y="4328425"/>
              <a:ext cx="52450" cy="73600"/>
            </a:xfrm>
            <a:custGeom>
              <a:rect b="b" l="l" r="r" t="t"/>
              <a:pathLst>
                <a:path extrusionOk="0" h="2944" w="2098">
                  <a:moveTo>
                    <a:pt x="1196" y="0"/>
                  </a:moveTo>
                  <a:cubicBezTo>
                    <a:pt x="877" y="0"/>
                    <a:pt x="161" y="248"/>
                    <a:pt x="61" y="373"/>
                  </a:cubicBezTo>
                  <a:cubicBezTo>
                    <a:pt x="0" y="525"/>
                    <a:pt x="639" y="2835"/>
                    <a:pt x="760" y="2926"/>
                  </a:cubicBezTo>
                  <a:cubicBezTo>
                    <a:pt x="780" y="2938"/>
                    <a:pt x="813" y="2943"/>
                    <a:pt x="856" y="2943"/>
                  </a:cubicBezTo>
                  <a:cubicBezTo>
                    <a:pt x="1158" y="2943"/>
                    <a:pt x="1953" y="2694"/>
                    <a:pt x="2007" y="2562"/>
                  </a:cubicBezTo>
                  <a:cubicBezTo>
                    <a:pt x="2098" y="2470"/>
                    <a:pt x="1429" y="130"/>
                    <a:pt x="1338" y="39"/>
                  </a:cubicBezTo>
                  <a:cubicBezTo>
                    <a:pt x="1316" y="12"/>
                    <a:pt x="1266" y="0"/>
                    <a:pt x="1196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0"/>
            <p:cNvSpPr/>
            <p:nvPr/>
          </p:nvSpPr>
          <p:spPr>
            <a:xfrm>
              <a:off x="1920525" y="4313925"/>
              <a:ext cx="52450" cy="73925"/>
            </a:xfrm>
            <a:custGeom>
              <a:rect b="b" l="l" r="r" t="t"/>
              <a:pathLst>
                <a:path extrusionOk="0" h="2957" w="2098">
                  <a:moveTo>
                    <a:pt x="1180" y="0"/>
                  </a:moveTo>
                  <a:cubicBezTo>
                    <a:pt x="848" y="0"/>
                    <a:pt x="135" y="228"/>
                    <a:pt x="61" y="376"/>
                  </a:cubicBezTo>
                  <a:cubicBezTo>
                    <a:pt x="0" y="528"/>
                    <a:pt x="638" y="2838"/>
                    <a:pt x="760" y="2929"/>
                  </a:cubicBezTo>
                  <a:cubicBezTo>
                    <a:pt x="784" y="2948"/>
                    <a:pt x="831" y="2957"/>
                    <a:pt x="893" y="2957"/>
                  </a:cubicBezTo>
                  <a:cubicBezTo>
                    <a:pt x="1218" y="2957"/>
                    <a:pt x="1955" y="2722"/>
                    <a:pt x="2006" y="2594"/>
                  </a:cubicBezTo>
                  <a:cubicBezTo>
                    <a:pt x="2097" y="2473"/>
                    <a:pt x="1429" y="163"/>
                    <a:pt x="1338" y="41"/>
                  </a:cubicBezTo>
                  <a:cubicBezTo>
                    <a:pt x="1314" y="12"/>
                    <a:pt x="1258" y="0"/>
                    <a:pt x="1180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0"/>
            <p:cNvSpPr/>
            <p:nvPr/>
          </p:nvSpPr>
          <p:spPr>
            <a:xfrm>
              <a:off x="1972950" y="4299475"/>
              <a:ext cx="51700" cy="73950"/>
            </a:xfrm>
            <a:custGeom>
              <a:rect b="b" l="l" r="r" t="t"/>
              <a:pathLst>
                <a:path extrusionOk="0" h="2958" w="2068">
                  <a:moveTo>
                    <a:pt x="1167" y="0"/>
                  </a:moveTo>
                  <a:cubicBezTo>
                    <a:pt x="857" y="0"/>
                    <a:pt x="160" y="228"/>
                    <a:pt x="61" y="376"/>
                  </a:cubicBezTo>
                  <a:cubicBezTo>
                    <a:pt x="0" y="528"/>
                    <a:pt x="639" y="2868"/>
                    <a:pt x="760" y="2929"/>
                  </a:cubicBezTo>
                  <a:cubicBezTo>
                    <a:pt x="785" y="2949"/>
                    <a:pt x="831" y="2957"/>
                    <a:pt x="892" y="2957"/>
                  </a:cubicBezTo>
                  <a:cubicBezTo>
                    <a:pt x="1210" y="2957"/>
                    <a:pt x="1930" y="2723"/>
                    <a:pt x="2007" y="2595"/>
                  </a:cubicBezTo>
                  <a:cubicBezTo>
                    <a:pt x="2067" y="2473"/>
                    <a:pt x="1429" y="163"/>
                    <a:pt x="1307" y="42"/>
                  </a:cubicBezTo>
                  <a:cubicBezTo>
                    <a:pt x="1290" y="13"/>
                    <a:pt x="1239" y="0"/>
                    <a:pt x="1167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0"/>
            <p:cNvSpPr/>
            <p:nvPr/>
          </p:nvSpPr>
          <p:spPr>
            <a:xfrm>
              <a:off x="2026150" y="4284600"/>
              <a:ext cx="53200" cy="73625"/>
            </a:xfrm>
            <a:custGeom>
              <a:rect b="b" l="l" r="r" t="t"/>
              <a:pathLst>
                <a:path extrusionOk="0" h="2945" w="2128">
                  <a:moveTo>
                    <a:pt x="1176" y="1"/>
                  </a:moveTo>
                  <a:cubicBezTo>
                    <a:pt x="857" y="1"/>
                    <a:pt x="137" y="236"/>
                    <a:pt x="61" y="363"/>
                  </a:cubicBezTo>
                  <a:cubicBezTo>
                    <a:pt x="0" y="515"/>
                    <a:pt x="638" y="2856"/>
                    <a:pt x="760" y="2916"/>
                  </a:cubicBezTo>
                  <a:cubicBezTo>
                    <a:pt x="784" y="2936"/>
                    <a:pt x="831" y="2944"/>
                    <a:pt x="891" y="2944"/>
                  </a:cubicBezTo>
                  <a:cubicBezTo>
                    <a:pt x="1210" y="2944"/>
                    <a:pt x="1930" y="2710"/>
                    <a:pt x="2006" y="2582"/>
                  </a:cubicBezTo>
                  <a:cubicBezTo>
                    <a:pt x="2128" y="2460"/>
                    <a:pt x="1459" y="181"/>
                    <a:pt x="1307" y="29"/>
                  </a:cubicBezTo>
                  <a:cubicBezTo>
                    <a:pt x="1283" y="9"/>
                    <a:pt x="1237" y="1"/>
                    <a:pt x="1176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965325" y="4210375"/>
              <a:ext cx="323750" cy="172225"/>
            </a:xfrm>
            <a:custGeom>
              <a:rect b="b" l="l" r="r" t="t"/>
              <a:pathLst>
                <a:path extrusionOk="0" h="6889" w="12950">
                  <a:moveTo>
                    <a:pt x="10457" y="353"/>
                  </a:moveTo>
                  <a:cubicBezTo>
                    <a:pt x="11338" y="353"/>
                    <a:pt x="12129" y="961"/>
                    <a:pt x="12402" y="1812"/>
                  </a:cubicBezTo>
                  <a:cubicBezTo>
                    <a:pt x="12554" y="2359"/>
                    <a:pt x="12493" y="2876"/>
                    <a:pt x="12220" y="3332"/>
                  </a:cubicBezTo>
                  <a:cubicBezTo>
                    <a:pt x="11946" y="3849"/>
                    <a:pt x="11521" y="4153"/>
                    <a:pt x="11004" y="4305"/>
                  </a:cubicBezTo>
                  <a:lnTo>
                    <a:pt x="3162" y="6432"/>
                  </a:lnTo>
                  <a:cubicBezTo>
                    <a:pt x="3004" y="6468"/>
                    <a:pt x="2846" y="6486"/>
                    <a:pt x="2690" y="6486"/>
                  </a:cubicBezTo>
                  <a:cubicBezTo>
                    <a:pt x="1792" y="6486"/>
                    <a:pt x="959" y="5910"/>
                    <a:pt x="700" y="5004"/>
                  </a:cubicBezTo>
                  <a:cubicBezTo>
                    <a:pt x="426" y="3940"/>
                    <a:pt x="1034" y="2846"/>
                    <a:pt x="2098" y="2542"/>
                  </a:cubicBezTo>
                  <a:lnTo>
                    <a:pt x="9940" y="414"/>
                  </a:lnTo>
                  <a:cubicBezTo>
                    <a:pt x="10122" y="384"/>
                    <a:pt x="10274" y="353"/>
                    <a:pt x="10457" y="353"/>
                  </a:cubicBezTo>
                  <a:close/>
                  <a:moveTo>
                    <a:pt x="10460" y="1"/>
                  </a:moveTo>
                  <a:cubicBezTo>
                    <a:pt x="10258" y="1"/>
                    <a:pt x="10053" y="26"/>
                    <a:pt x="9849" y="80"/>
                  </a:cubicBezTo>
                  <a:lnTo>
                    <a:pt x="2037" y="2208"/>
                  </a:lnTo>
                  <a:cubicBezTo>
                    <a:pt x="761" y="2542"/>
                    <a:pt x="1" y="3879"/>
                    <a:pt x="365" y="5125"/>
                  </a:cubicBezTo>
                  <a:cubicBezTo>
                    <a:pt x="639" y="6189"/>
                    <a:pt x="1612" y="6888"/>
                    <a:pt x="2645" y="6888"/>
                  </a:cubicBezTo>
                  <a:cubicBezTo>
                    <a:pt x="2827" y="6888"/>
                    <a:pt x="3010" y="6828"/>
                    <a:pt x="3283" y="6767"/>
                  </a:cubicBezTo>
                  <a:lnTo>
                    <a:pt x="11126" y="4639"/>
                  </a:lnTo>
                  <a:cubicBezTo>
                    <a:pt x="11733" y="4487"/>
                    <a:pt x="12250" y="4092"/>
                    <a:pt x="12554" y="3515"/>
                  </a:cubicBezTo>
                  <a:cubicBezTo>
                    <a:pt x="12858" y="2998"/>
                    <a:pt x="12949" y="2359"/>
                    <a:pt x="12797" y="1752"/>
                  </a:cubicBezTo>
                  <a:cubicBezTo>
                    <a:pt x="12491" y="705"/>
                    <a:pt x="11519" y="1"/>
                    <a:pt x="1046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3" name="Google Shape;763;p30"/>
          <p:cNvGrpSpPr/>
          <p:nvPr/>
        </p:nvGrpSpPr>
        <p:grpSpPr>
          <a:xfrm>
            <a:off x="131196" y="87115"/>
            <a:ext cx="1177569" cy="973387"/>
            <a:chOff x="390850" y="3207100"/>
            <a:chExt cx="1354150" cy="1119350"/>
          </a:xfrm>
        </p:grpSpPr>
        <p:sp>
          <p:nvSpPr>
            <p:cNvPr id="764" name="Google Shape;764;p30"/>
            <p:cNvSpPr/>
            <p:nvPr/>
          </p:nvSpPr>
          <p:spPr>
            <a:xfrm>
              <a:off x="390850" y="3207100"/>
              <a:ext cx="1354150" cy="1119350"/>
            </a:xfrm>
            <a:custGeom>
              <a:rect b="b" l="l" r="r" t="t"/>
              <a:pathLst>
                <a:path extrusionOk="0" h="44774" w="54166">
                  <a:moveTo>
                    <a:pt x="13913" y="0"/>
                  </a:moveTo>
                  <a:cubicBezTo>
                    <a:pt x="12570" y="0"/>
                    <a:pt x="11285" y="743"/>
                    <a:pt x="10639" y="2034"/>
                  </a:cubicBezTo>
                  <a:cubicBezTo>
                    <a:pt x="7052" y="8326"/>
                    <a:pt x="3800" y="14831"/>
                    <a:pt x="912" y="21548"/>
                  </a:cubicBezTo>
                  <a:cubicBezTo>
                    <a:pt x="1" y="23372"/>
                    <a:pt x="730" y="25530"/>
                    <a:pt x="2554" y="26442"/>
                  </a:cubicBezTo>
                  <a:cubicBezTo>
                    <a:pt x="14712" y="32612"/>
                    <a:pt x="26718" y="38600"/>
                    <a:pt x="38603" y="44375"/>
                  </a:cubicBezTo>
                  <a:cubicBezTo>
                    <a:pt x="39143" y="44645"/>
                    <a:pt x="39716" y="44774"/>
                    <a:pt x="40277" y="44774"/>
                  </a:cubicBezTo>
                  <a:cubicBezTo>
                    <a:pt x="41612" y="44774"/>
                    <a:pt x="42885" y="44047"/>
                    <a:pt x="43527" y="42764"/>
                  </a:cubicBezTo>
                  <a:cubicBezTo>
                    <a:pt x="46749" y="36259"/>
                    <a:pt x="50001" y="29724"/>
                    <a:pt x="53254" y="23220"/>
                  </a:cubicBezTo>
                  <a:cubicBezTo>
                    <a:pt x="54166" y="21396"/>
                    <a:pt x="53436" y="19238"/>
                    <a:pt x="51612" y="18326"/>
                  </a:cubicBezTo>
                  <a:cubicBezTo>
                    <a:pt x="39971" y="12368"/>
                    <a:pt x="27965" y="6381"/>
                    <a:pt x="15563" y="393"/>
                  </a:cubicBezTo>
                  <a:cubicBezTo>
                    <a:pt x="15031" y="126"/>
                    <a:pt x="14467" y="0"/>
                    <a:pt x="13913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0"/>
            <p:cNvSpPr/>
            <p:nvPr/>
          </p:nvSpPr>
          <p:spPr>
            <a:xfrm>
              <a:off x="445575" y="3527700"/>
              <a:ext cx="1140600" cy="680125"/>
            </a:xfrm>
            <a:custGeom>
              <a:rect b="b" l="l" r="r" t="t"/>
              <a:pathLst>
                <a:path extrusionOk="0" h="27205" w="45624">
                  <a:moveTo>
                    <a:pt x="2766" y="0"/>
                  </a:moveTo>
                  <a:cubicBezTo>
                    <a:pt x="1824" y="1976"/>
                    <a:pt x="851" y="3952"/>
                    <a:pt x="0" y="5928"/>
                  </a:cubicBezTo>
                  <a:lnTo>
                    <a:pt x="42706" y="27204"/>
                  </a:lnTo>
                  <a:lnTo>
                    <a:pt x="45624" y="21338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0"/>
            <p:cNvSpPr/>
            <p:nvPr/>
          </p:nvSpPr>
          <p:spPr>
            <a:xfrm>
              <a:off x="1423550" y="3646900"/>
              <a:ext cx="208225" cy="145275"/>
            </a:xfrm>
            <a:custGeom>
              <a:rect b="b" l="l" r="r" t="t"/>
              <a:pathLst>
                <a:path extrusionOk="0" h="5811" w="8329">
                  <a:moveTo>
                    <a:pt x="2128" y="339"/>
                  </a:moveTo>
                  <a:cubicBezTo>
                    <a:pt x="2371" y="339"/>
                    <a:pt x="2584" y="430"/>
                    <a:pt x="2766" y="491"/>
                  </a:cubicBezTo>
                  <a:lnTo>
                    <a:pt x="6991" y="2588"/>
                  </a:lnTo>
                  <a:cubicBezTo>
                    <a:pt x="7356" y="2771"/>
                    <a:pt x="7630" y="3074"/>
                    <a:pt x="7751" y="3470"/>
                  </a:cubicBezTo>
                  <a:cubicBezTo>
                    <a:pt x="7873" y="3834"/>
                    <a:pt x="7873" y="4260"/>
                    <a:pt x="7690" y="4594"/>
                  </a:cubicBezTo>
                  <a:cubicBezTo>
                    <a:pt x="7478" y="4989"/>
                    <a:pt x="7174" y="5263"/>
                    <a:pt x="6809" y="5354"/>
                  </a:cubicBezTo>
                  <a:cubicBezTo>
                    <a:pt x="6631" y="5409"/>
                    <a:pt x="6454" y="5439"/>
                    <a:pt x="6279" y="5439"/>
                  </a:cubicBezTo>
                  <a:cubicBezTo>
                    <a:pt x="6065" y="5439"/>
                    <a:pt x="5855" y="5394"/>
                    <a:pt x="5654" y="5293"/>
                  </a:cubicBezTo>
                  <a:lnTo>
                    <a:pt x="1459" y="3196"/>
                  </a:lnTo>
                  <a:cubicBezTo>
                    <a:pt x="699" y="2831"/>
                    <a:pt x="395" y="1950"/>
                    <a:pt x="760" y="1190"/>
                  </a:cubicBezTo>
                  <a:cubicBezTo>
                    <a:pt x="943" y="795"/>
                    <a:pt x="1247" y="552"/>
                    <a:pt x="1642" y="430"/>
                  </a:cubicBezTo>
                  <a:cubicBezTo>
                    <a:pt x="1824" y="400"/>
                    <a:pt x="1976" y="339"/>
                    <a:pt x="2128" y="339"/>
                  </a:cubicBezTo>
                  <a:close/>
                  <a:moveTo>
                    <a:pt x="2181" y="1"/>
                  </a:moveTo>
                  <a:cubicBezTo>
                    <a:pt x="1976" y="1"/>
                    <a:pt x="1766" y="32"/>
                    <a:pt x="1550" y="96"/>
                  </a:cubicBezTo>
                  <a:cubicBezTo>
                    <a:pt x="1064" y="217"/>
                    <a:pt x="699" y="582"/>
                    <a:pt x="456" y="1038"/>
                  </a:cubicBezTo>
                  <a:cubicBezTo>
                    <a:pt x="0" y="1950"/>
                    <a:pt x="395" y="3074"/>
                    <a:pt x="1307" y="3530"/>
                  </a:cubicBezTo>
                  <a:lnTo>
                    <a:pt x="5502" y="5628"/>
                  </a:lnTo>
                  <a:cubicBezTo>
                    <a:pt x="5775" y="5749"/>
                    <a:pt x="6049" y="5810"/>
                    <a:pt x="6353" y="5810"/>
                  </a:cubicBezTo>
                  <a:cubicBezTo>
                    <a:pt x="6535" y="5810"/>
                    <a:pt x="6718" y="5810"/>
                    <a:pt x="6961" y="5780"/>
                  </a:cubicBezTo>
                  <a:cubicBezTo>
                    <a:pt x="7447" y="5628"/>
                    <a:pt x="7842" y="5293"/>
                    <a:pt x="8055" y="4837"/>
                  </a:cubicBezTo>
                  <a:cubicBezTo>
                    <a:pt x="8298" y="4381"/>
                    <a:pt x="8329" y="3895"/>
                    <a:pt x="8177" y="3378"/>
                  </a:cubicBezTo>
                  <a:cubicBezTo>
                    <a:pt x="8025" y="2892"/>
                    <a:pt x="7690" y="2527"/>
                    <a:pt x="7234" y="2284"/>
                  </a:cubicBezTo>
                  <a:lnTo>
                    <a:pt x="3009" y="187"/>
                  </a:lnTo>
                  <a:cubicBezTo>
                    <a:pt x="2744" y="63"/>
                    <a:pt x="2467" y="1"/>
                    <a:pt x="2181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0"/>
            <p:cNvSpPr/>
            <p:nvPr/>
          </p:nvSpPr>
          <p:spPr>
            <a:xfrm>
              <a:off x="469125" y="3753375"/>
              <a:ext cx="182400" cy="98050"/>
            </a:xfrm>
            <a:custGeom>
              <a:rect b="b" l="l" r="r" t="t"/>
              <a:pathLst>
                <a:path extrusionOk="0" h="3922" w="7296">
                  <a:moveTo>
                    <a:pt x="152" y="1"/>
                  </a:moveTo>
                  <a:lnTo>
                    <a:pt x="0" y="366"/>
                  </a:lnTo>
                  <a:lnTo>
                    <a:pt x="7143" y="3922"/>
                  </a:lnTo>
                  <a:lnTo>
                    <a:pt x="7295" y="3557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0"/>
            <p:cNvSpPr/>
            <p:nvPr/>
          </p:nvSpPr>
          <p:spPr>
            <a:xfrm>
              <a:off x="702400" y="3870400"/>
              <a:ext cx="103375" cy="58550"/>
            </a:xfrm>
            <a:custGeom>
              <a:rect b="b" l="l" r="r" t="t"/>
              <a:pathLst>
                <a:path extrusionOk="0" h="2342" w="4135">
                  <a:moveTo>
                    <a:pt x="153" y="1"/>
                  </a:moveTo>
                  <a:lnTo>
                    <a:pt x="1" y="366"/>
                  </a:lnTo>
                  <a:lnTo>
                    <a:pt x="3983" y="2341"/>
                  </a:lnTo>
                  <a:lnTo>
                    <a:pt x="4135" y="2007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0"/>
            <p:cNvSpPr/>
            <p:nvPr/>
          </p:nvSpPr>
          <p:spPr>
            <a:xfrm>
              <a:off x="637825" y="3484375"/>
              <a:ext cx="302450" cy="189250"/>
            </a:xfrm>
            <a:custGeom>
              <a:rect b="b" l="l" r="r" t="t"/>
              <a:pathLst>
                <a:path extrusionOk="0" h="7570" w="12098">
                  <a:moveTo>
                    <a:pt x="1216" y="487"/>
                  </a:moveTo>
                  <a:lnTo>
                    <a:pt x="11581" y="5685"/>
                  </a:lnTo>
                  <a:lnTo>
                    <a:pt x="10912" y="7053"/>
                  </a:lnTo>
                  <a:lnTo>
                    <a:pt x="547" y="1885"/>
                  </a:lnTo>
                  <a:lnTo>
                    <a:pt x="1216" y="487"/>
                  </a:lnTo>
                  <a:close/>
                  <a:moveTo>
                    <a:pt x="1034" y="1"/>
                  </a:moveTo>
                  <a:lnTo>
                    <a:pt x="0" y="2068"/>
                  </a:lnTo>
                  <a:lnTo>
                    <a:pt x="11064" y="7569"/>
                  </a:lnTo>
                  <a:lnTo>
                    <a:pt x="12098" y="5533"/>
                  </a:lnTo>
                  <a:lnTo>
                    <a:pt x="10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2_1_1_1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1" name="Google Shape;771;p31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772" name="Google Shape;772;p31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1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4" name="Google Shape;774;p31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775" name="Google Shape;775;p31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1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7" name="Google Shape;777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8" name="Google Shape;778;p31"/>
          <p:cNvGrpSpPr/>
          <p:nvPr/>
        </p:nvGrpSpPr>
        <p:grpSpPr>
          <a:xfrm rot="743544">
            <a:off x="8127338" y="86749"/>
            <a:ext cx="889055" cy="741407"/>
            <a:chOff x="3503500" y="2319800"/>
            <a:chExt cx="750575" cy="625925"/>
          </a:xfrm>
        </p:grpSpPr>
        <p:sp>
          <p:nvSpPr>
            <p:cNvPr id="779" name="Google Shape;779;p31"/>
            <p:cNvSpPr/>
            <p:nvPr/>
          </p:nvSpPr>
          <p:spPr>
            <a:xfrm>
              <a:off x="3511850" y="2384775"/>
              <a:ext cx="736375" cy="560950"/>
            </a:xfrm>
            <a:custGeom>
              <a:rect b="b" l="l" r="r" t="t"/>
              <a:pathLst>
                <a:path extrusionOk="0" h="22438" w="29455">
                  <a:moveTo>
                    <a:pt x="13872" y="1"/>
                  </a:moveTo>
                  <a:cubicBezTo>
                    <a:pt x="7907" y="1"/>
                    <a:pt x="2191" y="408"/>
                    <a:pt x="1635" y="1330"/>
                  </a:cubicBezTo>
                  <a:cubicBezTo>
                    <a:pt x="467" y="3198"/>
                    <a:pt x="0" y="19676"/>
                    <a:pt x="1635" y="21311"/>
                  </a:cubicBezTo>
                  <a:cubicBezTo>
                    <a:pt x="2441" y="22085"/>
                    <a:pt x="8251" y="22438"/>
                    <a:pt x="14213" y="22438"/>
                  </a:cubicBezTo>
                  <a:cubicBezTo>
                    <a:pt x="20584" y="22438"/>
                    <a:pt x="27128" y="22034"/>
                    <a:pt x="27920" y="21311"/>
                  </a:cubicBezTo>
                  <a:cubicBezTo>
                    <a:pt x="29455" y="19843"/>
                    <a:pt x="29188" y="2864"/>
                    <a:pt x="27920" y="1330"/>
                  </a:cubicBezTo>
                  <a:cubicBezTo>
                    <a:pt x="27274" y="492"/>
                    <a:pt x="20423" y="1"/>
                    <a:pt x="138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1"/>
            <p:cNvSpPr/>
            <p:nvPr/>
          </p:nvSpPr>
          <p:spPr>
            <a:xfrm>
              <a:off x="3503500" y="2384875"/>
              <a:ext cx="750575" cy="327900"/>
            </a:xfrm>
            <a:custGeom>
              <a:rect b="b" l="l" r="r" t="t"/>
              <a:pathLst>
                <a:path extrusionOk="0" h="13116" w="30023">
                  <a:moveTo>
                    <a:pt x="14144" y="1"/>
                  </a:moveTo>
                  <a:cubicBezTo>
                    <a:pt x="7974" y="1"/>
                    <a:pt x="2073" y="425"/>
                    <a:pt x="1502" y="1392"/>
                  </a:cubicBezTo>
                  <a:cubicBezTo>
                    <a:pt x="968" y="2326"/>
                    <a:pt x="1" y="11900"/>
                    <a:pt x="401" y="12667"/>
                  </a:cubicBezTo>
                  <a:cubicBezTo>
                    <a:pt x="602" y="12992"/>
                    <a:pt x="6833" y="13116"/>
                    <a:pt x="13495" y="13116"/>
                  </a:cubicBezTo>
                  <a:cubicBezTo>
                    <a:pt x="21221" y="13116"/>
                    <a:pt x="29527" y="12949"/>
                    <a:pt x="29689" y="12734"/>
                  </a:cubicBezTo>
                  <a:cubicBezTo>
                    <a:pt x="30022" y="12367"/>
                    <a:pt x="29355" y="2160"/>
                    <a:pt x="28755" y="1392"/>
                  </a:cubicBezTo>
                  <a:cubicBezTo>
                    <a:pt x="28090" y="518"/>
                    <a:pt x="20953" y="1"/>
                    <a:pt x="141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1"/>
            <p:cNvSpPr/>
            <p:nvPr/>
          </p:nvSpPr>
          <p:spPr>
            <a:xfrm>
              <a:off x="3525200" y="2699050"/>
              <a:ext cx="711350" cy="20025"/>
            </a:xfrm>
            <a:custGeom>
              <a:rect b="b" l="l" r="r" t="t"/>
              <a:pathLst>
                <a:path extrusionOk="0" h="801" w="28454">
                  <a:moveTo>
                    <a:pt x="33" y="0"/>
                  </a:moveTo>
                  <a:lnTo>
                    <a:pt x="0" y="434"/>
                  </a:lnTo>
                  <a:cubicBezTo>
                    <a:pt x="2935" y="667"/>
                    <a:pt x="9006" y="801"/>
                    <a:pt x="15011" y="801"/>
                  </a:cubicBezTo>
                  <a:cubicBezTo>
                    <a:pt x="20348" y="801"/>
                    <a:pt x="25552" y="734"/>
                    <a:pt x="28454" y="467"/>
                  </a:cubicBezTo>
                  <a:lnTo>
                    <a:pt x="28387" y="67"/>
                  </a:lnTo>
                  <a:cubicBezTo>
                    <a:pt x="25610" y="296"/>
                    <a:pt x="20594" y="399"/>
                    <a:pt x="15442" y="399"/>
                  </a:cubicBezTo>
                  <a:cubicBezTo>
                    <a:pt x="9327" y="399"/>
                    <a:pt x="3020" y="254"/>
                    <a:pt x="33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1"/>
            <p:cNvSpPr/>
            <p:nvPr/>
          </p:nvSpPr>
          <p:spPr>
            <a:xfrm>
              <a:off x="3621925" y="2681700"/>
              <a:ext cx="57575" cy="73250"/>
            </a:xfrm>
            <a:custGeom>
              <a:rect b="b" l="l" r="r" t="t"/>
              <a:pathLst>
                <a:path extrusionOk="0" h="2930" w="2303">
                  <a:moveTo>
                    <a:pt x="1038" y="1"/>
                  </a:moveTo>
                  <a:cubicBezTo>
                    <a:pt x="611" y="1"/>
                    <a:pt x="209" y="37"/>
                    <a:pt x="134" y="127"/>
                  </a:cubicBezTo>
                  <a:cubicBezTo>
                    <a:pt x="0" y="327"/>
                    <a:pt x="101" y="2696"/>
                    <a:pt x="334" y="2829"/>
                  </a:cubicBezTo>
                  <a:cubicBezTo>
                    <a:pt x="467" y="2896"/>
                    <a:pt x="843" y="2929"/>
                    <a:pt x="1214" y="2929"/>
                  </a:cubicBezTo>
                  <a:cubicBezTo>
                    <a:pt x="1585" y="2929"/>
                    <a:pt x="1952" y="2896"/>
                    <a:pt x="2069" y="2829"/>
                  </a:cubicBezTo>
                  <a:cubicBezTo>
                    <a:pt x="2269" y="2662"/>
                    <a:pt x="2302" y="260"/>
                    <a:pt x="2169" y="127"/>
                  </a:cubicBezTo>
                  <a:cubicBezTo>
                    <a:pt x="2114" y="54"/>
                    <a:pt x="1557" y="1"/>
                    <a:pt x="1038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1"/>
            <p:cNvSpPr/>
            <p:nvPr/>
          </p:nvSpPr>
          <p:spPr>
            <a:xfrm>
              <a:off x="4081425" y="2681700"/>
              <a:ext cx="57550" cy="73250"/>
            </a:xfrm>
            <a:custGeom>
              <a:rect b="b" l="l" r="r" t="t"/>
              <a:pathLst>
                <a:path extrusionOk="0" h="2930" w="2302">
                  <a:moveTo>
                    <a:pt x="1038" y="1"/>
                  </a:moveTo>
                  <a:cubicBezTo>
                    <a:pt x="611" y="1"/>
                    <a:pt x="209" y="37"/>
                    <a:pt x="134" y="127"/>
                  </a:cubicBezTo>
                  <a:cubicBezTo>
                    <a:pt x="0" y="327"/>
                    <a:pt x="100" y="2696"/>
                    <a:pt x="367" y="2829"/>
                  </a:cubicBezTo>
                  <a:cubicBezTo>
                    <a:pt x="484" y="2896"/>
                    <a:pt x="859" y="2929"/>
                    <a:pt x="1230" y="2929"/>
                  </a:cubicBezTo>
                  <a:cubicBezTo>
                    <a:pt x="1601" y="2929"/>
                    <a:pt x="1968" y="2896"/>
                    <a:pt x="2068" y="2829"/>
                  </a:cubicBezTo>
                  <a:cubicBezTo>
                    <a:pt x="2269" y="2662"/>
                    <a:pt x="2302" y="260"/>
                    <a:pt x="2168" y="127"/>
                  </a:cubicBezTo>
                  <a:cubicBezTo>
                    <a:pt x="2114" y="54"/>
                    <a:pt x="1557" y="1"/>
                    <a:pt x="1038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1"/>
            <p:cNvSpPr/>
            <p:nvPr/>
          </p:nvSpPr>
          <p:spPr>
            <a:xfrm>
              <a:off x="3619425" y="2722475"/>
              <a:ext cx="64225" cy="17575"/>
            </a:xfrm>
            <a:custGeom>
              <a:rect b="b" l="l" r="r" t="t"/>
              <a:pathLst>
                <a:path extrusionOk="0" h="703" w="2569">
                  <a:moveTo>
                    <a:pt x="1148" y="1"/>
                  </a:moveTo>
                  <a:cubicBezTo>
                    <a:pt x="636" y="1"/>
                    <a:pt x="161" y="19"/>
                    <a:pt x="100" y="64"/>
                  </a:cubicBezTo>
                  <a:cubicBezTo>
                    <a:pt x="0" y="164"/>
                    <a:pt x="34" y="564"/>
                    <a:pt x="100" y="664"/>
                  </a:cubicBezTo>
                  <a:cubicBezTo>
                    <a:pt x="143" y="692"/>
                    <a:pt x="560" y="703"/>
                    <a:pt x="1036" y="703"/>
                  </a:cubicBezTo>
                  <a:cubicBezTo>
                    <a:pt x="1686" y="703"/>
                    <a:pt x="2444" y="684"/>
                    <a:pt x="2502" y="664"/>
                  </a:cubicBezTo>
                  <a:cubicBezTo>
                    <a:pt x="2569" y="631"/>
                    <a:pt x="2569" y="164"/>
                    <a:pt x="2502" y="64"/>
                  </a:cubicBezTo>
                  <a:cubicBezTo>
                    <a:pt x="2447" y="27"/>
                    <a:pt x="1770" y="1"/>
                    <a:pt x="1148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1"/>
            <p:cNvSpPr/>
            <p:nvPr/>
          </p:nvSpPr>
          <p:spPr>
            <a:xfrm>
              <a:off x="4078075" y="2722475"/>
              <a:ext cx="64250" cy="17575"/>
            </a:xfrm>
            <a:custGeom>
              <a:rect b="b" l="l" r="r" t="t"/>
              <a:pathLst>
                <a:path extrusionOk="0" h="703" w="2570">
                  <a:moveTo>
                    <a:pt x="1148" y="1"/>
                  </a:moveTo>
                  <a:cubicBezTo>
                    <a:pt x="636" y="1"/>
                    <a:pt x="161" y="19"/>
                    <a:pt x="101" y="64"/>
                  </a:cubicBezTo>
                  <a:cubicBezTo>
                    <a:pt x="1" y="164"/>
                    <a:pt x="34" y="564"/>
                    <a:pt x="101" y="664"/>
                  </a:cubicBezTo>
                  <a:cubicBezTo>
                    <a:pt x="143" y="692"/>
                    <a:pt x="561" y="703"/>
                    <a:pt x="1037" y="703"/>
                  </a:cubicBezTo>
                  <a:cubicBezTo>
                    <a:pt x="1687" y="703"/>
                    <a:pt x="2445" y="684"/>
                    <a:pt x="2503" y="664"/>
                  </a:cubicBezTo>
                  <a:cubicBezTo>
                    <a:pt x="2569" y="631"/>
                    <a:pt x="2569" y="164"/>
                    <a:pt x="2503" y="64"/>
                  </a:cubicBezTo>
                  <a:cubicBezTo>
                    <a:pt x="2448" y="27"/>
                    <a:pt x="1770" y="1"/>
                    <a:pt x="1148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1"/>
            <p:cNvSpPr/>
            <p:nvPr/>
          </p:nvSpPr>
          <p:spPr>
            <a:xfrm>
              <a:off x="3722825" y="2319800"/>
              <a:ext cx="311925" cy="74050"/>
            </a:xfrm>
            <a:custGeom>
              <a:rect b="b" l="l" r="r" t="t"/>
              <a:pathLst>
                <a:path extrusionOk="0" h="2962" w="12477">
                  <a:moveTo>
                    <a:pt x="6151" y="1"/>
                  </a:moveTo>
                  <a:cubicBezTo>
                    <a:pt x="4913" y="1"/>
                    <a:pt x="3687" y="76"/>
                    <a:pt x="3270" y="226"/>
                  </a:cubicBezTo>
                  <a:cubicBezTo>
                    <a:pt x="2569" y="460"/>
                    <a:pt x="1769" y="1560"/>
                    <a:pt x="1468" y="1994"/>
                  </a:cubicBezTo>
                  <a:lnTo>
                    <a:pt x="1" y="2161"/>
                  </a:lnTo>
                  <a:lnTo>
                    <a:pt x="101" y="2961"/>
                  </a:lnTo>
                  <a:lnTo>
                    <a:pt x="1969" y="2761"/>
                  </a:lnTo>
                  <a:lnTo>
                    <a:pt x="2102" y="2594"/>
                  </a:lnTo>
                  <a:cubicBezTo>
                    <a:pt x="2469" y="1994"/>
                    <a:pt x="3136" y="1093"/>
                    <a:pt x="3570" y="960"/>
                  </a:cubicBezTo>
                  <a:cubicBezTo>
                    <a:pt x="3891" y="848"/>
                    <a:pt x="4960" y="797"/>
                    <a:pt x="6068" y="797"/>
                  </a:cubicBezTo>
                  <a:cubicBezTo>
                    <a:pt x="7265" y="797"/>
                    <a:pt x="8509" y="856"/>
                    <a:pt x="8907" y="960"/>
                  </a:cubicBezTo>
                  <a:cubicBezTo>
                    <a:pt x="9407" y="1127"/>
                    <a:pt x="10108" y="2094"/>
                    <a:pt x="10441" y="2661"/>
                  </a:cubicBezTo>
                  <a:lnTo>
                    <a:pt x="10575" y="2895"/>
                  </a:lnTo>
                  <a:lnTo>
                    <a:pt x="12476" y="2961"/>
                  </a:lnTo>
                  <a:lnTo>
                    <a:pt x="12443" y="2161"/>
                  </a:lnTo>
                  <a:lnTo>
                    <a:pt x="10975" y="2094"/>
                  </a:lnTo>
                  <a:cubicBezTo>
                    <a:pt x="10675" y="1594"/>
                    <a:pt x="9908" y="460"/>
                    <a:pt x="9107" y="226"/>
                  </a:cubicBezTo>
                  <a:cubicBezTo>
                    <a:pt x="8640" y="76"/>
                    <a:pt x="7389" y="1"/>
                    <a:pt x="61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1"/>
            <p:cNvSpPr/>
            <p:nvPr/>
          </p:nvSpPr>
          <p:spPr>
            <a:xfrm>
              <a:off x="3726175" y="2383825"/>
              <a:ext cx="47550" cy="15025"/>
            </a:xfrm>
            <a:custGeom>
              <a:rect b="b" l="l" r="r" t="t"/>
              <a:pathLst>
                <a:path extrusionOk="0" h="601" w="1902">
                  <a:moveTo>
                    <a:pt x="1868" y="0"/>
                  </a:moveTo>
                  <a:lnTo>
                    <a:pt x="0" y="200"/>
                  </a:lnTo>
                  <a:lnTo>
                    <a:pt x="33" y="601"/>
                  </a:lnTo>
                  <a:lnTo>
                    <a:pt x="1901" y="434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1"/>
            <p:cNvSpPr/>
            <p:nvPr/>
          </p:nvSpPr>
          <p:spPr>
            <a:xfrm>
              <a:off x="3987175" y="2386325"/>
              <a:ext cx="48400" cy="12525"/>
            </a:xfrm>
            <a:custGeom>
              <a:rect b="b" l="l" r="r" t="t"/>
              <a:pathLst>
                <a:path extrusionOk="0" h="501" w="1936">
                  <a:moveTo>
                    <a:pt x="34" y="0"/>
                  </a:moveTo>
                  <a:lnTo>
                    <a:pt x="1" y="400"/>
                  </a:lnTo>
                  <a:lnTo>
                    <a:pt x="1936" y="501"/>
                  </a:lnTo>
                  <a:lnTo>
                    <a:pt x="1936" y="10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31"/>
          <p:cNvGrpSpPr/>
          <p:nvPr/>
        </p:nvGrpSpPr>
        <p:grpSpPr>
          <a:xfrm rot="-5400000">
            <a:off x="635423" y="3443327"/>
            <a:ext cx="1891143" cy="2921210"/>
            <a:chOff x="7864023" y="121502"/>
            <a:chExt cx="1891143" cy="2921210"/>
          </a:xfrm>
        </p:grpSpPr>
        <p:sp>
          <p:nvSpPr>
            <p:cNvPr id="790" name="Google Shape;790;p31"/>
            <p:cNvSpPr/>
            <p:nvPr/>
          </p:nvSpPr>
          <p:spPr>
            <a:xfrm rot="6508762">
              <a:off x="7452925" y="1036930"/>
              <a:ext cx="2713340" cy="1087171"/>
            </a:xfrm>
            <a:custGeom>
              <a:rect b="b" l="l" r="r" t="t"/>
              <a:pathLst>
                <a:path extrusionOk="0" h="96932" w="241921">
                  <a:moveTo>
                    <a:pt x="240826" y="0"/>
                  </a:moveTo>
                  <a:lnTo>
                    <a:pt x="224899" y="15928"/>
                  </a:lnTo>
                  <a:lnTo>
                    <a:pt x="207907" y="15928"/>
                  </a:lnTo>
                  <a:lnTo>
                    <a:pt x="186083" y="37752"/>
                  </a:lnTo>
                  <a:lnTo>
                    <a:pt x="166265" y="37752"/>
                  </a:lnTo>
                  <a:lnTo>
                    <a:pt x="154988" y="49059"/>
                  </a:lnTo>
                  <a:lnTo>
                    <a:pt x="129365" y="49059"/>
                  </a:lnTo>
                  <a:lnTo>
                    <a:pt x="112617" y="65807"/>
                  </a:lnTo>
                  <a:lnTo>
                    <a:pt x="99182" y="65807"/>
                  </a:lnTo>
                  <a:lnTo>
                    <a:pt x="92252" y="58877"/>
                  </a:lnTo>
                  <a:lnTo>
                    <a:pt x="64014" y="58877"/>
                  </a:lnTo>
                  <a:lnTo>
                    <a:pt x="47448" y="75442"/>
                  </a:lnTo>
                  <a:lnTo>
                    <a:pt x="20366" y="75442"/>
                  </a:lnTo>
                  <a:lnTo>
                    <a:pt x="1" y="95807"/>
                  </a:lnTo>
                  <a:lnTo>
                    <a:pt x="1065" y="96932"/>
                  </a:lnTo>
                  <a:lnTo>
                    <a:pt x="20974" y="76962"/>
                  </a:lnTo>
                  <a:lnTo>
                    <a:pt x="48056" y="76962"/>
                  </a:lnTo>
                  <a:lnTo>
                    <a:pt x="64622" y="60396"/>
                  </a:lnTo>
                  <a:lnTo>
                    <a:pt x="91644" y="60396"/>
                  </a:lnTo>
                  <a:lnTo>
                    <a:pt x="98513" y="67327"/>
                  </a:lnTo>
                  <a:lnTo>
                    <a:pt x="113225" y="67327"/>
                  </a:lnTo>
                  <a:lnTo>
                    <a:pt x="129973" y="50579"/>
                  </a:lnTo>
                  <a:lnTo>
                    <a:pt x="155596" y="50579"/>
                  </a:lnTo>
                  <a:lnTo>
                    <a:pt x="166904" y="39271"/>
                  </a:lnTo>
                  <a:lnTo>
                    <a:pt x="186752" y="39271"/>
                  </a:lnTo>
                  <a:lnTo>
                    <a:pt x="208546" y="17447"/>
                  </a:lnTo>
                  <a:lnTo>
                    <a:pt x="225506" y="17447"/>
                  </a:lnTo>
                  <a:lnTo>
                    <a:pt x="241920" y="1064"/>
                  </a:lnTo>
                  <a:lnTo>
                    <a:pt x="240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1"/>
            <p:cNvSpPr/>
            <p:nvPr/>
          </p:nvSpPr>
          <p:spPr>
            <a:xfrm rot="6508762">
              <a:off x="8821528" y="2937998"/>
              <a:ext cx="92048" cy="92732"/>
            </a:xfrm>
            <a:custGeom>
              <a:rect b="b" l="l" r="r" t="t"/>
              <a:pathLst>
                <a:path extrusionOk="0" h="8268" w="8207">
                  <a:moveTo>
                    <a:pt x="0" y="0"/>
                  </a:moveTo>
                  <a:lnTo>
                    <a:pt x="0" y="1520"/>
                  </a:lnTo>
                  <a:lnTo>
                    <a:pt x="6687" y="1520"/>
                  </a:lnTo>
                  <a:lnTo>
                    <a:pt x="6687" y="8268"/>
                  </a:lnTo>
                  <a:lnTo>
                    <a:pt x="8207" y="8268"/>
                  </a:lnTo>
                  <a:lnTo>
                    <a:pt x="82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1"/>
            <p:cNvSpPr/>
            <p:nvPr/>
          </p:nvSpPr>
          <p:spPr>
            <a:xfrm rot="6508762">
              <a:off x="8722826" y="666647"/>
              <a:ext cx="97847" cy="82874"/>
            </a:xfrm>
            <a:custGeom>
              <a:rect b="b" l="l" r="r" t="t"/>
              <a:pathLst>
                <a:path extrusionOk="0" h="7389" w="8724">
                  <a:moveTo>
                    <a:pt x="4506" y="0"/>
                  </a:moveTo>
                  <a:cubicBezTo>
                    <a:pt x="2845" y="0"/>
                    <a:pt x="1209" y="832"/>
                    <a:pt x="669" y="2574"/>
                  </a:cubicBezTo>
                  <a:cubicBezTo>
                    <a:pt x="0" y="4854"/>
                    <a:pt x="1672" y="7285"/>
                    <a:pt x="4012" y="7377"/>
                  </a:cubicBezTo>
                  <a:cubicBezTo>
                    <a:pt x="4127" y="7385"/>
                    <a:pt x="4243" y="7389"/>
                    <a:pt x="4360" y="7389"/>
                  </a:cubicBezTo>
                  <a:cubicBezTo>
                    <a:pt x="5567" y="7389"/>
                    <a:pt x="6828" y="6957"/>
                    <a:pt x="7660" y="6070"/>
                  </a:cubicBezTo>
                  <a:cubicBezTo>
                    <a:pt x="8541" y="5036"/>
                    <a:pt x="8724" y="3577"/>
                    <a:pt x="8329" y="2361"/>
                  </a:cubicBezTo>
                  <a:cubicBezTo>
                    <a:pt x="8055" y="1693"/>
                    <a:pt x="7599" y="1054"/>
                    <a:pt x="6961" y="659"/>
                  </a:cubicBezTo>
                  <a:cubicBezTo>
                    <a:pt x="6235" y="223"/>
                    <a:pt x="5367" y="0"/>
                    <a:pt x="4506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1"/>
            <p:cNvSpPr/>
            <p:nvPr/>
          </p:nvSpPr>
          <p:spPr>
            <a:xfrm rot="6508762">
              <a:off x="8749456" y="690534"/>
              <a:ext cx="43652" cy="36586"/>
            </a:xfrm>
            <a:custGeom>
              <a:rect b="b" l="l" r="r" t="t"/>
              <a:pathLst>
                <a:path extrusionOk="0" h="3262" w="3892">
                  <a:moveTo>
                    <a:pt x="2011" y="0"/>
                  </a:moveTo>
                  <a:cubicBezTo>
                    <a:pt x="1268" y="0"/>
                    <a:pt x="546" y="365"/>
                    <a:pt x="305" y="1130"/>
                  </a:cubicBezTo>
                  <a:cubicBezTo>
                    <a:pt x="1" y="2103"/>
                    <a:pt x="730" y="3167"/>
                    <a:pt x="1794" y="3258"/>
                  </a:cubicBezTo>
                  <a:cubicBezTo>
                    <a:pt x="1835" y="3260"/>
                    <a:pt x="1876" y="3261"/>
                    <a:pt x="1917" y="3261"/>
                  </a:cubicBezTo>
                  <a:cubicBezTo>
                    <a:pt x="2460" y="3261"/>
                    <a:pt x="3038" y="3074"/>
                    <a:pt x="3405" y="2650"/>
                  </a:cubicBezTo>
                  <a:cubicBezTo>
                    <a:pt x="3800" y="2194"/>
                    <a:pt x="3891" y="1586"/>
                    <a:pt x="3709" y="1039"/>
                  </a:cubicBezTo>
                  <a:cubicBezTo>
                    <a:pt x="3587" y="735"/>
                    <a:pt x="3405" y="492"/>
                    <a:pt x="3101" y="279"/>
                  </a:cubicBezTo>
                  <a:cubicBezTo>
                    <a:pt x="2773" y="95"/>
                    <a:pt x="2389" y="0"/>
                    <a:pt x="2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1"/>
            <p:cNvSpPr/>
            <p:nvPr/>
          </p:nvSpPr>
          <p:spPr>
            <a:xfrm rot="6508762">
              <a:off x="8841669" y="893229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501" y="0"/>
                  </a:moveTo>
                  <a:cubicBezTo>
                    <a:pt x="2842" y="0"/>
                    <a:pt x="1210" y="839"/>
                    <a:pt x="670" y="2559"/>
                  </a:cubicBezTo>
                  <a:cubicBezTo>
                    <a:pt x="1" y="4838"/>
                    <a:pt x="1673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1" y="6054"/>
                  </a:cubicBezTo>
                  <a:cubicBezTo>
                    <a:pt x="8542" y="4990"/>
                    <a:pt x="8724" y="3562"/>
                    <a:pt x="8329" y="2376"/>
                  </a:cubicBezTo>
                  <a:cubicBezTo>
                    <a:pt x="8056" y="1677"/>
                    <a:pt x="7600" y="1039"/>
                    <a:pt x="6961" y="674"/>
                  </a:cubicBezTo>
                  <a:cubicBezTo>
                    <a:pt x="6234" y="227"/>
                    <a:pt x="5364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1"/>
            <p:cNvSpPr/>
            <p:nvPr/>
          </p:nvSpPr>
          <p:spPr>
            <a:xfrm rot="6508762">
              <a:off x="8868730" y="917352"/>
              <a:ext cx="43641" cy="36496"/>
            </a:xfrm>
            <a:custGeom>
              <a:rect b="b" l="l" r="r" t="t"/>
              <a:pathLst>
                <a:path extrusionOk="0" h="3254" w="3891">
                  <a:moveTo>
                    <a:pt x="2004" y="1"/>
                  </a:moveTo>
                  <a:cubicBezTo>
                    <a:pt x="1264" y="1"/>
                    <a:pt x="545" y="372"/>
                    <a:pt x="304" y="1116"/>
                  </a:cubicBezTo>
                  <a:cubicBezTo>
                    <a:pt x="0" y="2119"/>
                    <a:pt x="730" y="3182"/>
                    <a:pt x="1794" y="3243"/>
                  </a:cubicBezTo>
                  <a:cubicBezTo>
                    <a:pt x="1858" y="3250"/>
                    <a:pt x="1924" y="3253"/>
                    <a:pt x="1989" y="3253"/>
                  </a:cubicBezTo>
                  <a:cubicBezTo>
                    <a:pt x="2511" y="3253"/>
                    <a:pt x="3054" y="3040"/>
                    <a:pt x="3405" y="2635"/>
                  </a:cubicBezTo>
                  <a:cubicBezTo>
                    <a:pt x="3800" y="2240"/>
                    <a:pt x="3891" y="1571"/>
                    <a:pt x="3709" y="1055"/>
                  </a:cubicBezTo>
                  <a:cubicBezTo>
                    <a:pt x="3587" y="751"/>
                    <a:pt x="3405" y="477"/>
                    <a:pt x="3101" y="295"/>
                  </a:cubicBezTo>
                  <a:cubicBezTo>
                    <a:pt x="2771" y="99"/>
                    <a:pt x="2385" y="1"/>
                    <a:pt x="2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1"/>
            <p:cNvSpPr/>
            <p:nvPr/>
          </p:nvSpPr>
          <p:spPr>
            <a:xfrm rot="6508762">
              <a:off x="8741705" y="1191842"/>
              <a:ext cx="98194" cy="82975"/>
            </a:xfrm>
            <a:custGeom>
              <a:rect b="b" l="l" r="r" t="t"/>
              <a:pathLst>
                <a:path extrusionOk="0" h="7398" w="8755">
                  <a:moveTo>
                    <a:pt x="4501" y="0"/>
                  </a:moveTo>
                  <a:cubicBezTo>
                    <a:pt x="2844" y="0"/>
                    <a:pt x="1219" y="839"/>
                    <a:pt x="699" y="2559"/>
                  </a:cubicBezTo>
                  <a:cubicBezTo>
                    <a:pt x="0" y="4838"/>
                    <a:pt x="1672" y="7270"/>
                    <a:pt x="4043" y="7392"/>
                  </a:cubicBezTo>
                  <a:cubicBezTo>
                    <a:pt x="4127" y="7396"/>
                    <a:pt x="4212" y="7398"/>
                    <a:pt x="4297" y="7398"/>
                  </a:cubicBezTo>
                  <a:cubicBezTo>
                    <a:pt x="5509" y="7398"/>
                    <a:pt x="6838" y="6991"/>
                    <a:pt x="7690" y="6054"/>
                  </a:cubicBezTo>
                  <a:cubicBezTo>
                    <a:pt x="8572" y="4990"/>
                    <a:pt x="8754" y="3562"/>
                    <a:pt x="8329" y="2376"/>
                  </a:cubicBezTo>
                  <a:cubicBezTo>
                    <a:pt x="8085" y="1677"/>
                    <a:pt x="7629" y="1039"/>
                    <a:pt x="6961" y="674"/>
                  </a:cubicBezTo>
                  <a:cubicBezTo>
                    <a:pt x="6233" y="227"/>
                    <a:pt x="5363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1"/>
            <p:cNvSpPr/>
            <p:nvPr/>
          </p:nvSpPr>
          <p:spPr>
            <a:xfrm rot="6508762">
              <a:off x="8768877" y="1216119"/>
              <a:ext cx="43652" cy="36496"/>
            </a:xfrm>
            <a:custGeom>
              <a:rect b="b" l="l" r="r" t="t"/>
              <a:pathLst>
                <a:path extrusionOk="0" h="3254" w="3892">
                  <a:moveTo>
                    <a:pt x="1989" y="1"/>
                  </a:moveTo>
                  <a:cubicBezTo>
                    <a:pt x="1251" y="1"/>
                    <a:pt x="526" y="372"/>
                    <a:pt x="305" y="1116"/>
                  </a:cubicBezTo>
                  <a:cubicBezTo>
                    <a:pt x="1" y="2119"/>
                    <a:pt x="730" y="3182"/>
                    <a:pt x="1794" y="3243"/>
                  </a:cubicBezTo>
                  <a:cubicBezTo>
                    <a:pt x="1855" y="3250"/>
                    <a:pt x="1918" y="3253"/>
                    <a:pt x="1982" y="3253"/>
                  </a:cubicBezTo>
                  <a:cubicBezTo>
                    <a:pt x="2487" y="3253"/>
                    <a:pt x="3051" y="3040"/>
                    <a:pt x="3375" y="2635"/>
                  </a:cubicBezTo>
                  <a:cubicBezTo>
                    <a:pt x="3800" y="2240"/>
                    <a:pt x="3892" y="1571"/>
                    <a:pt x="3679" y="1055"/>
                  </a:cubicBezTo>
                  <a:cubicBezTo>
                    <a:pt x="3588" y="751"/>
                    <a:pt x="3375" y="477"/>
                    <a:pt x="3071" y="295"/>
                  </a:cubicBezTo>
                  <a:cubicBezTo>
                    <a:pt x="2751" y="99"/>
                    <a:pt x="2369" y="1"/>
                    <a:pt x="1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1"/>
            <p:cNvSpPr/>
            <p:nvPr/>
          </p:nvSpPr>
          <p:spPr>
            <a:xfrm rot="6508762">
              <a:off x="8647490" y="1238897"/>
              <a:ext cx="98531" cy="83076"/>
            </a:xfrm>
            <a:custGeom>
              <a:rect b="b" l="l" r="r" t="t"/>
              <a:pathLst>
                <a:path extrusionOk="0" h="7407" w="8785">
                  <a:moveTo>
                    <a:pt x="4528" y="1"/>
                  </a:moveTo>
                  <a:cubicBezTo>
                    <a:pt x="2862" y="1"/>
                    <a:pt x="1222" y="839"/>
                    <a:pt x="699" y="2568"/>
                  </a:cubicBezTo>
                  <a:cubicBezTo>
                    <a:pt x="0" y="4848"/>
                    <a:pt x="1672" y="7279"/>
                    <a:pt x="4043" y="7401"/>
                  </a:cubicBezTo>
                  <a:cubicBezTo>
                    <a:pt x="4122" y="7405"/>
                    <a:pt x="4203" y="7406"/>
                    <a:pt x="4283" y="7406"/>
                  </a:cubicBezTo>
                  <a:cubicBezTo>
                    <a:pt x="5499" y="7406"/>
                    <a:pt x="6835" y="6975"/>
                    <a:pt x="7690" y="6063"/>
                  </a:cubicBezTo>
                  <a:cubicBezTo>
                    <a:pt x="8542" y="5030"/>
                    <a:pt x="8785" y="3601"/>
                    <a:pt x="8329" y="2385"/>
                  </a:cubicBezTo>
                  <a:cubicBezTo>
                    <a:pt x="8055" y="1686"/>
                    <a:pt x="7599" y="1048"/>
                    <a:pt x="6961" y="653"/>
                  </a:cubicBezTo>
                  <a:cubicBezTo>
                    <a:pt x="6240" y="221"/>
                    <a:pt x="5381" y="1"/>
                    <a:pt x="4528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1"/>
            <p:cNvSpPr/>
            <p:nvPr/>
          </p:nvSpPr>
          <p:spPr>
            <a:xfrm rot="6508762">
              <a:off x="8675059" y="1262724"/>
              <a:ext cx="43652" cy="36586"/>
            </a:xfrm>
            <a:custGeom>
              <a:rect b="b" l="l" r="r" t="t"/>
              <a:pathLst>
                <a:path extrusionOk="0" h="3262" w="3892">
                  <a:moveTo>
                    <a:pt x="2011" y="0"/>
                  </a:moveTo>
                  <a:cubicBezTo>
                    <a:pt x="1269" y="0"/>
                    <a:pt x="546" y="365"/>
                    <a:pt x="305" y="1131"/>
                  </a:cubicBezTo>
                  <a:cubicBezTo>
                    <a:pt x="1" y="2103"/>
                    <a:pt x="730" y="3167"/>
                    <a:pt x="1794" y="3258"/>
                  </a:cubicBezTo>
                  <a:cubicBezTo>
                    <a:pt x="1835" y="3261"/>
                    <a:pt x="1876" y="3262"/>
                    <a:pt x="1917" y="3262"/>
                  </a:cubicBezTo>
                  <a:cubicBezTo>
                    <a:pt x="2461" y="3262"/>
                    <a:pt x="3038" y="3074"/>
                    <a:pt x="3405" y="2651"/>
                  </a:cubicBezTo>
                  <a:cubicBezTo>
                    <a:pt x="3831" y="2225"/>
                    <a:pt x="3891" y="1587"/>
                    <a:pt x="3709" y="1040"/>
                  </a:cubicBezTo>
                  <a:cubicBezTo>
                    <a:pt x="3588" y="736"/>
                    <a:pt x="3405" y="492"/>
                    <a:pt x="3101" y="280"/>
                  </a:cubicBezTo>
                  <a:cubicBezTo>
                    <a:pt x="2773" y="95"/>
                    <a:pt x="2389" y="0"/>
                    <a:pt x="2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1"/>
            <p:cNvSpPr/>
            <p:nvPr/>
          </p:nvSpPr>
          <p:spPr>
            <a:xfrm rot="6508762">
              <a:off x="8597897" y="1387794"/>
              <a:ext cx="98194" cy="83076"/>
            </a:xfrm>
            <a:custGeom>
              <a:rect b="b" l="l" r="r" t="t"/>
              <a:pathLst>
                <a:path extrusionOk="0" h="7407" w="8755">
                  <a:moveTo>
                    <a:pt x="4528" y="1"/>
                  </a:moveTo>
                  <a:cubicBezTo>
                    <a:pt x="2862" y="1"/>
                    <a:pt x="1223" y="839"/>
                    <a:pt x="700" y="2568"/>
                  </a:cubicBezTo>
                  <a:cubicBezTo>
                    <a:pt x="1" y="4848"/>
                    <a:pt x="1673" y="7279"/>
                    <a:pt x="4043" y="7401"/>
                  </a:cubicBezTo>
                  <a:cubicBezTo>
                    <a:pt x="4123" y="7405"/>
                    <a:pt x="4203" y="7406"/>
                    <a:pt x="4284" y="7406"/>
                  </a:cubicBezTo>
                  <a:cubicBezTo>
                    <a:pt x="5500" y="7406"/>
                    <a:pt x="6836" y="6975"/>
                    <a:pt x="7691" y="6063"/>
                  </a:cubicBezTo>
                  <a:cubicBezTo>
                    <a:pt x="8572" y="5030"/>
                    <a:pt x="8755" y="3601"/>
                    <a:pt x="8329" y="2385"/>
                  </a:cubicBezTo>
                  <a:cubicBezTo>
                    <a:pt x="8056" y="1686"/>
                    <a:pt x="7600" y="1048"/>
                    <a:pt x="6961" y="653"/>
                  </a:cubicBezTo>
                  <a:cubicBezTo>
                    <a:pt x="6241" y="221"/>
                    <a:pt x="5381" y="1"/>
                    <a:pt x="4528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1"/>
            <p:cNvSpPr/>
            <p:nvPr/>
          </p:nvSpPr>
          <p:spPr>
            <a:xfrm rot="6508762">
              <a:off x="8625363" y="1411945"/>
              <a:ext cx="43304" cy="36586"/>
            </a:xfrm>
            <a:custGeom>
              <a:rect b="b" l="l" r="r" t="t"/>
              <a:pathLst>
                <a:path extrusionOk="0" h="3262" w="3861">
                  <a:moveTo>
                    <a:pt x="1995" y="0"/>
                  </a:moveTo>
                  <a:cubicBezTo>
                    <a:pt x="1255" y="0"/>
                    <a:pt x="526" y="365"/>
                    <a:pt x="305" y="1131"/>
                  </a:cubicBezTo>
                  <a:cubicBezTo>
                    <a:pt x="1" y="2103"/>
                    <a:pt x="730" y="3167"/>
                    <a:pt x="1764" y="3258"/>
                  </a:cubicBezTo>
                  <a:cubicBezTo>
                    <a:pt x="1804" y="3261"/>
                    <a:pt x="1846" y="3262"/>
                    <a:pt x="1887" y="3262"/>
                  </a:cubicBezTo>
                  <a:cubicBezTo>
                    <a:pt x="2430" y="3262"/>
                    <a:pt x="3007" y="3074"/>
                    <a:pt x="3375" y="2651"/>
                  </a:cubicBezTo>
                  <a:cubicBezTo>
                    <a:pt x="3800" y="2225"/>
                    <a:pt x="3861" y="1587"/>
                    <a:pt x="3679" y="1040"/>
                  </a:cubicBezTo>
                  <a:cubicBezTo>
                    <a:pt x="3557" y="736"/>
                    <a:pt x="3375" y="492"/>
                    <a:pt x="3071" y="280"/>
                  </a:cubicBezTo>
                  <a:cubicBezTo>
                    <a:pt x="2753" y="95"/>
                    <a:pt x="2372" y="0"/>
                    <a:pt x="1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1"/>
            <p:cNvSpPr/>
            <p:nvPr/>
          </p:nvSpPr>
          <p:spPr>
            <a:xfrm rot="6508762">
              <a:off x="8712688" y="1623425"/>
              <a:ext cx="98531" cy="82975"/>
            </a:xfrm>
            <a:custGeom>
              <a:rect b="b" l="l" r="r" t="t"/>
              <a:pathLst>
                <a:path extrusionOk="0" h="7398" w="8785">
                  <a:moveTo>
                    <a:pt x="4487" y="0"/>
                  </a:moveTo>
                  <a:cubicBezTo>
                    <a:pt x="2828" y="0"/>
                    <a:pt x="1209" y="839"/>
                    <a:pt x="669" y="2559"/>
                  </a:cubicBezTo>
                  <a:cubicBezTo>
                    <a:pt x="1" y="4838"/>
                    <a:pt x="1672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0" y="6054"/>
                  </a:cubicBezTo>
                  <a:cubicBezTo>
                    <a:pt x="8572" y="5021"/>
                    <a:pt x="8785" y="3592"/>
                    <a:pt x="8329" y="2376"/>
                  </a:cubicBezTo>
                  <a:cubicBezTo>
                    <a:pt x="8056" y="1677"/>
                    <a:pt x="7600" y="1039"/>
                    <a:pt x="6961" y="674"/>
                  </a:cubicBezTo>
                  <a:cubicBezTo>
                    <a:pt x="6223" y="227"/>
                    <a:pt x="5350" y="0"/>
                    <a:pt x="4487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1"/>
            <p:cNvSpPr/>
            <p:nvPr/>
          </p:nvSpPr>
          <p:spPr>
            <a:xfrm rot="6508762">
              <a:off x="8739754" y="1647450"/>
              <a:ext cx="43652" cy="36485"/>
            </a:xfrm>
            <a:custGeom>
              <a:rect b="b" l="l" r="r" t="t"/>
              <a:pathLst>
                <a:path extrusionOk="0" h="3253" w="3892">
                  <a:moveTo>
                    <a:pt x="2019" y="0"/>
                  </a:moveTo>
                  <a:cubicBezTo>
                    <a:pt x="1281" y="0"/>
                    <a:pt x="556" y="372"/>
                    <a:pt x="335" y="1115"/>
                  </a:cubicBezTo>
                  <a:cubicBezTo>
                    <a:pt x="0" y="2118"/>
                    <a:pt x="730" y="3182"/>
                    <a:pt x="1794" y="3243"/>
                  </a:cubicBezTo>
                  <a:cubicBezTo>
                    <a:pt x="1858" y="3249"/>
                    <a:pt x="1924" y="3253"/>
                    <a:pt x="1989" y="3253"/>
                  </a:cubicBezTo>
                  <a:cubicBezTo>
                    <a:pt x="2511" y="3253"/>
                    <a:pt x="3054" y="3040"/>
                    <a:pt x="3405" y="2635"/>
                  </a:cubicBezTo>
                  <a:cubicBezTo>
                    <a:pt x="3770" y="2179"/>
                    <a:pt x="3891" y="1571"/>
                    <a:pt x="3709" y="1054"/>
                  </a:cubicBezTo>
                  <a:cubicBezTo>
                    <a:pt x="3587" y="750"/>
                    <a:pt x="3405" y="477"/>
                    <a:pt x="3101" y="294"/>
                  </a:cubicBezTo>
                  <a:cubicBezTo>
                    <a:pt x="2781" y="98"/>
                    <a:pt x="2398" y="0"/>
                    <a:pt x="20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1"/>
            <p:cNvSpPr/>
            <p:nvPr/>
          </p:nvSpPr>
          <p:spPr>
            <a:xfrm rot="6508762">
              <a:off x="8619120" y="1904411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501" y="0"/>
                  </a:moveTo>
                  <a:cubicBezTo>
                    <a:pt x="2842" y="0"/>
                    <a:pt x="1210" y="839"/>
                    <a:pt x="670" y="2559"/>
                  </a:cubicBezTo>
                  <a:cubicBezTo>
                    <a:pt x="1" y="4838"/>
                    <a:pt x="1673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1" y="6054"/>
                  </a:cubicBezTo>
                  <a:cubicBezTo>
                    <a:pt x="8542" y="5021"/>
                    <a:pt x="8724" y="3592"/>
                    <a:pt x="8329" y="2376"/>
                  </a:cubicBezTo>
                  <a:cubicBezTo>
                    <a:pt x="8056" y="1677"/>
                    <a:pt x="7600" y="1039"/>
                    <a:pt x="6962" y="674"/>
                  </a:cubicBezTo>
                  <a:cubicBezTo>
                    <a:pt x="6234" y="227"/>
                    <a:pt x="5364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1"/>
            <p:cNvSpPr/>
            <p:nvPr/>
          </p:nvSpPr>
          <p:spPr>
            <a:xfrm rot="6508762">
              <a:off x="8645856" y="1928431"/>
              <a:ext cx="43641" cy="36485"/>
            </a:xfrm>
            <a:custGeom>
              <a:rect b="b" l="l" r="r" t="t"/>
              <a:pathLst>
                <a:path extrusionOk="0" h="3253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4" y="3243"/>
                  </a:cubicBezTo>
                  <a:cubicBezTo>
                    <a:pt x="1858" y="3249"/>
                    <a:pt x="1924" y="3253"/>
                    <a:pt x="1989" y="3253"/>
                  </a:cubicBezTo>
                  <a:cubicBezTo>
                    <a:pt x="2511" y="3253"/>
                    <a:pt x="3050" y="3040"/>
                    <a:pt x="3374" y="2635"/>
                  </a:cubicBezTo>
                  <a:cubicBezTo>
                    <a:pt x="3769" y="2179"/>
                    <a:pt x="3891" y="1571"/>
                    <a:pt x="3709" y="1054"/>
                  </a:cubicBezTo>
                  <a:cubicBezTo>
                    <a:pt x="3587" y="750"/>
                    <a:pt x="3405" y="477"/>
                    <a:pt x="3101" y="294"/>
                  </a:cubicBezTo>
                  <a:cubicBezTo>
                    <a:pt x="2771" y="98"/>
                    <a:pt x="2385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1"/>
            <p:cNvSpPr/>
            <p:nvPr/>
          </p:nvSpPr>
          <p:spPr>
            <a:xfrm rot="6508762">
              <a:off x="8704020" y="2062750"/>
              <a:ext cx="98194" cy="83042"/>
            </a:xfrm>
            <a:custGeom>
              <a:rect b="b" l="l" r="r" t="t"/>
              <a:pathLst>
                <a:path extrusionOk="0" h="7404" w="8755">
                  <a:moveTo>
                    <a:pt x="4502" y="1"/>
                  </a:moveTo>
                  <a:cubicBezTo>
                    <a:pt x="2845" y="1"/>
                    <a:pt x="1220" y="839"/>
                    <a:pt x="700" y="2559"/>
                  </a:cubicBezTo>
                  <a:cubicBezTo>
                    <a:pt x="1" y="4838"/>
                    <a:pt x="1673" y="7270"/>
                    <a:pt x="4043" y="7392"/>
                  </a:cubicBezTo>
                  <a:cubicBezTo>
                    <a:pt x="4155" y="7400"/>
                    <a:pt x="4269" y="7404"/>
                    <a:pt x="4383" y="7404"/>
                  </a:cubicBezTo>
                  <a:cubicBezTo>
                    <a:pt x="5572" y="7404"/>
                    <a:pt x="6859" y="6969"/>
                    <a:pt x="7691" y="6054"/>
                  </a:cubicBezTo>
                  <a:cubicBezTo>
                    <a:pt x="8542" y="5051"/>
                    <a:pt x="8755" y="3592"/>
                    <a:pt x="8329" y="2376"/>
                  </a:cubicBezTo>
                  <a:cubicBezTo>
                    <a:pt x="8056" y="1708"/>
                    <a:pt x="7600" y="1039"/>
                    <a:pt x="6961" y="674"/>
                  </a:cubicBezTo>
                  <a:cubicBezTo>
                    <a:pt x="6234" y="227"/>
                    <a:pt x="5364" y="1"/>
                    <a:pt x="450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1"/>
            <p:cNvSpPr/>
            <p:nvPr/>
          </p:nvSpPr>
          <p:spPr>
            <a:xfrm rot="6508762">
              <a:off x="8731366" y="2086813"/>
              <a:ext cx="43641" cy="36407"/>
            </a:xfrm>
            <a:custGeom>
              <a:rect b="b" l="l" r="r" t="t"/>
              <a:pathLst>
                <a:path extrusionOk="0" h="3246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4" y="3242"/>
                  </a:cubicBezTo>
                  <a:cubicBezTo>
                    <a:pt x="1834" y="3244"/>
                    <a:pt x="1876" y="3246"/>
                    <a:pt x="1917" y="3246"/>
                  </a:cubicBezTo>
                  <a:cubicBezTo>
                    <a:pt x="2460" y="3246"/>
                    <a:pt x="3037" y="3058"/>
                    <a:pt x="3405" y="2634"/>
                  </a:cubicBezTo>
                  <a:cubicBezTo>
                    <a:pt x="3830" y="2239"/>
                    <a:pt x="3891" y="1571"/>
                    <a:pt x="3708" y="1054"/>
                  </a:cubicBezTo>
                  <a:cubicBezTo>
                    <a:pt x="3587" y="750"/>
                    <a:pt x="3405" y="476"/>
                    <a:pt x="3101" y="294"/>
                  </a:cubicBezTo>
                  <a:cubicBezTo>
                    <a:pt x="2771" y="98"/>
                    <a:pt x="2385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1"/>
            <p:cNvSpPr/>
            <p:nvPr/>
          </p:nvSpPr>
          <p:spPr>
            <a:xfrm rot="6508762">
              <a:off x="8635190" y="2269207"/>
              <a:ext cx="97858" cy="83042"/>
            </a:xfrm>
            <a:custGeom>
              <a:rect b="b" l="l" r="r" t="t"/>
              <a:pathLst>
                <a:path extrusionOk="0" h="7404" w="8725">
                  <a:moveTo>
                    <a:pt x="4501" y="1"/>
                  </a:moveTo>
                  <a:cubicBezTo>
                    <a:pt x="2841" y="1"/>
                    <a:pt x="1209" y="839"/>
                    <a:pt x="669" y="2559"/>
                  </a:cubicBezTo>
                  <a:cubicBezTo>
                    <a:pt x="1" y="4838"/>
                    <a:pt x="1672" y="7270"/>
                    <a:pt x="4013" y="7392"/>
                  </a:cubicBezTo>
                  <a:cubicBezTo>
                    <a:pt x="4128" y="7400"/>
                    <a:pt x="4243" y="7404"/>
                    <a:pt x="4359" y="7404"/>
                  </a:cubicBezTo>
                  <a:cubicBezTo>
                    <a:pt x="5567" y="7404"/>
                    <a:pt x="6828" y="6969"/>
                    <a:pt x="7660" y="6054"/>
                  </a:cubicBezTo>
                  <a:cubicBezTo>
                    <a:pt x="8542" y="5051"/>
                    <a:pt x="8724" y="3592"/>
                    <a:pt x="8329" y="2376"/>
                  </a:cubicBezTo>
                  <a:cubicBezTo>
                    <a:pt x="8055" y="1708"/>
                    <a:pt x="7600" y="1039"/>
                    <a:pt x="6961" y="674"/>
                  </a:cubicBezTo>
                  <a:cubicBezTo>
                    <a:pt x="6233" y="227"/>
                    <a:pt x="5363" y="1"/>
                    <a:pt x="4501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1"/>
            <p:cNvSpPr/>
            <p:nvPr/>
          </p:nvSpPr>
          <p:spPr>
            <a:xfrm rot="6508762">
              <a:off x="8662315" y="2293430"/>
              <a:ext cx="43641" cy="36407"/>
            </a:xfrm>
            <a:custGeom>
              <a:rect b="b" l="l" r="r" t="t"/>
              <a:pathLst>
                <a:path extrusionOk="0" h="3246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3" y="3242"/>
                  </a:cubicBezTo>
                  <a:cubicBezTo>
                    <a:pt x="1834" y="3244"/>
                    <a:pt x="1875" y="3246"/>
                    <a:pt x="1917" y="3246"/>
                  </a:cubicBezTo>
                  <a:cubicBezTo>
                    <a:pt x="2460" y="3246"/>
                    <a:pt x="3037" y="3058"/>
                    <a:pt x="3404" y="2634"/>
                  </a:cubicBezTo>
                  <a:cubicBezTo>
                    <a:pt x="3769" y="2239"/>
                    <a:pt x="3891" y="1571"/>
                    <a:pt x="3708" y="1054"/>
                  </a:cubicBezTo>
                  <a:cubicBezTo>
                    <a:pt x="3587" y="750"/>
                    <a:pt x="3404" y="476"/>
                    <a:pt x="3100" y="294"/>
                  </a:cubicBezTo>
                  <a:cubicBezTo>
                    <a:pt x="2770" y="98"/>
                    <a:pt x="2384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1"/>
            <p:cNvSpPr/>
            <p:nvPr/>
          </p:nvSpPr>
          <p:spPr>
            <a:xfrm rot="6508762">
              <a:off x="8786553" y="2579591"/>
              <a:ext cx="98194" cy="82975"/>
            </a:xfrm>
            <a:custGeom>
              <a:rect b="b" l="l" r="r" t="t"/>
              <a:pathLst>
                <a:path extrusionOk="0" h="7398" w="8755">
                  <a:moveTo>
                    <a:pt x="4502" y="1"/>
                  </a:moveTo>
                  <a:cubicBezTo>
                    <a:pt x="2845" y="1"/>
                    <a:pt x="1219" y="839"/>
                    <a:pt x="699" y="2559"/>
                  </a:cubicBezTo>
                  <a:cubicBezTo>
                    <a:pt x="0" y="4839"/>
                    <a:pt x="1672" y="7270"/>
                    <a:pt x="4043" y="7392"/>
                  </a:cubicBezTo>
                  <a:cubicBezTo>
                    <a:pt x="4127" y="7396"/>
                    <a:pt x="4212" y="7398"/>
                    <a:pt x="4298" y="7398"/>
                  </a:cubicBezTo>
                  <a:cubicBezTo>
                    <a:pt x="5510" y="7398"/>
                    <a:pt x="6839" y="6991"/>
                    <a:pt x="7690" y="6054"/>
                  </a:cubicBezTo>
                  <a:cubicBezTo>
                    <a:pt x="8572" y="4991"/>
                    <a:pt x="8754" y="3562"/>
                    <a:pt x="8329" y="2376"/>
                  </a:cubicBezTo>
                  <a:cubicBezTo>
                    <a:pt x="8055" y="1708"/>
                    <a:pt x="7599" y="1039"/>
                    <a:pt x="6961" y="674"/>
                  </a:cubicBezTo>
                  <a:cubicBezTo>
                    <a:pt x="6233" y="227"/>
                    <a:pt x="5363" y="1"/>
                    <a:pt x="450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1"/>
            <p:cNvSpPr/>
            <p:nvPr/>
          </p:nvSpPr>
          <p:spPr>
            <a:xfrm rot="6508762">
              <a:off x="8813946" y="2603717"/>
              <a:ext cx="43304" cy="36485"/>
            </a:xfrm>
            <a:custGeom>
              <a:rect b="b" l="l" r="r" t="t"/>
              <a:pathLst>
                <a:path extrusionOk="0" h="3253" w="3861">
                  <a:moveTo>
                    <a:pt x="1989" y="0"/>
                  </a:moveTo>
                  <a:cubicBezTo>
                    <a:pt x="1250" y="0"/>
                    <a:pt x="525" y="372"/>
                    <a:pt x="304" y="1115"/>
                  </a:cubicBezTo>
                  <a:cubicBezTo>
                    <a:pt x="0" y="2118"/>
                    <a:pt x="730" y="3182"/>
                    <a:pt x="1763" y="3242"/>
                  </a:cubicBezTo>
                  <a:cubicBezTo>
                    <a:pt x="1828" y="3249"/>
                    <a:pt x="1893" y="3253"/>
                    <a:pt x="1960" y="3253"/>
                  </a:cubicBezTo>
                  <a:cubicBezTo>
                    <a:pt x="2486" y="3253"/>
                    <a:pt x="3050" y="3040"/>
                    <a:pt x="3374" y="2635"/>
                  </a:cubicBezTo>
                  <a:cubicBezTo>
                    <a:pt x="3800" y="2239"/>
                    <a:pt x="3860" y="1571"/>
                    <a:pt x="3678" y="1054"/>
                  </a:cubicBezTo>
                  <a:cubicBezTo>
                    <a:pt x="3556" y="750"/>
                    <a:pt x="3374" y="476"/>
                    <a:pt x="3070" y="294"/>
                  </a:cubicBezTo>
                  <a:cubicBezTo>
                    <a:pt x="2750" y="98"/>
                    <a:pt x="2368" y="0"/>
                    <a:pt x="19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1"/>
            <p:cNvSpPr/>
            <p:nvPr/>
          </p:nvSpPr>
          <p:spPr>
            <a:xfrm rot="6508762">
              <a:off x="8727668" y="2756295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472" y="1"/>
                  </a:moveTo>
                  <a:cubicBezTo>
                    <a:pt x="2815" y="1"/>
                    <a:pt x="1189" y="839"/>
                    <a:pt x="669" y="2559"/>
                  </a:cubicBezTo>
                  <a:cubicBezTo>
                    <a:pt x="1" y="4839"/>
                    <a:pt x="1673" y="7270"/>
                    <a:pt x="4013" y="7392"/>
                  </a:cubicBezTo>
                  <a:cubicBezTo>
                    <a:pt x="4097" y="7396"/>
                    <a:pt x="4182" y="7398"/>
                    <a:pt x="4268" y="7398"/>
                  </a:cubicBezTo>
                  <a:cubicBezTo>
                    <a:pt x="5480" y="7398"/>
                    <a:pt x="6809" y="6991"/>
                    <a:pt x="7660" y="6054"/>
                  </a:cubicBezTo>
                  <a:cubicBezTo>
                    <a:pt x="8542" y="4991"/>
                    <a:pt x="8724" y="3562"/>
                    <a:pt x="8299" y="2376"/>
                  </a:cubicBezTo>
                  <a:cubicBezTo>
                    <a:pt x="8056" y="1708"/>
                    <a:pt x="7600" y="1039"/>
                    <a:pt x="6931" y="674"/>
                  </a:cubicBezTo>
                  <a:cubicBezTo>
                    <a:pt x="6203" y="227"/>
                    <a:pt x="5333" y="1"/>
                    <a:pt x="447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1"/>
            <p:cNvSpPr/>
            <p:nvPr/>
          </p:nvSpPr>
          <p:spPr>
            <a:xfrm rot="6508762">
              <a:off x="8754723" y="2780421"/>
              <a:ext cx="43641" cy="36485"/>
            </a:xfrm>
            <a:custGeom>
              <a:rect b="b" l="l" r="r" t="t"/>
              <a:pathLst>
                <a:path extrusionOk="0" h="3253" w="3891">
                  <a:moveTo>
                    <a:pt x="1989" y="0"/>
                  </a:moveTo>
                  <a:cubicBezTo>
                    <a:pt x="1250" y="0"/>
                    <a:pt x="525" y="372"/>
                    <a:pt x="304" y="1115"/>
                  </a:cubicBezTo>
                  <a:cubicBezTo>
                    <a:pt x="0" y="2118"/>
                    <a:pt x="730" y="3182"/>
                    <a:pt x="1794" y="3242"/>
                  </a:cubicBezTo>
                  <a:cubicBezTo>
                    <a:pt x="1858" y="3249"/>
                    <a:pt x="1923" y="3253"/>
                    <a:pt x="1989" y="3253"/>
                  </a:cubicBezTo>
                  <a:cubicBezTo>
                    <a:pt x="2510" y="3253"/>
                    <a:pt x="3050" y="3040"/>
                    <a:pt x="3374" y="2635"/>
                  </a:cubicBezTo>
                  <a:cubicBezTo>
                    <a:pt x="3800" y="2239"/>
                    <a:pt x="3891" y="1571"/>
                    <a:pt x="3678" y="1054"/>
                  </a:cubicBezTo>
                  <a:cubicBezTo>
                    <a:pt x="3587" y="750"/>
                    <a:pt x="3374" y="476"/>
                    <a:pt x="3070" y="294"/>
                  </a:cubicBezTo>
                  <a:cubicBezTo>
                    <a:pt x="2750" y="98"/>
                    <a:pt x="2368" y="0"/>
                    <a:pt x="19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2_1_1_1_1"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5" name="Google Shape;815;p32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816" name="Google Shape;816;p32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8" name="Google Shape;818;p32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819" name="Google Shape;819;p32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1" name="Google Shape;82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22" name="Google Shape;822;p32"/>
          <p:cNvGrpSpPr/>
          <p:nvPr/>
        </p:nvGrpSpPr>
        <p:grpSpPr>
          <a:xfrm flipH="1" rot="10800000">
            <a:off x="8549125" y="2965875"/>
            <a:ext cx="551700" cy="2117650"/>
            <a:chOff x="6472275" y="2445175"/>
            <a:chExt cx="551700" cy="2117650"/>
          </a:xfrm>
        </p:grpSpPr>
        <p:sp>
          <p:nvSpPr>
            <p:cNvPr id="823" name="Google Shape;823;p32"/>
            <p:cNvSpPr/>
            <p:nvPr/>
          </p:nvSpPr>
          <p:spPr>
            <a:xfrm>
              <a:off x="6512550" y="2625700"/>
              <a:ext cx="511425" cy="1765250"/>
            </a:xfrm>
            <a:custGeom>
              <a:rect b="b" l="l" r="r" t="t"/>
              <a:pathLst>
                <a:path extrusionOk="0" h="70610" w="20457">
                  <a:moveTo>
                    <a:pt x="6839" y="1"/>
                  </a:moveTo>
                  <a:lnTo>
                    <a:pt x="0" y="1338"/>
                  </a:lnTo>
                  <a:lnTo>
                    <a:pt x="13587" y="70610"/>
                  </a:lnTo>
                  <a:lnTo>
                    <a:pt x="20457" y="69272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6547500" y="2651550"/>
              <a:ext cx="348825" cy="1733325"/>
            </a:xfrm>
            <a:custGeom>
              <a:rect b="b" l="l" r="r" t="t"/>
              <a:pathLst>
                <a:path extrusionOk="0" h="69333" w="13953">
                  <a:moveTo>
                    <a:pt x="365" y="0"/>
                  </a:moveTo>
                  <a:lnTo>
                    <a:pt x="1" y="61"/>
                  </a:lnTo>
                  <a:lnTo>
                    <a:pt x="13557" y="69333"/>
                  </a:lnTo>
                  <a:lnTo>
                    <a:pt x="13952" y="6927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6640200" y="2633300"/>
              <a:ext cx="348825" cy="1733350"/>
            </a:xfrm>
            <a:custGeom>
              <a:rect b="b" l="l" r="r" t="t"/>
              <a:pathLst>
                <a:path extrusionOk="0" h="69334" w="13953">
                  <a:moveTo>
                    <a:pt x="366" y="1"/>
                  </a:moveTo>
                  <a:lnTo>
                    <a:pt x="1" y="62"/>
                  </a:lnTo>
                  <a:lnTo>
                    <a:pt x="13588" y="69333"/>
                  </a:lnTo>
                  <a:lnTo>
                    <a:pt x="13952" y="69272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2"/>
            <p:cNvSpPr/>
            <p:nvPr/>
          </p:nvSpPr>
          <p:spPr>
            <a:xfrm>
              <a:off x="6950250" y="4458925"/>
              <a:ext cx="36500" cy="103900"/>
            </a:xfrm>
            <a:custGeom>
              <a:rect b="b" l="l" r="r" t="t"/>
              <a:pathLst>
                <a:path extrusionOk="0" h="4156" w="1460">
                  <a:moveTo>
                    <a:pt x="399" y="1"/>
                  </a:moveTo>
                  <a:cubicBezTo>
                    <a:pt x="368" y="1"/>
                    <a:pt x="336" y="6"/>
                    <a:pt x="304" y="16"/>
                  </a:cubicBezTo>
                  <a:cubicBezTo>
                    <a:pt x="91" y="47"/>
                    <a:pt x="0" y="229"/>
                    <a:pt x="31" y="442"/>
                  </a:cubicBezTo>
                  <a:lnTo>
                    <a:pt x="699" y="3877"/>
                  </a:lnTo>
                  <a:cubicBezTo>
                    <a:pt x="753" y="4063"/>
                    <a:pt x="899" y="4156"/>
                    <a:pt x="1057" y="4156"/>
                  </a:cubicBezTo>
                  <a:cubicBezTo>
                    <a:pt x="1079" y="4156"/>
                    <a:pt x="1102" y="4154"/>
                    <a:pt x="1125" y="4150"/>
                  </a:cubicBezTo>
                  <a:cubicBezTo>
                    <a:pt x="1307" y="4120"/>
                    <a:pt x="1459" y="3937"/>
                    <a:pt x="1398" y="3725"/>
                  </a:cubicBezTo>
                  <a:lnTo>
                    <a:pt x="699" y="290"/>
                  </a:lnTo>
                  <a:cubicBezTo>
                    <a:pt x="674" y="114"/>
                    <a:pt x="546" y="1"/>
                    <a:pt x="399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2"/>
            <p:cNvSpPr/>
            <p:nvPr/>
          </p:nvSpPr>
          <p:spPr>
            <a:xfrm>
              <a:off x="6852975" y="4352775"/>
              <a:ext cx="171000" cy="176475"/>
            </a:xfrm>
            <a:custGeom>
              <a:rect b="b" l="l" r="r" t="t"/>
              <a:pathLst>
                <a:path extrusionOk="0" h="7059" w="6840">
                  <a:moveTo>
                    <a:pt x="6325" y="0"/>
                  </a:moveTo>
                  <a:cubicBezTo>
                    <a:pt x="6005" y="0"/>
                    <a:pt x="5660" y="212"/>
                    <a:pt x="5289" y="524"/>
                  </a:cubicBezTo>
                  <a:cubicBezTo>
                    <a:pt x="4893" y="395"/>
                    <a:pt x="4503" y="333"/>
                    <a:pt x="4118" y="333"/>
                  </a:cubicBezTo>
                  <a:cubicBezTo>
                    <a:pt x="3232" y="333"/>
                    <a:pt x="2377" y="660"/>
                    <a:pt x="1551" y="1253"/>
                  </a:cubicBezTo>
                  <a:cubicBezTo>
                    <a:pt x="1332" y="1204"/>
                    <a:pt x="1127" y="1177"/>
                    <a:pt x="938" y="1177"/>
                  </a:cubicBezTo>
                  <a:cubicBezTo>
                    <a:pt x="547" y="1177"/>
                    <a:pt x="226" y="1291"/>
                    <a:pt x="1" y="1557"/>
                  </a:cubicBezTo>
                  <a:lnTo>
                    <a:pt x="4378" y="7059"/>
                  </a:lnTo>
                  <a:lnTo>
                    <a:pt x="5137" y="6907"/>
                  </a:lnTo>
                  <a:lnTo>
                    <a:pt x="6840" y="220"/>
                  </a:lnTo>
                  <a:cubicBezTo>
                    <a:pt x="6676" y="67"/>
                    <a:pt x="6504" y="0"/>
                    <a:pt x="63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2"/>
            <p:cNvSpPr/>
            <p:nvPr/>
          </p:nvSpPr>
          <p:spPr>
            <a:xfrm>
              <a:off x="6472275" y="2445175"/>
              <a:ext cx="223425" cy="242875"/>
            </a:xfrm>
            <a:custGeom>
              <a:rect b="b" l="l" r="r" t="t"/>
              <a:pathLst>
                <a:path extrusionOk="0" h="9715" w="8937">
                  <a:moveTo>
                    <a:pt x="6679" y="0"/>
                  </a:moveTo>
                  <a:cubicBezTo>
                    <a:pt x="6631" y="0"/>
                    <a:pt x="6583" y="6"/>
                    <a:pt x="6535" y="18"/>
                  </a:cubicBezTo>
                  <a:lnTo>
                    <a:pt x="639" y="1143"/>
                  </a:lnTo>
                  <a:cubicBezTo>
                    <a:pt x="274" y="1234"/>
                    <a:pt x="0" y="1599"/>
                    <a:pt x="61" y="1994"/>
                  </a:cubicBezTo>
                  <a:lnTo>
                    <a:pt x="1581" y="9714"/>
                  </a:lnTo>
                  <a:lnTo>
                    <a:pt x="8937" y="8255"/>
                  </a:lnTo>
                  <a:lnTo>
                    <a:pt x="7356" y="596"/>
                  </a:lnTo>
                  <a:cubicBezTo>
                    <a:pt x="7303" y="252"/>
                    <a:pt x="6998" y="0"/>
                    <a:pt x="667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32"/>
          <p:cNvGrpSpPr/>
          <p:nvPr/>
        </p:nvGrpSpPr>
        <p:grpSpPr>
          <a:xfrm rot="3190324">
            <a:off x="-77109" y="30703"/>
            <a:ext cx="1035174" cy="1021942"/>
            <a:chOff x="5877275" y="2495575"/>
            <a:chExt cx="743200" cy="733700"/>
          </a:xfrm>
        </p:grpSpPr>
        <p:sp>
          <p:nvSpPr>
            <p:cNvPr id="830" name="Google Shape;830;p32"/>
            <p:cNvSpPr/>
            <p:nvPr/>
          </p:nvSpPr>
          <p:spPr>
            <a:xfrm>
              <a:off x="5877275" y="2495575"/>
              <a:ext cx="743200" cy="733700"/>
            </a:xfrm>
            <a:custGeom>
              <a:rect b="b" l="l" r="r" t="t"/>
              <a:pathLst>
                <a:path extrusionOk="0" h="29348" w="29728">
                  <a:moveTo>
                    <a:pt x="12736" y="1"/>
                  </a:moveTo>
                  <a:cubicBezTo>
                    <a:pt x="12364" y="1"/>
                    <a:pt x="11992" y="145"/>
                    <a:pt x="11703" y="434"/>
                  </a:cubicBezTo>
                  <a:lnTo>
                    <a:pt x="578" y="11711"/>
                  </a:lnTo>
                  <a:cubicBezTo>
                    <a:pt x="1" y="12288"/>
                    <a:pt x="1" y="13200"/>
                    <a:pt x="578" y="13777"/>
                  </a:cubicBezTo>
                  <a:lnTo>
                    <a:pt x="15928" y="28914"/>
                  </a:lnTo>
                  <a:cubicBezTo>
                    <a:pt x="16217" y="29203"/>
                    <a:pt x="16589" y="29348"/>
                    <a:pt x="16961" y="29348"/>
                  </a:cubicBezTo>
                  <a:cubicBezTo>
                    <a:pt x="17334" y="29348"/>
                    <a:pt x="17706" y="29203"/>
                    <a:pt x="17995" y="28914"/>
                  </a:cubicBezTo>
                  <a:lnTo>
                    <a:pt x="29150" y="17638"/>
                  </a:lnTo>
                  <a:cubicBezTo>
                    <a:pt x="29728" y="17060"/>
                    <a:pt x="29697" y="16148"/>
                    <a:pt x="29120" y="15601"/>
                  </a:cubicBezTo>
                  <a:lnTo>
                    <a:pt x="13770" y="434"/>
                  </a:lnTo>
                  <a:cubicBezTo>
                    <a:pt x="13481" y="145"/>
                    <a:pt x="13109" y="1"/>
                    <a:pt x="12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2"/>
            <p:cNvSpPr/>
            <p:nvPr/>
          </p:nvSpPr>
          <p:spPr>
            <a:xfrm>
              <a:off x="5919075" y="2533000"/>
              <a:ext cx="659600" cy="658850"/>
            </a:xfrm>
            <a:custGeom>
              <a:rect b="b" l="l" r="r" t="t"/>
              <a:pathLst>
                <a:path extrusionOk="0" h="26354" w="26384">
                  <a:moveTo>
                    <a:pt x="11368" y="1"/>
                  </a:moveTo>
                  <a:lnTo>
                    <a:pt x="0" y="11521"/>
                  </a:lnTo>
                  <a:lnTo>
                    <a:pt x="15016" y="26354"/>
                  </a:lnTo>
                  <a:lnTo>
                    <a:pt x="26384" y="14834"/>
                  </a:lnTo>
                  <a:lnTo>
                    <a:pt x="113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2"/>
            <p:cNvSpPr/>
            <p:nvPr/>
          </p:nvSpPr>
          <p:spPr>
            <a:xfrm>
              <a:off x="5945675" y="2562925"/>
              <a:ext cx="207475" cy="204725"/>
            </a:xfrm>
            <a:custGeom>
              <a:rect b="b" l="l" r="r" t="t"/>
              <a:pathLst>
                <a:path extrusionOk="0" h="8189" w="8299">
                  <a:moveTo>
                    <a:pt x="6373" y="0"/>
                  </a:moveTo>
                  <a:cubicBezTo>
                    <a:pt x="6199" y="0"/>
                    <a:pt x="6030" y="69"/>
                    <a:pt x="5897" y="202"/>
                  </a:cubicBezTo>
                  <a:lnTo>
                    <a:pt x="5411" y="688"/>
                  </a:lnTo>
                  <a:cubicBezTo>
                    <a:pt x="5149" y="481"/>
                    <a:pt x="4825" y="381"/>
                    <a:pt x="4500" y="381"/>
                  </a:cubicBezTo>
                  <a:cubicBezTo>
                    <a:pt x="4109" y="381"/>
                    <a:pt x="3717" y="527"/>
                    <a:pt x="3435" y="810"/>
                  </a:cubicBezTo>
                  <a:lnTo>
                    <a:pt x="851" y="3424"/>
                  </a:lnTo>
                  <a:cubicBezTo>
                    <a:pt x="304" y="3971"/>
                    <a:pt x="274" y="4852"/>
                    <a:pt x="760" y="5399"/>
                  </a:cubicBezTo>
                  <a:lnTo>
                    <a:pt x="274" y="5916"/>
                  </a:lnTo>
                  <a:cubicBezTo>
                    <a:pt x="0" y="6159"/>
                    <a:pt x="0" y="6615"/>
                    <a:pt x="274" y="6889"/>
                  </a:cubicBezTo>
                  <a:lnTo>
                    <a:pt x="1429" y="7983"/>
                  </a:lnTo>
                  <a:cubicBezTo>
                    <a:pt x="1550" y="8120"/>
                    <a:pt x="1725" y="8188"/>
                    <a:pt x="1904" y="8188"/>
                  </a:cubicBezTo>
                  <a:cubicBezTo>
                    <a:pt x="2082" y="8188"/>
                    <a:pt x="2265" y="8120"/>
                    <a:pt x="2401" y="7983"/>
                  </a:cubicBezTo>
                  <a:lnTo>
                    <a:pt x="8025" y="2329"/>
                  </a:lnTo>
                  <a:cubicBezTo>
                    <a:pt x="8298" y="2056"/>
                    <a:pt x="8298" y="1600"/>
                    <a:pt x="8025" y="1357"/>
                  </a:cubicBezTo>
                  <a:lnTo>
                    <a:pt x="6900" y="232"/>
                  </a:lnTo>
                  <a:cubicBezTo>
                    <a:pt x="6744" y="76"/>
                    <a:pt x="6556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2"/>
            <p:cNvSpPr/>
            <p:nvPr/>
          </p:nvSpPr>
          <p:spPr>
            <a:xfrm>
              <a:off x="6188075" y="3019325"/>
              <a:ext cx="133750" cy="133000"/>
            </a:xfrm>
            <a:custGeom>
              <a:rect b="b" l="l" r="r" t="t"/>
              <a:pathLst>
                <a:path extrusionOk="0" h="5320" w="5350">
                  <a:moveTo>
                    <a:pt x="1277" y="1"/>
                  </a:moveTo>
                  <a:lnTo>
                    <a:pt x="0" y="1277"/>
                  </a:lnTo>
                  <a:lnTo>
                    <a:pt x="4104" y="5320"/>
                  </a:lnTo>
                  <a:lnTo>
                    <a:pt x="5350" y="4043"/>
                  </a:lnTo>
                  <a:lnTo>
                    <a:pt x="12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2"/>
            <p:cNvSpPr/>
            <p:nvPr/>
          </p:nvSpPr>
          <p:spPr>
            <a:xfrm>
              <a:off x="6282300" y="3026175"/>
              <a:ext cx="82100" cy="82100"/>
            </a:xfrm>
            <a:custGeom>
              <a:rect b="b" l="l" r="r" t="t"/>
              <a:pathLst>
                <a:path extrusionOk="0" h="3284" w="3284">
                  <a:moveTo>
                    <a:pt x="1277" y="0"/>
                  </a:moveTo>
                  <a:lnTo>
                    <a:pt x="0" y="1277"/>
                  </a:lnTo>
                  <a:lnTo>
                    <a:pt x="2037" y="3283"/>
                  </a:lnTo>
                  <a:lnTo>
                    <a:pt x="3283" y="2006"/>
                  </a:lnTo>
                  <a:lnTo>
                    <a:pt x="12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2"/>
            <p:cNvSpPr/>
            <p:nvPr/>
          </p:nvSpPr>
          <p:spPr>
            <a:xfrm>
              <a:off x="6254950" y="2910675"/>
              <a:ext cx="153525" cy="152750"/>
            </a:xfrm>
            <a:custGeom>
              <a:rect b="b" l="l" r="r" t="t"/>
              <a:pathLst>
                <a:path extrusionOk="0" h="6110" w="6141">
                  <a:moveTo>
                    <a:pt x="1246" y="0"/>
                  </a:moveTo>
                  <a:lnTo>
                    <a:pt x="0" y="1277"/>
                  </a:lnTo>
                  <a:lnTo>
                    <a:pt x="4894" y="6110"/>
                  </a:lnTo>
                  <a:lnTo>
                    <a:pt x="6140" y="483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2"/>
            <p:cNvSpPr/>
            <p:nvPr/>
          </p:nvSpPr>
          <p:spPr>
            <a:xfrm>
              <a:off x="6362075" y="2929675"/>
              <a:ext cx="89700" cy="90450"/>
            </a:xfrm>
            <a:custGeom>
              <a:rect b="b" l="l" r="r" t="t"/>
              <a:pathLst>
                <a:path extrusionOk="0" h="3618" w="3588">
                  <a:moveTo>
                    <a:pt x="1247" y="0"/>
                  </a:moveTo>
                  <a:lnTo>
                    <a:pt x="1" y="1277"/>
                  </a:lnTo>
                  <a:lnTo>
                    <a:pt x="2341" y="3617"/>
                  </a:lnTo>
                  <a:lnTo>
                    <a:pt x="3588" y="2341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6270900" y="2752600"/>
              <a:ext cx="224950" cy="222675"/>
            </a:xfrm>
            <a:custGeom>
              <a:rect b="b" l="l" r="r" t="t"/>
              <a:pathLst>
                <a:path extrusionOk="0" h="8907" w="8998">
                  <a:moveTo>
                    <a:pt x="1247" y="1"/>
                  </a:moveTo>
                  <a:lnTo>
                    <a:pt x="0" y="1278"/>
                  </a:lnTo>
                  <a:lnTo>
                    <a:pt x="7721" y="8907"/>
                  </a:lnTo>
                  <a:lnTo>
                    <a:pt x="8998" y="7661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6406150" y="2798975"/>
              <a:ext cx="133025" cy="133000"/>
            </a:xfrm>
            <a:custGeom>
              <a:rect b="b" l="l" r="r" t="t"/>
              <a:pathLst>
                <a:path extrusionOk="0" h="5320" w="5321">
                  <a:moveTo>
                    <a:pt x="1247" y="0"/>
                  </a:moveTo>
                  <a:lnTo>
                    <a:pt x="1" y="1277"/>
                  </a:lnTo>
                  <a:lnTo>
                    <a:pt x="4074" y="5319"/>
                  </a:lnTo>
                  <a:lnTo>
                    <a:pt x="5320" y="4043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5960875" y="2577075"/>
              <a:ext cx="123125" cy="124650"/>
            </a:xfrm>
            <a:custGeom>
              <a:rect b="b" l="l" r="r" t="t"/>
              <a:pathLst>
                <a:path extrusionOk="0" h="4986" w="4925">
                  <a:moveTo>
                    <a:pt x="4651" y="1"/>
                  </a:moveTo>
                  <a:lnTo>
                    <a:pt x="0" y="4712"/>
                  </a:lnTo>
                  <a:lnTo>
                    <a:pt x="274" y="4985"/>
                  </a:lnTo>
                  <a:lnTo>
                    <a:pt x="4924" y="274"/>
                  </a:lnTo>
                  <a:lnTo>
                    <a:pt x="465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2"/>
            <p:cNvSpPr/>
            <p:nvPr/>
          </p:nvSpPr>
          <p:spPr>
            <a:xfrm>
              <a:off x="6111325" y="2760625"/>
              <a:ext cx="70700" cy="90800"/>
            </a:xfrm>
            <a:custGeom>
              <a:rect b="b" l="l" r="r" t="t"/>
              <a:pathLst>
                <a:path extrusionOk="0" h="3632" w="2828">
                  <a:moveTo>
                    <a:pt x="312" y="1"/>
                  </a:moveTo>
                  <a:cubicBezTo>
                    <a:pt x="208" y="1"/>
                    <a:pt x="104" y="5"/>
                    <a:pt x="0" y="14"/>
                  </a:cubicBezTo>
                  <a:lnTo>
                    <a:pt x="304" y="3631"/>
                  </a:lnTo>
                  <a:lnTo>
                    <a:pt x="2827" y="1048"/>
                  </a:lnTo>
                  <a:cubicBezTo>
                    <a:pt x="2144" y="364"/>
                    <a:pt x="1239" y="1"/>
                    <a:pt x="312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2"/>
            <p:cNvSpPr/>
            <p:nvPr/>
          </p:nvSpPr>
          <p:spPr>
            <a:xfrm>
              <a:off x="6018625" y="2760975"/>
              <a:ext cx="100325" cy="153525"/>
            </a:xfrm>
            <a:custGeom>
              <a:rect b="b" l="l" r="r" t="t"/>
              <a:pathLst>
                <a:path extrusionOk="0" h="6141" w="4013">
                  <a:moveTo>
                    <a:pt x="3708" y="0"/>
                  </a:moveTo>
                  <a:cubicBezTo>
                    <a:pt x="2857" y="61"/>
                    <a:pt x="2067" y="426"/>
                    <a:pt x="1429" y="1064"/>
                  </a:cubicBezTo>
                  <a:cubicBezTo>
                    <a:pt x="0" y="2462"/>
                    <a:pt x="0" y="4772"/>
                    <a:pt x="1459" y="6140"/>
                  </a:cubicBezTo>
                  <a:lnTo>
                    <a:pt x="4012" y="3557"/>
                  </a:lnTo>
                  <a:lnTo>
                    <a:pt x="3708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2"/>
            <p:cNvSpPr/>
            <p:nvPr/>
          </p:nvSpPr>
          <p:spPr>
            <a:xfrm>
              <a:off x="6055100" y="2786800"/>
              <a:ext cx="163400" cy="154475"/>
            </a:xfrm>
            <a:custGeom>
              <a:rect b="b" l="l" r="r" t="t"/>
              <a:pathLst>
                <a:path extrusionOk="0" h="6179" w="6536">
                  <a:moveTo>
                    <a:pt x="5076" y="1"/>
                  </a:moveTo>
                  <a:lnTo>
                    <a:pt x="2553" y="2584"/>
                  </a:lnTo>
                  <a:lnTo>
                    <a:pt x="0" y="5138"/>
                  </a:lnTo>
                  <a:cubicBezTo>
                    <a:pt x="722" y="5829"/>
                    <a:pt x="1644" y="6179"/>
                    <a:pt x="2562" y="6179"/>
                  </a:cubicBezTo>
                  <a:cubicBezTo>
                    <a:pt x="3499" y="6179"/>
                    <a:pt x="4430" y="5814"/>
                    <a:pt x="5137" y="5077"/>
                  </a:cubicBezTo>
                  <a:cubicBezTo>
                    <a:pt x="6535" y="3679"/>
                    <a:pt x="6535" y="1338"/>
                    <a:pt x="5076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2"/>
            <p:cNvSpPr/>
            <p:nvPr/>
          </p:nvSpPr>
          <p:spPr>
            <a:xfrm>
              <a:off x="6137925" y="2687250"/>
              <a:ext cx="32700" cy="32700"/>
            </a:xfrm>
            <a:custGeom>
              <a:rect b="b" l="l" r="r" t="t"/>
              <a:pathLst>
                <a:path extrusionOk="0" h="1308" w="1308">
                  <a:moveTo>
                    <a:pt x="639" y="1"/>
                  </a:moveTo>
                  <a:lnTo>
                    <a:pt x="0" y="639"/>
                  </a:lnTo>
                  <a:lnTo>
                    <a:pt x="669" y="1308"/>
                  </a:lnTo>
                  <a:lnTo>
                    <a:pt x="130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2"/>
            <p:cNvSpPr/>
            <p:nvPr/>
          </p:nvSpPr>
          <p:spPr>
            <a:xfrm>
              <a:off x="6169825" y="2719175"/>
              <a:ext cx="31950" cy="31950"/>
            </a:xfrm>
            <a:custGeom>
              <a:rect b="b" l="l" r="r" t="t"/>
              <a:pathLst>
                <a:path extrusionOk="0" h="1278" w="1278">
                  <a:moveTo>
                    <a:pt x="639" y="1"/>
                  </a:moveTo>
                  <a:lnTo>
                    <a:pt x="1" y="639"/>
                  </a:lnTo>
                  <a:lnTo>
                    <a:pt x="639" y="1277"/>
                  </a:lnTo>
                  <a:lnTo>
                    <a:pt x="127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2"/>
            <p:cNvSpPr/>
            <p:nvPr/>
          </p:nvSpPr>
          <p:spPr>
            <a:xfrm>
              <a:off x="6201750" y="2750325"/>
              <a:ext cx="31950" cy="31950"/>
            </a:xfrm>
            <a:custGeom>
              <a:rect b="b" l="l" r="r" t="t"/>
              <a:pathLst>
                <a:path extrusionOk="0" h="1278" w="1278">
                  <a:moveTo>
                    <a:pt x="639" y="1"/>
                  </a:moveTo>
                  <a:lnTo>
                    <a:pt x="0" y="639"/>
                  </a:lnTo>
                  <a:lnTo>
                    <a:pt x="639" y="1277"/>
                  </a:lnTo>
                  <a:lnTo>
                    <a:pt x="127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2"/>
            <p:cNvSpPr/>
            <p:nvPr/>
          </p:nvSpPr>
          <p:spPr>
            <a:xfrm>
              <a:off x="6172875" y="2605200"/>
              <a:ext cx="77525" cy="79050"/>
            </a:xfrm>
            <a:custGeom>
              <a:rect b="b" l="l" r="r" t="t"/>
              <a:pathLst>
                <a:path extrusionOk="0" h="3162" w="3101">
                  <a:moveTo>
                    <a:pt x="2858" y="0"/>
                  </a:moveTo>
                  <a:lnTo>
                    <a:pt x="0" y="2888"/>
                  </a:lnTo>
                  <a:lnTo>
                    <a:pt x="244" y="3161"/>
                  </a:lnTo>
                  <a:lnTo>
                    <a:pt x="3101" y="274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2"/>
            <p:cNvSpPr/>
            <p:nvPr/>
          </p:nvSpPr>
          <p:spPr>
            <a:xfrm>
              <a:off x="6203275" y="2637100"/>
              <a:ext cx="78300" cy="79050"/>
            </a:xfrm>
            <a:custGeom>
              <a:rect b="b" l="l" r="r" t="t"/>
              <a:pathLst>
                <a:path extrusionOk="0" h="3162" w="3132">
                  <a:moveTo>
                    <a:pt x="2857" y="1"/>
                  </a:moveTo>
                  <a:lnTo>
                    <a:pt x="0" y="2888"/>
                  </a:lnTo>
                  <a:lnTo>
                    <a:pt x="274" y="3162"/>
                  </a:lnTo>
                  <a:lnTo>
                    <a:pt x="3131" y="274"/>
                  </a:lnTo>
                  <a:lnTo>
                    <a:pt x="2857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2"/>
            <p:cNvSpPr/>
            <p:nvPr/>
          </p:nvSpPr>
          <p:spPr>
            <a:xfrm>
              <a:off x="6235175" y="2668275"/>
              <a:ext cx="78300" cy="79050"/>
            </a:xfrm>
            <a:custGeom>
              <a:rect b="b" l="l" r="r" t="t"/>
              <a:pathLst>
                <a:path extrusionOk="0" h="3162" w="3132">
                  <a:moveTo>
                    <a:pt x="2888" y="0"/>
                  </a:moveTo>
                  <a:lnTo>
                    <a:pt x="1" y="2888"/>
                  </a:lnTo>
                  <a:lnTo>
                    <a:pt x="274" y="3161"/>
                  </a:lnTo>
                  <a:lnTo>
                    <a:pt x="3132" y="274"/>
                  </a:lnTo>
                  <a:lnTo>
                    <a:pt x="288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33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851" name="Google Shape;851;p33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3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3" name="Google Shape;853;p33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854" name="Google Shape;854;p33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3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6" name="Google Shape;856;p33"/>
          <p:cNvSpPr txBox="1"/>
          <p:nvPr>
            <p:ph type="ctrTitle"/>
          </p:nvPr>
        </p:nvSpPr>
        <p:spPr>
          <a:xfrm>
            <a:off x="3538475" y="540000"/>
            <a:ext cx="4892400" cy="134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857" name="Google Shape;857;p33"/>
          <p:cNvSpPr txBox="1"/>
          <p:nvPr>
            <p:ph idx="1" type="subTitle"/>
          </p:nvPr>
        </p:nvSpPr>
        <p:spPr>
          <a:xfrm>
            <a:off x="3538475" y="1882194"/>
            <a:ext cx="48924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8" name="Google Shape;858;p33"/>
          <p:cNvSpPr txBox="1"/>
          <p:nvPr>
            <p:ph idx="2" type="subTitle"/>
          </p:nvPr>
        </p:nvSpPr>
        <p:spPr>
          <a:xfrm>
            <a:off x="3538475" y="2221382"/>
            <a:ext cx="4892400" cy="7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33"/>
          <p:cNvSpPr txBox="1"/>
          <p:nvPr>
            <p:ph idx="3" type="subTitle"/>
          </p:nvPr>
        </p:nvSpPr>
        <p:spPr>
          <a:xfrm>
            <a:off x="3538475" y="4141975"/>
            <a:ext cx="4892400" cy="38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0" name="Google Shape;860;p33"/>
          <p:cNvSpPr txBox="1"/>
          <p:nvPr/>
        </p:nvSpPr>
        <p:spPr>
          <a:xfrm>
            <a:off x="3538475" y="3612725"/>
            <a:ext cx="489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2" name="Google Shape;862;p34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863" name="Google Shape;863;p34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5" name="Google Shape;865;p34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866" name="Google Shape;866;p34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4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34"/>
          <p:cNvGrpSpPr/>
          <p:nvPr/>
        </p:nvGrpSpPr>
        <p:grpSpPr>
          <a:xfrm>
            <a:off x="8619559" y="65092"/>
            <a:ext cx="452039" cy="524114"/>
            <a:chOff x="5815634" y="1650855"/>
            <a:chExt cx="452039" cy="524114"/>
          </a:xfrm>
        </p:grpSpPr>
        <p:sp>
          <p:nvSpPr>
            <p:cNvPr id="869" name="Google Shape;869;p34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4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4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4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34"/>
          <p:cNvGrpSpPr/>
          <p:nvPr/>
        </p:nvGrpSpPr>
        <p:grpSpPr>
          <a:xfrm>
            <a:off x="9" y="3301492"/>
            <a:ext cx="452039" cy="524114"/>
            <a:chOff x="5815634" y="1650855"/>
            <a:chExt cx="452039" cy="524114"/>
          </a:xfrm>
        </p:grpSpPr>
        <p:sp>
          <p:nvSpPr>
            <p:cNvPr id="876" name="Google Shape;876;p34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2" name="Google Shape;882;p34"/>
          <p:cNvGrpSpPr/>
          <p:nvPr/>
        </p:nvGrpSpPr>
        <p:grpSpPr>
          <a:xfrm>
            <a:off x="9" y="2681392"/>
            <a:ext cx="452039" cy="524114"/>
            <a:chOff x="5815634" y="1650855"/>
            <a:chExt cx="452039" cy="524114"/>
          </a:xfrm>
        </p:grpSpPr>
        <p:sp>
          <p:nvSpPr>
            <p:cNvPr id="883" name="Google Shape;883;p34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" name="Google Shape;890;p35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891" name="Google Shape;891;p35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5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3" name="Google Shape;893;p35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894" name="Google Shape;894;p35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5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6" name="Google Shape;896;p35"/>
          <p:cNvSpPr/>
          <p:nvPr/>
        </p:nvSpPr>
        <p:spPr>
          <a:xfrm flipH="1" rot="5400000">
            <a:off x="-150678" y="313642"/>
            <a:ext cx="904285" cy="602936"/>
          </a:xfrm>
          <a:custGeom>
            <a:rect b="b" l="l" r="r" t="t"/>
            <a:pathLst>
              <a:path extrusionOk="0" h="60354" w="90519">
                <a:moveTo>
                  <a:pt x="86053" y="1"/>
                </a:moveTo>
                <a:cubicBezTo>
                  <a:pt x="74910" y="1"/>
                  <a:pt x="35353" y="3312"/>
                  <a:pt x="34955" y="4425"/>
                </a:cubicBezTo>
                <a:cubicBezTo>
                  <a:pt x="34499" y="5763"/>
                  <a:pt x="44196" y="16158"/>
                  <a:pt x="44196" y="16158"/>
                </a:cubicBezTo>
                <a:lnTo>
                  <a:pt x="0" y="60353"/>
                </a:lnTo>
                <a:lnTo>
                  <a:pt x="53497" y="60353"/>
                </a:lnTo>
                <a:lnTo>
                  <a:pt x="70640" y="43210"/>
                </a:lnTo>
                <a:cubicBezTo>
                  <a:pt x="70640" y="43210"/>
                  <a:pt x="80708" y="53103"/>
                  <a:pt x="82509" y="53103"/>
                </a:cubicBezTo>
                <a:cubicBezTo>
                  <a:pt x="82549" y="53103"/>
                  <a:pt x="82584" y="53099"/>
                  <a:pt x="82616" y="53089"/>
                </a:cubicBezTo>
                <a:cubicBezTo>
                  <a:pt x="84044" y="52633"/>
                  <a:pt x="90519" y="1477"/>
                  <a:pt x="88908" y="231"/>
                </a:cubicBezTo>
                <a:cubicBezTo>
                  <a:pt x="88706" y="72"/>
                  <a:pt x="87684" y="1"/>
                  <a:pt x="860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5"/>
          <p:cNvSpPr/>
          <p:nvPr/>
        </p:nvSpPr>
        <p:spPr>
          <a:xfrm rot="-5400000">
            <a:off x="8390397" y="4389892"/>
            <a:ext cx="904285" cy="602936"/>
          </a:xfrm>
          <a:custGeom>
            <a:rect b="b" l="l" r="r" t="t"/>
            <a:pathLst>
              <a:path extrusionOk="0" h="60354" w="90519">
                <a:moveTo>
                  <a:pt x="86053" y="1"/>
                </a:moveTo>
                <a:cubicBezTo>
                  <a:pt x="74910" y="1"/>
                  <a:pt x="35353" y="3312"/>
                  <a:pt x="34955" y="4425"/>
                </a:cubicBezTo>
                <a:cubicBezTo>
                  <a:pt x="34499" y="5763"/>
                  <a:pt x="44196" y="16158"/>
                  <a:pt x="44196" y="16158"/>
                </a:cubicBezTo>
                <a:lnTo>
                  <a:pt x="0" y="60353"/>
                </a:lnTo>
                <a:lnTo>
                  <a:pt x="53497" y="60353"/>
                </a:lnTo>
                <a:lnTo>
                  <a:pt x="70640" y="43210"/>
                </a:lnTo>
                <a:cubicBezTo>
                  <a:pt x="70640" y="43210"/>
                  <a:pt x="80708" y="53103"/>
                  <a:pt x="82509" y="53103"/>
                </a:cubicBezTo>
                <a:cubicBezTo>
                  <a:pt x="82549" y="53103"/>
                  <a:pt x="82584" y="53099"/>
                  <a:pt x="82616" y="53089"/>
                </a:cubicBezTo>
                <a:cubicBezTo>
                  <a:pt x="84044" y="52633"/>
                  <a:pt x="90519" y="1477"/>
                  <a:pt x="88908" y="231"/>
                </a:cubicBezTo>
                <a:cubicBezTo>
                  <a:pt x="88706" y="72"/>
                  <a:pt x="87684" y="1"/>
                  <a:pt x="86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85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Condensed ExtraBold"/>
              <a:buNone/>
              <a:defRPr sz="25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atacatalog.worldbank.org/search/dataset/0037798/Global-Economic-Monito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" name="Google Shape;902;p36"/>
          <p:cNvGrpSpPr/>
          <p:nvPr/>
        </p:nvGrpSpPr>
        <p:grpSpPr>
          <a:xfrm>
            <a:off x="6085562" y="2517738"/>
            <a:ext cx="1089367" cy="904195"/>
            <a:chOff x="481275" y="890825"/>
            <a:chExt cx="1708275" cy="1390000"/>
          </a:xfrm>
        </p:grpSpPr>
        <p:sp>
          <p:nvSpPr>
            <p:cNvPr id="903" name="Google Shape;903;p36"/>
            <p:cNvSpPr/>
            <p:nvPr/>
          </p:nvSpPr>
          <p:spPr>
            <a:xfrm>
              <a:off x="548150" y="907600"/>
              <a:ext cx="631500" cy="1102625"/>
            </a:xfrm>
            <a:custGeom>
              <a:rect b="b" l="l" r="r" t="t"/>
              <a:pathLst>
                <a:path extrusionOk="0" h="44105" w="25260">
                  <a:moveTo>
                    <a:pt x="17539" y="0"/>
                  </a:moveTo>
                  <a:lnTo>
                    <a:pt x="16353" y="608"/>
                  </a:lnTo>
                  <a:cubicBezTo>
                    <a:pt x="7295" y="5411"/>
                    <a:pt x="1399" y="13952"/>
                    <a:pt x="548" y="23527"/>
                  </a:cubicBezTo>
                  <a:cubicBezTo>
                    <a:pt x="0" y="29910"/>
                    <a:pt x="1885" y="37873"/>
                    <a:pt x="5107" y="42949"/>
                  </a:cubicBezTo>
                  <a:lnTo>
                    <a:pt x="5867" y="44104"/>
                  </a:lnTo>
                  <a:lnTo>
                    <a:pt x="19211" y="35533"/>
                  </a:lnTo>
                  <a:lnTo>
                    <a:pt x="18451" y="34347"/>
                  </a:lnTo>
                  <a:cubicBezTo>
                    <a:pt x="16900" y="31916"/>
                    <a:pt x="15958" y="27843"/>
                    <a:pt x="16201" y="24742"/>
                  </a:cubicBezTo>
                  <a:cubicBezTo>
                    <a:pt x="16627" y="20062"/>
                    <a:pt x="19514" y="15897"/>
                    <a:pt x="23952" y="13557"/>
                  </a:cubicBezTo>
                  <a:lnTo>
                    <a:pt x="25259" y="12888"/>
                  </a:lnTo>
                  <a:lnTo>
                    <a:pt x="175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325" lIns="91325" spcFirstLastPara="1" rIns="91325" wrap="square" tIns="91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6"/>
            <p:cNvSpPr/>
            <p:nvPr/>
          </p:nvSpPr>
          <p:spPr>
            <a:xfrm>
              <a:off x="481275" y="891650"/>
              <a:ext cx="1147475" cy="1389175"/>
            </a:xfrm>
            <a:custGeom>
              <a:rect b="b" l="l" r="r" t="t"/>
              <a:pathLst>
                <a:path extrusionOk="0" h="55567" w="45899">
                  <a:moveTo>
                    <a:pt x="37205" y="0"/>
                  </a:moveTo>
                  <a:cubicBezTo>
                    <a:pt x="13040" y="1307"/>
                    <a:pt x="1" y="26596"/>
                    <a:pt x="14408" y="43983"/>
                  </a:cubicBezTo>
                  <a:cubicBezTo>
                    <a:pt x="21136" y="51974"/>
                    <a:pt x="30147" y="55566"/>
                    <a:pt x="38857" y="55566"/>
                  </a:cubicBezTo>
                  <a:cubicBezTo>
                    <a:pt x="41244" y="55566"/>
                    <a:pt x="43609" y="55296"/>
                    <a:pt x="45898" y="54773"/>
                  </a:cubicBezTo>
                  <a:lnTo>
                    <a:pt x="42494" y="43010"/>
                  </a:lnTo>
                  <a:cubicBezTo>
                    <a:pt x="41180" y="43315"/>
                    <a:pt x="39825" y="43473"/>
                    <a:pt x="38458" y="43473"/>
                  </a:cubicBezTo>
                  <a:cubicBezTo>
                    <a:pt x="33562" y="43473"/>
                    <a:pt x="28521" y="41452"/>
                    <a:pt x="24743" y="36961"/>
                  </a:cubicBezTo>
                  <a:cubicBezTo>
                    <a:pt x="16597" y="27113"/>
                    <a:pt x="23983" y="12857"/>
                    <a:pt x="37570" y="12098"/>
                  </a:cubicBezTo>
                  <a:lnTo>
                    <a:pt x="372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325" lIns="91325" spcFirstLastPara="1" rIns="91325" wrap="square" tIns="91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6"/>
            <p:cNvSpPr/>
            <p:nvPr/>
          </p:nvSpPr>
          <p:spPr>
            <a:xfrm>
              <a:off x="1627200" y="948625"/>
              <a:ext cx="519025" cy="509150"/>
            </a:xfrm>
            <a:custGeom>
              <a:rect b="b" l="l" r="r" t="t"/>
              <a:pathLst>
                <a:path extrusionOk="0" h="20366" w="20761">
                  <a:moveTo>
                    <a:pt x="5958" y="1"/>
                  </a:moveTo>
                  <a:lnTo>
                    <a:pt x="0" y="11126"/>
                  </a:lnTo>
                  <a:cubicBezTo>
                    <a:pt x="3557" y="12585"/>
                    <a:pt x="6140" y="15259"/>
                    <a:pt x="7994" y="19424"/>
                  </a:cubicBezTo>
                  <a:cubicBezTo>
                    <a:pt x="8116" y="19697"/>
                    <a:pt x="8238" y="20001"/>
                    <a:pt x="8359" y="20366"/>
                  </a:cubicBezTo>
                  <a:lnTo>
                    <a:pt x="20761" y="16323"/>
                  </a:lnTo>
                  <a:cubicBezTo>
                    <a:pt x="20578" y="15776"/>
                    <a:pt x="20396" y="15199"/>
                    <a:pt x="20153" y="14712"/>
                  </a:cubicBezTo>
                  <a:cubicBezTo>
                    <a:pt x="16870" y="7357"/>
                    <a:pt x="12250" y="2584"/>
                    <a:pt x="5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325" lIns="91325" spcFirstLastPara="1" rIns="91325" wrap="square" tIns="91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6"/>
            <p:cNvSpPr/>
            <p:nvPr/>
          </p:nvSpPr>
          <p:spPr>
            <a:xfrm>
              <a:off x="1544375" y="1355925"/>
              <a:ext cx="645175" cy="906575"/>
            </a:xfrm>
            <a:custGeom>
              <a:rect b="b" l="l" r="r" t="t"/>
              <a:pathLst>
                <a:path extrusionOk="0" h="36263" w="25807">
                  <a:moveTo>
                    <a:pt x="24074" y="1"/>
                  </a:moveTo>
                  <a:lnTo>
                    <a:pt x="11672" y="4043"/>
                  </a:lnTo>
                  <a:cubicBezTo>
                    <a:pt x="12614" y="7022"/>
                    <a:pt x="12523" y="11521"/>
                    <a:pt x="11338" y="14773"/>
                  </a:cubicBezTo>
                  <a:cubicBezTo>
                    <a:pt x="9514" y="19910"/>
                    <a:pt x="5076" y="23345"/>
                    <a:pt x="0" y="24469"/>
                  </a:cubicBezTo>
                  <a:lnTo>
                    <a:pt x="3405" y="36263"/>
                  </a:lnTo>
                  <a:cubicBezTo>
                    <a:pt x="12432" y="34196"/>
                    <a:pt x="20244" y="28117"/>
                    <a:pt x="23526" y="19028"/>
                  </a:cubicBezTo>
                  <a:cubicBezTo>
                    <a:pt x="25593" y="13253"/>
                    <a:pt x="25806" y="5320"/>
                    <a:pt x="24074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325" lIns="91325" spcFirstLastPara="1" rIns="91325" wrap="square" tIns="91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98"/>
            </a:p>
          </p:txBody>
        </p:sp>
        <p:sp>
          <p:nvSpPr>
            <p:cNvPr id="907" name="Google Shape;907;p36"/>
            <p:cNvSpPr/>
            <p:nvPr/>
          </p:nvSpPr>
          <p:spPr>
            <a:xfrm>
              <a:off x="1411375" y="890825"/>
              <a:ext cx="364775" cy="335950"/>
            </a:xfrm>
            <a:custGeom>
              <a:rect b="b" l="l" r="r" t="t"/>
              <a:pathLst>
                <a:path extrusionOk="0" h="13438" w="14591">
                  <a:moveTo>
                    <a:pt x="1962" y="0"/>
                  </a:moveTo>
                  <a:cubicBezTo>
                    <a:pt x="1301" y="0"/>
                    <a:pt x="647" y="20"/>
                    <a:pt x="1" y="64"/>
                  </a:cubicBezTo>
                  <a:lnTo>
                    <a:pt x="366" y="12191"/>
                  </a:lnTo>
                  <a:cubicBezTo>
                    <a:pt x="845" y="12149"/>
                    <a:pt x="1332" y="12126"/>
                    <a:pt x="1824" y="12126"/>
                  </a:cubicBezTo>
                  <a:cubicBezTo>
                    <a:pt x="2393" y="12126"/>
                    <a:pt x="2971" y="12157"/>
                    <a:pt x="3557" y="12222"/>
                  </a:cubicBezTo>
                  <a:cubicBezTo>
                    <a:pt x="5442" y="12404"/>
                    <a:pt x="7114" y="12799"/>
                    <a:pt x="8633" y="13438"/>
                  </a:cubicBezTo>
                  <a:lnTo>
                    <a:pt x="14591" y="2313"/>
                  </a:lnTo>
                  <a:cubicBezTo>
                    <a:pt x="11916" y="1219"/>
                    <a:pt x="8968" y="519"/>
                    <a:pt x="5655" y="185"/>
                  </a:cubicBezTo>
                  <a:cubicBezTo>
                    <a:pt x="4398" y="67"/>
                    <a:pt x="3168" y="0"/>
                    <a:pt x="19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325" lIns="91325" spcFirstLastPara="1" rIns="91325" wrap="square" tIns="91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8" name="Google Shape;908;p36"/>
          <p:cNvSpPr txBox="1"/>
          <p:nvPr>
            <p:ph idx="1" type="subTitle"/>
          </p:nvPr>
        </p:nvSpPr>
        <p:spPr>
          <a:xfrm>
            <a:off x="720000" y="3210575"/>
            <a:ext cx="31341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Zainab Alhashemi </a:t>
            </a:r>
            <a:endParaRPr sz="1800">
              <a:solidFill>
                <a:schemeClr val="lt2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General Assembly - Capstone</a:t>
            </a:r>
            <a:endParaRPr sz="1800">
              <a:solidFill>
                <a:schemeClr val="lt2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909" name="Google Shape;909;p36"/>
          <p:cNvSpPr txBox="1"/>
          <p:nvPr>
            <p:ph type="ctrTitle"/>
          </p:nvPr>
        </p:nvSpPr>
        <p:spPr>
          <a:xfrm>
            <a:off x="720000" y="920675"/>
            <a:ext cx="6105000" cy="23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3"/>
                </a:solidFill>
              </a:rPr>
              <a:t>Evaluating World Economies:</a:t>
            </a:r>
            <a:endParaRPr sz="35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2"/>
                </a:solidFill>
              </a:rPr>
              <a:t>A Strategic Search for Optimal Investment Opportunities</a:t>
            </a:r>
            <a:endParaRPr sz="3500">
              <a:solidFill>
                <a:schemeClr val="lt2"/>
              </a:solidFill>
            </a:endParaRPr>
          </a:p>
        </p:txBody>
      </p:sp>
      <p:grpSp>
        <p:nvGrpSpPr>
          <p:cNvPr id="910" name="Google Shape;910;p36"/>
          <p:cNvGrpSpPr/>
          <p:nvPr/>
        </p:nvGrpSpPr>
        <p:grpSpPr>
          <a:xfrm>
            <a:off x="6825013" y="871653"/>
            <a:ext cx="1471359" cy="1334328"/>
            <a:chOff x="2659125" y="656075"/>
            <a:chExt cx="1689275" cy="1531950"/>
          </a:xfrm>
        </p:grpSpPr>
        <p:sp>
          <p:nvSpPr>
            <p:cNvPr id="911" name="Google Shape;911;p36"/>
            <p:cNvSpPr/>
            <p:nvPr/>
          </p:nvSpPr>
          <p:spPr>
            <a:xfrm>
              <a:off x="4205500" y="862775"/>
              <a:ext cx="19025" cy="873900"/>
            </a:xfrm>
            <a:custGeom>
              <a:rect b="b" l="l" r="r" t="t"/>
              <a:pathLst>
                <a:path extrusionOk="0" h="34956" w="761">
                  <a:moveTo>
                    <a:pt x="1" y="0"/>
                  </a:moveTo>
                  <a:lnTo>
                    <a:pt x="1" y="34955"/>
                  </a:lnTo>
                  <a:lnTo>
                    <a:pt x="761" y="34955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100175" lIns="100175" spcFirstLastPara="1" rIns="100175" wrap="square" tIns="10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6"/>
            <p:cNvSpPr/>
            <p:nvPr/>
          </p:nvSpPr>
          <p:spPr>
            <a:xfrm>
              <a:off x="4080125" y="999925"/>
              <a:ext cx="268275" cy="433250"/>
            </a:xfrm>
            <a:custGeom>
              <a:rect b="b" l="l" r="r" t="t"/>
              <a:pathLst>
                <a:path extrusionOk="0" h="17330" w="10731">
                  <a:moveTo>
                    <a:pt x="5427" y="0"/>
                  </a:moveTo>
                  <a:cubicBezTo>
                    <a:pt x="3018" y="0"/>
                    <a:pt x="583" y="145"/>
                    <a:pt x="396" y="411"/>
                  </a:cubicBezTo>
                  <a:cubicBezTo>
                    <a:pt x="122" y="806"/>
                    <a:pt x="1" y="16521"/>
                    <a:pt x="396" y="16885"/>
                  </a:cubicBezTo>
                  <a:cubicBezTo>
                    <a:pt x="696" y="17185"/>
                    <a:pt x="2951" y="17330"/>
                    <a:pt x="5235" y="17330"/>
                  </a:cubicBezTo>
                  <a:cubicBezTo>
                    <a:pt x="7578" y="17330"/>
                    <a:pt x="9951" y="17178"/>
                    <a:pt x="10274" y="16885"/>
                  </a:cubicBezTo>
                  <a:cubicBezTo>
                    <a:pt x="10730" y="16521"/>
                    <a:pt x="10730" y="836"/>
                    <a:pt x="10274" y="411"/>
                  </a:cubicBezTo>
                  <a:cubicBezTo>
                    <a:pt x="9964" y="130"/>
                    <a:pt x="7707" y="0"/>
                    <a:pt x="5427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100175" lIns="100175" spcFirstLastPara="1" rIns="100175" wrap="square" tIns="10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6"/>
            <p:cNvSpPr/>
            <p:nvPr/>
          </p:nvSpPr>
          <p:spPr>
            <a:xfrm>
              <a:off x="3498050" y="1143925"/>
              <a:ext cx="19025" cy="823750"/>
            </a:xfrm>
            <a:custGeom>
              <a:rect b="b" l="l" r="r" t="t"/>
              <a:pathLst>
                <a:path extrusionOk="0" h="32950" w="761">
                  <a:moveTo>
                    <a:pt x="1" y="0"/>
                  </a:moveTo>
                  <a:lnTo>
                    <a:pt x="1" y="32949"/>
                  </a:lnTo>
                  <a:lnTo>
                    <a:pt x="760" y="32949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100175" lIns="100175" spcFirstLastPara="1" rIns="100175" wrap="square" tIns="10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6"/>
            <p:cNvSpPr/>
            <p:nvPr/>
          </p:nvSpPr>
          <p:spPr>
            <a:xfrm>
              <a:off x="3367350" y="1221050"/>
              <a:ext cx="278150" cy="173375"/>
            </a:xfrm>
            <a:custGeom>
              <a:rect b="b" l="l" r="r" t="t"/>
              <a:pathLst>
                <a:path extrusionOk="0" h="6935" w="11126">
                  <a:moveTo>
                    <a:pt x="5628" y="0"/>
                  </a:moveTo>
                  <a:cubicBezTo>
                    <a:pt x="3223" y="0"/>
                    <a:pt x="796" y="145"/>
                    <a:pt x="608" y="411"/>
                  </a:cubicBezTo>
                  <a:cubicBezTo>
                    <a:pt x="213" y="958"/>
                    <a:pt x="1" y="5882"/>
                    <a:pt x="608" y="6490"/>
                  </a:cubicBezTo>
                  <a:cubicBezTo>
                    <a:pt x="908" y="6790"/>
                    <a:pt x="3156" y="6935"/>
                    <a:pt x="5436" y="6935"/>
                  </a:cubicBezTo>
                  <a:cubicBezTo>
                    <a:pt x="7775" y="6935"/>
                    <a:pt x="10148" y="6783"/>
                    <a:pt x="10487" y="6490"/>
                  </a:cubicBezTo>
                  <a:cubicBezTo>
                    <a:pt x="11125" y="5973"/>
                    <a:pt x="11125" y="1019"/>
                    <a:pt x="10487" y="411"/>
                  </a:cubicBezTo>
                  <a:cubicBezTo>
                    <a:pt x="10162" y="130"/>
                    <a:pt x="7904" y="0"/>
                    <a:pt x="5628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100175" lIns="100175" spcFirstLastPara="1" rIns="100175" wrap="square" tIns="10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6"/>
            <p:cNvSpPr/>
            <p:nvPr/>
          </p:nvSpPr>
          <p:spPr>
            <a:xfrm>
              <a:off x="3143950" y="1132525"/>
              <a:ext cx="19025" cy="648200"/>
            </a:xfrm>
            <a:custGeom>
              <a:rect b="b" l="l" r="r" t="t"/>
              <a:pathLst>
                <a:path extrusionOk="0" h="25928" w="761">
                  <a:moveTo>
                    <a:pt x="0" y="1"/>
                  </a:moveTo>
                  <a:lnTo>
                    <a:pt x="0" y="25928"/>
                  </a:lnTo>
                  <a:lnTo>
                    <a:pt x="760" y="25928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100175" lIns="100175" spcFirstLastPara="1" rIns="100175" wrap="square" tIns="10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6"/>
            <p:cNvSpPr/>
            <p:nvPr/>
          </p:nvSpPr>
          <p:spPr>
            <a:xfrm>
              <a:off x="3014000" y="1316325"/>
              <a:ext cx="276625" cy="288325"/>
            </a:xfrm>
            <a:custGeom>
              <a:rect b="b" l="l" r="r" t="t"/>
              <a:pathLst>
                <a:path extrusionOk="0" h="11533" w="11065">
                  <a:moveTo>
                    <a:pt x="5534" y="0"/>
                  </a:moveTo>
                  <a:cubicBezTo>
                    <a:pt x="3159" y="0"/>
                    <a:pt x="793" y="137"/>
                    <a:pt x="608" y="399"/>
                  </a:cubicBezTo>
                  <a:cubicBezTo>
                    <a:pt x="213" y="947"/>
                    <a:pt x="1" y="10491"/>
                    <a:pt x="608" y="11099"/>
                  </a:cubicBezTo>
                  <a:cubicBezTo>
                    <a:pt x="904" y="11395"/>
                    <a:pt x="3095" y="11532"/>
                    <a:pt x="5343" y="11532"/>
                  </a:cubicBezTo>
                  <a:cubicBezTo>
                    <a:pt x="7712" y="11532"/>
                    <a:pt x="10144" y="11379"/>
                    <a:pt x="10487" y="11099"/>
                  </a:cubicBezTo>
                  <a:cubicBezTo>
                    <a:pt x="11065" y="10552"/>
                    <a:pt x="11065" y="1007"/>
                    <a:pt x="10487" y="399"/>
                  </a:cubicBezTo>
                  <a:cubicBezTo>
                    <a:pt x="10157" y="130"/>
                    <a:pt x="7842" y="0"/>
                    <a:pt x="5534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100175" lIns="100175" spcFirstLastPara="1" rIns="100175" wrap="square" tIns="10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6"/>
            <p:cNvSpPr/>
            <p:nvPr/>
          </p:nvSpPr>
          <p:spPr>
            <a:xfrm>
              <a:off x="3851400" y="656075"/>
              <a:ext cx="19025" cy="809300"/>
            </a:xfrm>
            <a:custGeom>
              <a:rect b="b" l="l" r="r" t="t"/>
              <a:pathLst>
                <a:path extrusionOk="0" h="32372" w="761">
                  <a:moveTo>
                    <a:pt x="1" y="1"/>
                  </a:moveTo>
                  <a:lnTo>
                    <a:pt x="1" y="32372"/>
                  </a:lnTo>
                  <a:lnTo>
                    <a:pt x="760" y="32372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100175" lIns="100175" spcFirstLastPara="1" rIns="100175" wrap="square" tIns="10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6"/>
            <p:cNvSpPr/>
            <p:nvPr/>
          </p:nvSpPr>
          <p:spPr>
            <a:xfrm>
              <a:off x="3721450" y="750975"/>
              <a:ext cx="277400" cy="539350"/>
            </a:xfrm>
            <a:custGeom>
              <a:rect b="b" l="l" r="r" t="t"/>
              <a:pathLst>
                <a:path extrusionOk="0" h="21574" w="11096">
                  <a:moveTo>
                    <a:pt x="5546" y="0"/>
                  </a:moveTo>
                  <a:cubicBezTo>
                    <a:pt x="3168" y="0"/>
                    <a:pt x="794" y="137"/>
                    <a:pt x="609" y="399"/>
                  </a:cubicBezTo>
                  <a:cubicBezTo>
                    <a:pt x="214" y="946"/>
                    <a:pt x="1" y="20521"/>
                    <a:pt x="609" y="21129"/>
                  </a:cubicBezTo>
                  <a:cubicBezTo>
                    <a:pt x="909" y="21429"/>
                    <a:pt x="3164" y="21574"/>
                    <a:pt x="5448" y="21574"/>
                  </a:cubicBezTo>
                  <a:cubicBezTo>
                    <a:pt x="7791" y="21574"/>
                    <a:pt x="10164" y="21421"/>
                    <a:pt x="10487" y="21129"/>
                  </a:cubicBezTo>
                  <a:cubicBezTo>
                    <a:pt x="11095" y="20551"/>
                    <a:pt x="11095" y="977"/>
                    <a:pt x="10487" y="399"/>
                  </a:cubicBezTo>
                  <a:cubicBezTo>
                    <a:pt x="10173" y="129"/>
                    <a:pt x="7857" y="0"/>
                    <a:pt x="5546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100175" lIns="100175" spcFirstLastPara="1" rIns="100175" wrap="square" tIns="10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6"/>
            <p:cNvSpPr/>
            <p:nvPr/>
          </p:nvSpPr>
          <p:spPr>
            <a:xfrm>
              <a:off x="2790600" y="1328575"/>
              <a:ext cx="19025" cy="859450"/>
            </a:xfrm>
            <a:custGeom>
              <a:rect b="b" l="l" r="r" t="t"/>
              <a:pathLst>
                <a:path extrusionOk="0" h="34378" w="761">
                  <a:moveTo>
                    <a:pt x="0" y="1"/>
                  </a:moveTo>
                  <a:lnTo>
                    <a:pt x="0" y="34378"/>
                  </a:lnTo>
                  <a:lnTo>
                    <a:pt x="760" y="34378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100175" lIns="100175" spcFirstLastPara="1" rIns="100175" wrap="square" tIns="10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6"/>
            <p:cNvSpPr/>
            <p:nvPr/>
          </p:nvSpPr>
          <p:spPr>
            <a:xfrm>
              <a:off x="2659125" y="1437900"/>
              <a:ext cx="278900" cy="514300"/>
            </a:xfrm>
            <a:custGeom>
              <a:rect b="b" l="l" r="r" t="t"/>
              <a:pathLst>
                <a:path extrusionOk="0" h="20572" w="11156">
                  <a:moveTo>
                    <a:pt x="5557" y="1"/>
                  </a:moveTo>
                  <a:cubicBezTo>
                    <a:pt x="3183" y="1"/>
                    <a:pt x="809" y="138"/>
                    <a:pt x="609" y="400"/>
                  </a:cubicBezTo>
                  <a:cubicBezTo>
                    <a:pt x="244" y="947"/>
                    <a:pt x="1" y="19519"/>
                    <a:pt x="609" y="20126"/>
                  </a:cubicBezTo>
                  <a:cubicBezTo>
                    <a:pt x="909" y="20427"/>
                    <a:pt x="3164" y="20571"/>
                    <a:pt x="5448" y="20571"/>
                  </a:cubicBezTo>
                  <a:cubicBezTo>
                    <a:pt x="7791" y="20571"/>
                    <a:pt x="10164" y="20419"/>
                    <a:pt x="10487" y="20126"/>
                  </a:cubicBezTo>
                  <a:cubicBezTo>
                    <a:pt x="11156" y="19610"/>
                    <a:pt x="11156" y="1008"/>
                    <a:pt x="10487" y="400"/>
                  </a:cubicBezTo>
                  <a:cubicBezTo>
                    <a:pt x="10173" y="130"/>
                    <a:pt x="7864" y="1"/>
                    <a:pt x="555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100175" lIns="100175" spcFirstLastPara="1" rIns="100175" wrap="square" tIns="10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1" name="Google Shape;921;p36"/>
          <p:cNvGrpSpPr/>
          <p:nvPr/>
        </p:nvGrpSpPr>
        <p:grpSpPr>
          <a:xfrm flipH="1">
            <a:off x="6748631" y="2452477"/>
            <a:ext cx="2630229" cy="2925895"/>
            <a:chOff x="425050" y="1800700"/>
            <a:chExt cx="3073775" cy="3419300"/>
          </a:xfrm>
        </p:grpSpPr>
        <p:sp>
          <p:nvSpPr>
            <p:cNvPr id="922" name="Google Shape;922;p36"/>
            <p:cNvSpPr/>
            <p:nvPr/>
          </p:nvSpPr>
          <p:spPr>
            <a:xfrm>
              <a:off x="2239675" y="2273800"/>
              <a:ext cx="129200" cy="244800"/>
            </a:xfrm>
            <a:custGeom>
              <a:rect b="b" l="l" r="r" t="t"/>
              <a:pathLst>
                <a:path extrusionOk="0" h="9792" w="5168">
                  <a:moveTo>
                    <a:pt x="1125" y="368"/>
                  </a:moveTo>
                  <a:cubicBezTo>
                    <a:pt x="1490" y="368"/>
                    <a:pt x="1946" y="703"/>
                    <a:pt x="2371" y="1372"/>
                  </a:cubicBezTo>
                  <a:cubicBezTo>
                    <a:pt x="2979" y="2162"/>
                    <a:pt x="3526" y="3256"/>
                    <a:pt x="3891" y="4472"/>
                  </a:cubicBezTo>
                  <a:cubicBezTo>
                    <a:pt x="4742" y="7147"/>
                    <a:pt x="4560" y="9214"/>
                    <a:pt x="3861" y="9457"/>
                  </a:cubicBezTo>
                  <a:cubicBezTo>
                    <a:pt x="3816" y="9471"/>
                    <a:pt x="3770" y="9479"/>
                    <a:pt x="3723" y="9479"/>
                  </a:cubicBezTo>
                  <a:cubicBezTo>
                    <a:pt x="3377" y="9479"/>
                    <a:pt x="2943" y="9102"/>
                    <a:pt x="2462" y="8514"/>
                  </a:cubicBezTo>
                  <a:cubicBezTo>
                    <a:pt x="1854" y="7694"/>
                    <a:pt x="1338" y="6600"/>
                    <a:pt x="943" y="5384"/>
                  </a:cubicBezTo>
                  <a:cubicBezTo>
                    <a:pt x="517" y="4138"/>
                    <a:pt x="335" y="2922"/>
                    <a:pt x="365" y="1979"/>
                  </a:cubicBezTo>
                  <a:cubicBezTo>
                    <a:pt x="426" y="1098"/>
                    <a:pt x="639" y="520"/>
                    <a:pt x="973" y="399"/>
                  </a:cubicBezTo>
                  <a:cubicBezTo>
                    <a:pt x="1064" y="368"/>
                    <a:pt x="1095" y="368"/>
                    <a:pt x="1125" y="368"/>
                  </a:cubicBezTo>
                  <a:close/>
                  <a:moveTo>
                    <a:pt x="1150" y="0"/>
                  </a:moveTo>
                  <a:cubicBezTo>
                    <a:pt x="1068" y="0"/>
                    <a:pt x="988" y="12"/>
                    <a:pt x="912" y="34"/>
                  </a:cubicBezTo>
                  <a:cubicBezTo>
                    <a:pt x="365" y="186"/>
                    <a:pt x="61" y="855"/>
                    <a:pt x="31" y="1919"/>
                  </a:cubicBezTo>
                  <a:cubicBezTo>
                    <a:pt x="0" y="2922"/>
                    <a:pt x="183" y="4198"/>
                    <a:pt x="608" y="5475"/>
                  </a:cubicBezTo>
                  <a:cubicBezTo>
                    <a:pt x="1034" y="6752"/>
                    <a:pt x="1550" y="7907"/>
                    <a:pt x="2158" y="8697"/>
                  </a:cubicBezTo>
                  <a:cubicBezTo>
                    <a:pt x="2706" y="9426"/>
                    <a:pt x="3253" y="9791"/>
                    <a:pt x="3709" y="9791"/>
                  </a:cubicBezTo>
                  <a:cubicBezTo>
                    <a:pt x="3800" y="9791"/>
                    <a:pt x="3861" y="9791"/>
                    <a:pt x="3982" y="9761"/>
                  </a:cubicBezTo>
                  <a:cubicBezTo>
                    <a:pt x="5046" y="9457"/>
                    <a:pt x="5168" y="7086"/>
                    <a:pt x="4286" y="4320"/>
                  </a:cubicBezTo>
                  <a:cubicBezTo>
                    <a:pt x="3861" y="3043"/>
                    <a:pt x="3344" y="1888"/>
                    <a:pt x="2736" y="1098"/>
                  </a:cubicBezTo>
                  <a:cubicBezTo>
                    <a:pt x="2192" y="373"/>
                    <a:pt x="1626" y="0"/>
                    <a:pt x="11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6"/>
            <p:cNvSpPr/>
            <p:nvPr/>
          </p:nvSpPr>
          <p:spPr>
            <a:xfrm>
              <a:off x="1515500" y="2071750"/>
              <a:ext cx="845775" cy="1199925"/>
            </a:xfrm>
            <a:custGeom>
              <a:rect b="b" l="l" r="r" t="t"/>
              <a:pathLst>
                <a:path extrusionOk="0" h="47997" w="33831">
                  <a:moveTo>
                    <a:pt x="25168" y="0"/>
                  </a:moveTo>
                  <a:lnTo>
                    <a:pt x="2979" y="26384"/>
                  </a:lnTo>
                  <a:lnTo>
                    <a:pt x="730" y="33071"/>
                  </a:lnTo>
                  <a:lnTo>
                    <a:pt x="0" y="40396"/>
                  </a:lnTo>
                  <a:lnTo>
                    <a:pt x="3253" y="42372"/>
                  </a:lnTo>
                  <a:lnTo>
                    <a:pt x="9362" y="46627"/>
                  </a:lnTo>
                  <a:cubicBezTo>
                    <a:pt x="9362" y="46627"/>
                    <a:pt x="20183" y="47934"/>
                    <a:pt x="20821" y="47995"/>
                  </a:cubicBezTo>
                  <a:cubicBezTo>
                    <a:pt x="20827" y="47996"/>
                    <a:pt x="20833" y="47996"/>
                    <a:pt x="20838" y="47996"/>
                  </a:cubicBezTo>
                  <a:cubicBezTo>
                    <a:pt x="21454" y="47996"/>
                    <a:pt x="19453" y="43010"/>
                    <a:pt x="19453" y="43010"/>
                  </a:cubicBezTo>
                  <a:lnTo>
                    <a:pt x="19727" y="35928"/>
                  </a:lnTo>
                  <a:cubicBezTo>
                    <a:pt x="19727" y="35928"/>
                    <a:pt x="21870" y="36077"/>
                    <a:pt x="24231" y="36077"/>
                  </a:cubicBezTo>
                  <a:cubicBezTo>
                    <a:pt x="26395" y="36077"/>
                    <a:pt x="28741" y="35952"/>
                    <a:pt x="29788" y="35472"/>
                  </a:cubicBezTo>
                  <a:cubicBezTo>
                    <a:pt x="32432" y="34104"/>
                    <a:pt x="33101" y="32493"/>
                    <a:pt x="32128" y="22554"/>
                  </a:cubicBezTo>
                  <a:cubicBezTo>
                    <a:pt x="32037" y="21703"/>
                    <a:pt x="33831" y="21308"/>
                    <a:pt x="33587" y="19849"/>
                  </a:cubicBezTo>
                  <a:cubicBezTo>
                    <a:pt x="33344" y="18390"/>
                    <a:pt x="30517" y="14043"/>
                    <a:pt x="29940" y="11946"/>
                  </a:cubicBezTo>
                  <a:cubicBezTo>
                    <a:pt x="27903" y="4317"/>
                    <a:pt x="25168" y="0"/>
                    <a:pt x="25168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6"/>
            <p:cNvSpPr/>
            <p:nvPr/>
          </p:nvSpPr>
          <p:spPr>
            <a:xfrm>
              <a:off x="1105150" y="1800700"/>
              <a:ext cx="1168650" cy="1118600"/>
            </a:xfrm>
            <a:custGeom>
              <a:rect b="b" l="l" r="r" t="t"/>
              <a:pathLst>
                <a:path extrusionOk="0" h="44744" w="46746">
                  <a:moveTo>
                    <a:pt x="35587" y="0"/>
                  </a:moveTo>
                  <a:cubicBezTo>
                    <a:pt x="33757" y="0"/>
                    <a:pt x="31942" y="542"/>
                    <a:pt x="30487" y="1663"/>
                  </a:cubicBezTo>
                  <a:cubicBezTo>
                    <a:pt x="29154" y="1517"/>
                    <a:pt x="27860" y="1447"/>
                    <a:pt x="26608" y="1447"/>
                  </a:cubicBezTo>
                  <a:cubicBezTo>
                    <a:pt x="13760" y="1447"/>
                    <a:pt x="5386" y="8846"/>
                    <a:pt x="5441" y="17985"/>
                  </a:cubicBezTo>
                  <a:cubicBezTo>
                    <a:pt x="0" y="25676"/>
                    <a:pt x="6201" y="34156"/>
                    <a:pt x="16870" y="44703"/>
                  </a:cubicBezTo>
                  <a:cubicBezTo>
                    <a:pt x="17558" y="44727"/>
                    <a:pt x="18247" y="44744"/>
                    <a:pt x="18933" y="44744"/>
                  </a:cubicBezTo>
                  <a:cubicBezTo>
                    <a:pt x="24433" y="44744"/>
                    <a:pt x="29808" y="43661"/>
                    <a:pt x="33861" y="36284"/>
                  </a:cubicBezTo>
                  <a:cubicBezTo>
                    <a:pt x="33861" y="36284"/>
                    <a:pt x="30548" y="30995"/>
                    <a:pt x="33983" y="27986"/>
                  </a:cubicBezTo>
                  <a:cubicBezTo>
                    <a:pt x="34768" y="27304"/>
                    <a:pt x="35492" y="27040"/>
                    <a:pt x="36143" y="27040"/>
                  </a:cubicBezTo>
                  <a:cubicBezTo>
                    <a:pt x="38364" y="27040"/>
                    <a:pt x="39728" y="30113"/>
                    <a:pt x="39728" y="30113"/>
                  </a:cubicBezTo>
                  <a:cubicBezTo>
                    <a:pt x="40184" y="30833"/>
                    <a:pt x="40650" y="31269"/>
                    <a:pt x="41139" y="31269"/>
                  </a:cubicBezTo>
                  <a:cubicBezTo>
                    <a:pt x="41496" y="31269"/>
                    <a:pt x="41865" y="31035"/>
                    <a:pt x="42251" y="30508"/>
                  </a:cubicBezTo>
                  <a:cubicBezTo>
                    <a:pt x="37296" y="20235"/>
                    <a:pt x="43071" y="13700"/>
                    <a:pt x="43071" y="13700"/>
                  </a:cubicBezTo>
                  <a:cubicBezTo>
                    <a:pt x="46745" y="4914"/>
                    <a:pt x="41099" y="0"/>
                    <a:pt x="355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6"/>
            <p:cNvSpPr/>
            <p:nvPr/>
          </p:nvSpPr>
          <p:spPr>
            <a:xfrm>
              <a:off x="1947875" y="2704725"/>
              <a:ext cx="108675" cy="49425"/>
            </a:xfrm>
            <a:custGeom>
              <a:rect b="b" l="l" r="r" t="t"/>
              <a:pathLst>
                <a:path extrusionOk="0" h="1977" w="4347">
                  <a:moveTo>
                    <a:pt x="304" y="1"/>
                  </a:moveTo>
                  <a:lnTo>
                    <a:pt x="0" y="183"/>
                  </a:lnTo>
                  <a:cubicBezTo>
                    <a:pt x="31" y="275"/>
                    <a:pt x="1155" y="1977"/>
                    <a:pt x="3769" y="1977"/>
                  </a:cubicBezTo>
                  <a:cubicBezTo>
                    <a:pt x="3952" y="1977"/>
                    <a:pt x="4134" y="1977"/>
                    <a:pt x="4347" y="1946"/>
                  </a:cubicBezTo>
                  <a:lnTo>
                    <a:pt x="4286" y="1551"/>
                  </a:lnTo>
                  <a:cubicBezTo>
                    <a:pt x="4082" y="1571"/>
                    <a:pt x="3886" y="1580"/>
                    <a:pt x="3700" y="1580"/>
                  </a:cubicBezTo>
                  <a:cubicBezTo>
                    <a:pt x="1327" y="1580"/>
                    <a:pt x="332" y="86"/>
                    <a:pt x="30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6"/>
            <p:cNvSpPr/>
            <p:nvPr/>
          </p:nvSpPr>
          <p:spPr>
            <a:xfrm>
              <a:off x="1996500" y="2875700"/>
              <a:ext cx="16750" cy="95025"/>
            </a:xfrm>
            <a:custGeom>
              <a:rect b="b" l="l" r="r" t="t"/>
              <a:pathLst>
                <a:path extrusionOk="0" h="3801" w="670">
                  <a:moveTo>
                    <a:pt x="396" y="1"/>
                  </a:moveTo>
                  <a:lnTo>
                    <a:pt x="1" y="31"/>
                  </a:lnTo>
                  <a:lnTo>
                    <a:pt x="274" y="3800"/>
                  </a:lnTo>
                  <a:lnTo>
                    <a:pt x="669" y="3770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6"/>
            <p:cNvSpPr/>
            <p:nvPr/>
          </p:nvSpPr>
          <p:spPr>
            <a:xfrm>
              <a:off x="1958500" y="2518575"/>
              <a:ext cx="67675" cy="148950"/>
            </a:xfrm>
            <a:custGeom>
              <a:rect b="b" l="l" r="r" t="t"/>
              <a:pathLst>
                <a:path extrusionOk="0" h="5958" w="2707">
                  <a:moveTo>
                    <a:pt x="2311" y="0"/>
                  </a:moveTo>
                  <a:cubicBezTo>
                    <a:pt x="670" y="182"/>
                    <a:pt x="62" y="1398"/>
                    <a:pt x="31" y="2523"/>
                  </a:cubicBezTo>
                  <a:cubicBezTo>
                    <a:pt x="1" y="3982"/>
                    <a:pt x="1034" y="5745"/>
                    <a:pt x="2645" y="5958"/>
                  </a:cubicBezTo>
                  <a:lnTo>
                    <a:pt x="2706" y="5593"/>
                  </a:lnTo>
                  <a:cubicBezTo>
                    <a:pt x="1247" y="5350"/>
                    <a:pt x="366" y="3800"/>
                    <a:pt x="426" y="2523"/>
                  </a:cubicBezTo>
                  <a:cubicBezTo>
                    <a:pt x="457" y="1307"/>
                    <a:pt x="1186" y="486"/>
                    <a:pt x="2341" y="395"/>
                  </a:cubicBezTo>
                  <a:lnTo>
                    <a:pt x="2311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6"/>
            <p:cNvSpPr/>
            <p:nvPr/>
          </p:nvSpPr>
          <p:spPr>
            <a:xfrm>
              <a:off x="1978275" y="2611600"/>
              <a:ext cx="89675" cy="27800"/>
            </a:xfrm>
            <a:custGeom>
              <a:rect b="b" l="l" r="r" t="t"/>
              <a:pathLst>
                <a:path extrusionOk="0" h="1112" w="3587">
                  <a:moveTo>
                    <a:pt x="1782" y="1"/>
                  </a:moveTo>
                  <a:cubicBezTo>
                    <a:pt x="1695" y="1"/>
                    <a:pt x="1608" y="6"/>
                    <a:pt x="1520" y="18"/>
                  </a:cubicBezTo>
                  <a:cubicBezTo>
                    <a:pt x="578" y="109"/>
                    <a:pt x="31" y="808"/>
                    <a:pt x="0" y="838"/>
                  </a:cubicBezTo>
                  <a:lnTo>
                    <a:pt x="304" y="1082"/>
                  </a:lnTo>
                  <a:cubicBezTo>
                    <a:pt x="304" y="1082"/>
                    <a:pt x="760" y="474"/>
                    <a:pt x="1550" y="382"/>
                  </a:cubicBezTo>
                  <a:cubicBezTo>
                    <a:pt x="1586" y="381"/>
                    <a:pt x="1622" y="380"/>
                    <a:pt x="1658" y="380"/>
                  </a:cubicBezTo>
                  <a:cubicBezTo>
                    <a:pt x="2203" y="380"/>
                    <a:pt x="2773" y="599"/>
                    <a:pt x="3344" y="1112"/>
                  </a:cubicBezTo>
                  <a:lnTo>
                    <a:pt x="3587" y="808"/>
                  </a:lnTo>
                  <a:cubicBezTo>
                    <a:pt x="2976" y="276"/>
                    <a:pt x="2388" y="1"/>
                    <a:pt x="178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6"/>
            <p:cNvSpPr/>
            <p:nvPr/>
          </p:nvSpPr>
          <p:spPr>
            <a:xfrm>
              <a:off x="425050" y="3371725"/>
              <a:ext cx="1477250" cy="1411750"/>
            </a:xfrm>
            <a:custGeom>
              <a:rect b="b" l="l" r="r" t="t"/>
              <a:pathLst>
                <a:path extrusionOk="0" h="56470" w="59090">
                  <a:moveTo>
                    <a:pt x="29267" y="1"/>
                  </a:moveTo>
                  <a:cubicBezTo>
                    <a:pt x="24578" y="1"/>
                    <a:pt x="20669" y="495"/>
                    <a:pt x="20669" y="495"/>
                  </a:cubicBezTo>
                  <a:cubicBezTo>
                    <a:pt x="20669" y="495"/>
                    <a:pt x="0" y="42896"/>
                    <a:pt x="9545" y="52623"/>
                  </a:cubicBezTo>
                  <a:cubicBezTo>
                    <a:pt x="12282" y="55412"/>
                    <a:pt x="16286" y="56469"/>
                    <a:pt x="20944" y="56469"/>
                  </a:cubicBezTo>
                  <a:cubicBezTo>
                    <a:pt x="32529" y="56469"/>
                    <a:pt x="48158" y="49931"/>
                    <a:pt x="58390" y="47243"/>
                  </a:cubicBezTo>
                  <a:cubicBezTo>
                    <a:pt x="59090" y="44021"/>
                    <a:pt x="57691" y="36483"/>
                    <a:pt x="56628" y="34143"/>
                  </a:cubicBezTo>
                  <a:cubicBezTo>
                    <a:pt x="54406" y="34093"/>
                    <a:pt x="52120" y="34065"/>
                    <a:pt x="49799" y="34065"/>
                  </a:cubicBezTo>
                  <a:cubicBezTo>
                    <a:pt x="43643" y="34065"/>
                    <a:pt x="37240" y="34256"/>
                    <a:pt x="31126" y="34720"/>
                  </a:cubicBezTo>
                  <a:cubicBezTo>
                    <a:pt x="37296" y="25328"/>
                    <a:pt x="44013" y="13929"/>
                    <a:pt x="45016" y="7577"/>
                  </a:cubicBezTo>
                  <a:cubicBezTo>
                    <a:pt x="46021" y="1231"/>
                    <a:pt x="36671" y="1"/>
                    <a:pt x="29267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6"/>
            <p:cNvSpPr/>
            <p:nvPr/>
          </p:nvSpPr>
          <p:spPr>
            <a:xfrm>
              <a:off x="3042125" y="2760875"/>
              <a:ext cx="456700" cy="734175"/>
            </a:xfrm>
            <a:custGeom>
              <a:rect b="b" l="l" r="r" t="t"/>
              <a:pathLst>
                <a:path extrusionOk="0" h="29367" w="18268">
                  <a:moveTo>
                    <a:pt x="11557" y="1"/>
                  </a:moveTo>
                  <a:cubicBezTo>
                    <a:pt x="10946" y="1"/>
                    <a:pt x="10297" y="395"/>
                    <a:pt x="9909" y="1342"/>
                  </a:cubicBezTo>
                  <a:lnTo>
                    <a:pt x="4104" y="15780"/>
                  </a:lnTo>
                  <a:lnTo>
                    <a:pt x="3800" y="13378"/>
                  </a:lnTo>
                  <a:cubicBezTo>
                    <a:pt x="3800" y="13378"/>
                    <a:pt x="4377" y="12011"/>
                    <a:pt x="4863" y="10369"/>
                  </a:cubicBezTo>
                  <a:cubicBezTo>
                    <a:pt x="5350" y="8728"/>
                    <a:pt x="3769" y="8029"/>
                    <a:pt x="3769" y="8029"/>
                  </a:cubicBezTo>
                  <a:cubicBezTo>
                    <a:pt x="3769" y="8029"/>
                    <a:pt x="942" y="11615"/>
                    <a:pt x="578" y="12345"/>
                  </a:cubicBezTo>
                  <a:cubicBezTo>
                    <a:pt x="183" y="13074"/>
                    <a:pt x="0" y="17603"/>
                    <a:pt x="183" y="18880"/>
                  </a:cubicBezTo>
                  <a:cubicBezTo>
                    <a:pt x="395" y="20187"/>
                    <a:pt x="3526" y="27330"/>
                    <a:pt x="3526" y="27330"/>
                  </a:cubicBezTo>
                  <a:lnTo>
                    <a:pt x="13465" y="29366"/>
                  </a:lnTo>
                  <a:cubicBezTo>
                    <a:pt x="13465" y="29366"/>
                    <a:pt x="16140" y="24959"/>
                    <a:pt x="17204" y="21646"/>
                  </a:cubicBezTo>
                  <a:cubicBezTo>
                    <a:pt x="18268" y="18394"/>
                    <a:pt x="17964" y="16175"/>
                    <a:pt x="17964" y="16175"/>
                  </a:cubicBezTo>
                  <a:cubicBezTo>
                    <a:pt x="17884" y="14540"/>
                    <a:pt x="17307" y="13827"/>
                    <a:pt x="16276" y="13827"/>
                  </a:cubicBezTo>
                  <a:cubicBezTo>
                    <a:pt x="16137" y="13827"/>
                    <a:pt x="15991" y="13839"/>
                    <a:pt x="15836" y="13865"/>
                  </a:cubicBezTo>
                  <a:cubicBezTo>
                    <a:pt x="16151" y="11463"/>
                    <a:pt x="15497" y="10325"/>
                    <a:pt x="13875" y="10325"/>
                  </a:cubicBezTo>
                  <a:cubicBezTo>
                    <a:pt x="13773" y="10325"/>
                    <a:pt x="13667" y="10330"/>
                    <a:pt x="13557" y="10339"/>
                  </a:cubicBezTo>
                  <a:cubicBezTo>
                    <a:pt x="13683" y="8540"/>
                    <a:pt x="13472" y="7649"/>
                    <a:pt x="12095" y="7649"/>
                  </a:cubicBezTo>
                  <a:cubicBezTo>
                    <a:pt x="11820" y="7649"/>
                    <a:pt x="11499" y="7684"/>
                    <a:pt x="11125" y="7755"/>
                  </a:cubicBezTo>
                  <a:lnTo>
                    <a:pt x="12918" y="2557"/>
                  </a:lnTo>
                  <a:cubicBezTo>
                    <a:pt x="13488" y="1095"/>
                    <a:pt x="12574" y="1"/>
                    <a:pt x="11557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6"/>
            <p:cNvSpPr/>
            <p:nvPr/>
          </p:nvSpPr>
          <p:spPr>
            <a:xfrm>
              <a:off x="3114300" y="3153075"/>
              <a:ext cx="35750" cy="71450"/>
            </a:xfrm>
            <a:custGeom>
              <a:rect b="b" l="l" r="r" t="t"/>
              <a:pathLst>
                <a:path extrusionOk="0" h="2858" w="1430">
                  <a:moveTo>
                    <a:pt x="1065" y="0"/>
                  </a:moveTo>
                  <a:lnTo>
                    <a:pt x="1" y="2706"/>
                  </a:lnTo>
                  <a:lnTo>
                    <a:pt x="365" y="2858"/>
                  </a:lnTo>
                  <a:lnTo>
                    <a:pt x="1429" y="122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6"/>
            <p:cNvSpPr/>
            <p:nvPr/>
          </p:nvSpPr>
          <p:spPr>
            <a:xfrm>
              <a:off x="3268575" y="2952450"/>
              <a:ext cx="56250" cy="139850"/>
            </a:xfrm>
            <a:custGeom>
              <a:rect b="b" l="l" r="r" t="t"/>
              <a:pathLst>
                <a:path extrusionOk="0" h="5594" w="2250">
                  <a:moveTo>
                    <a:pt x="1885" y="1"/>
                  </a:moveTo>
                  <a:lnTo>
                    <a:pt x="0" y="5472"/>
                  </a:lnTo>
                  <a:lnTo>
                    <a:pt x="365" y="5594"/>
                  </a:lnTo>
                  <a:lnTo>
                    <a:pt x="2249" y="123"/>
                  </a:lnTo>
                  <a:lnTo>
                    <a:pt x="188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6"/>
            <p:cNvSpPr/>
            <p:nvPr/>
          </p:nvSpPr>
          <p:spPr>
            <a:xfrm>
              <a:off x="3352150" y="3017050"/>
              <a:ext cx="33450" cy="98800"/>
            </a:xfrm>
            <a:custGeom>
              <a:rect b="b" l="l" r="r" t="t"/>
              <a:pathLst>
                <a:path extrusionOk="0" h="3952" w="1338">
                  <a:moveTo>
                    <a:pt x="973" y="1"/>
                  </a:moveTo>
                  <a:lnTo>
                    <a:pt x="1" y="3830"/>
                  </a:lnTo>
                  <a:lnTo>
                    <a:pt x="365" y="3952"/>
                  </a:lnTo>
                  <a:lnTo>
                    <a:pt x="1338" y="92"/>
                  </a:lnTo>
                  <a:lnTo>
                    <a:pt x="97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6"/>
            <p:cNvSpPr/>
            <p:nvPr/>
          </p:nvSpPr>
          <p:spPr>
            <a:xfrm>
              <a:off x="3426625" y="3105950"/>
              <a:ext cx="15975" cy="38025"/>
            </a:xfrm>
            <a:custGeom>
              <a:rect b="b" l="l" r="r" t="t"/>
              <a:pathLst>
                <a:path extrusionOk="0" h="1521" w="639">
                  <a:moveTo>
                    <a:pt x="274" y="1"/>
                  </a:moveTo>
                  <a:lnTo>
                    <a:pt x="0" y="1460"/>
                  </a:lnTo>
                  <a:lnTo>
                    <a:pt x="396" y="1521"/>
                  </a:lnTo>
                  <a:lnTo>
                    <a:pt x="639" y="62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6"/>
            <p:cNvSpPr/>
            <p:nvPr/>
          </p:nvSpPr>
          <p:spPr>
            <a:xfrm>
              <a:off x="3061875" y="3374950"/>
              <a:ext cx="352625" cy="174050"/>
            </a:xfrm>
            <a:custGeom>
              <a:rect b="b" l="l" r="r" t="t"/>
              <a:pathLst>
                <a:path extrusionOk="0" h="6962" w="14105">
                  <a:moveTo>
                    <a:pt x="2954" y="1"/>
                  </a:moveTo>
                  <a:cubicBezTo>
                    <a:pt x="2299" y="1"/>
                    <a:pt x="1778" y="58"/>
                    <a:pt x="1459" y="183"/>
                  </a:cubicBezTo>
                  <a:cubicBezTo>
                    <a:pt x="852" y="852"/>
                    <a:pt x="0" y="4165"/>
                    <a:pt x="0" y="4165"/>
                  </a:cubicBezTo>
                  <a:lnTo>
                    <a:pt x="13618" y="6961"/>
                  </a:lnTo>
                  <a:cubicBezTo>
                    <a:pt x="13618" y="6961"/>
                    <a:pt x="14104" y="3284"/>
                    <a:pt x="13800" y="2767"/>
                  </a:cubicBezTo>
                  <a:cubicBezTo>
                    <a:pt x="12365" y="1332"/>
                    <a:pt x="6112" y="1"/>
                    <a:pt x="29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6"/>
            <p:cNvSpPr/>
            <p:nvPr/>
          </p:nvSpPr>
          <p:spPr>
            <a:xfrm>
              <a:off x="819425" y="3052875"/>
              <a:ext cx="1815425" cy="2167125"/>
            </a:xfrm>
            <a:custGeom>
              <a:rect b="b" l="l" r="r" t="t"/>
              <a:pathLst>
                <a:path extrusionOk="0" h="86685" w="72617">
                  <a:moveTo>
                    <a:pt x="30163" y="0"/>
                  </a:moveTo>
                  <a:cubicBezTo>
                    <a:pt x="29419" y="0"/>
                    <a:pt x="28665" y="9"/>
                    <a:pt x="27904" y="27"/>
                  </a:cubicBezTo>
                  <a:cubicBezTo>
                    <a:pt x="27904" y="27"/>
                    <a:pt x="9849" y="3796"/>
                    <a:pt x="4894" y="13249"/>
                  </a:cubicBezTo>
                  <a:cubicBezTo>
                    <a:pt x="1" y="22732"/>
                    <a:pt x="11551" y="86684"/>
                    <a:pt x="11551" y="86684"/>
                  </a:cubicBezTo>
                  <a:lnTo>
                    <a:pt x="70184" y="86684"/>
                  </a:lnTo>
                  <a:cubicBezTo>
                    <a:pt x="70184" y="86684"/>
                    <a:pt x="66172" y="60119"/>
                    <a:pt x="66871" y="53492"/>
                  </a:cubicBezTo>
                  <a:cubicBezTo>
                    <a:pt x="68573" y="36896"/>
                    <a:pt x="72616" y="17048"/>
                    <a:pt x="68148" y="12702"/>
                  </a:cubicBezTo>
                  <a:cubicBezTo>
                    <a:pt x="61886" y="6653"/>
                    <a:pt x="47175" y="1303"/>
                    <a:pt x="47175" y="1303"/>
                  </a:cubicBezTo>
                  <a:cubicBezTo>
                    <a:pt x="47175" y="1303"/>
                    <a:pt x="39461" y="0"/>
                    <a:pt x="3016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6"/>
            <p:cNvSpPr/>
            <p:nvPr/>
          </p:nvSpPr>
          <p:spPr>
            <a:xfrm>
              <a:off x="912900" y="3783775"/>
              <a:ext cx="127675" cy="1000050"/>
            </a:xfrm>
            <a:custGeom>
              <a:rect b="b" l="l" r="r" t="t"/>
              <a:pathLst>
                <a:path extrusionOk="0" h="40002" w="5107">
                  <a:moveTo>
                    <a:pt x="365" y="1"/>
                  </a:moveTo>
                  <a:lnTo>
                    <a:pt x="0" y="31"/>
                  </a:lnTo>
                  <a:cubicBezTo>
                    <a:pt x="669" y="12189"/>
                    <a:pt x="2949" y="28512"/>
                    <a:pt x="4742" y="40001"/>
                  </a:cubicBezTo>
                  <a:lnTo>
                    <a:pt x="5107" y="39940"/>
                  </a:lnTo>
                  <a:cubicBezTo>
                    <a:pt x="3344" y="28421"/>
                    <a:pt x="1064" y="12159"/>
                    <a:pt x="365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6"/>
            <p:cNvSpPr/>
            <p:nvPr/>
          </p:nvSpPr>
          <p:spPr>
            <a:xfrm>
              <a:off x="2267775" y="3348200"/>
              <a:ext cx="1147475" cy="1454500"/>
            </a:xfrm>
            <a:custGeom>
              <a:rect b="b" l="l" r="r" t="t"/>
              <a:pathLst>
                <a:path extrusionOk="0" h="58180" w="45899">
                  <a:moveTo>
                    <a:pt x="8087" y="1"/>
                  </a:moveTo>
                  <a:cubicBezTo>
                    <a:pt x="1066" y="1"/>
                    <a:pt x="1" y="31102"/>
                    <a:pt x="1" y="31102"/>
                  </a:cubicBezTo>
                  <a:cubicBezTo>
                    <a:pt x="1" y="31102"/>
                    <a:pt x="20411" y="58180"/>
                    <a:pt x="32647" y="58180"/>
                  </a:cubicBezTo>
                  <a:cubicBezTo>
                    <a:pt x="32966" y="58180"/>
                    <a:pt x="33280" y="58161"/>
                    <a:pt x="33588" y="58123"/>
                  </a:cubicBezTo>
                  <a:cubicBezTo>
                    <a:pt x="45716" y="56664"/>
                    <a:pt x="45199" y="22165"/>
                    <a:pt x="45898" y="6755"/>
                  </a:cubicBezTo>
                  <a:cubicBezTo>
                    <a:pt x="42941" y="5089"/>
                    <a:pt x="35453" y="3885"/>
                    <a:pt x="32302" y="3885"/>
                  </a:cubicBezTo>
                  <a:cubicBezTo>
                    <a:pt x="32117" y="3885"/>
                    <a:pt x="31948" y="3889"/>
                    <a:pt x="31795" y="3898"/>
                  </a:cubicBezTo>
                  <a:cubicBezTo>
                    <a:pt x="29728" y="9703"/>
                    <a:pt x="27631" y="16026"/>
                    <a:pt x="25837" y="22378"/>
                  </a:cubicBezTo>
                  <a:cubicBezTo>
                    <a:pt x="20670" y="13442"/>
                    <a:pt x="14834" y="4506"/>
                    <a:pt x="10244" y="889"/>
                  </a:cubicBezTo>
                  <a:cubicBezTo>
                    <a:pt x="9469" y="279"/>
                    <a:pt x="8752" y="1"/>
                    <a:pt x="8087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6"/>
            <p:cNvSpPr/>
            <p:nvPr/>
          </p:nvSpPr>
          <p:spPr>
            <a:xfrm>
              <a:off x="2306550" y="4171325"/>
              <a:ext cx="188475" cy="221150"/>
            </a:xfrm>
            <a:custGeom>
              <a:rect b="b" l="l" r="r" t="t"/>
              <a:pathLst>
                <a:path extrusionOk="0" h="8846" w="7539">
                  <a:moveTo>
                    <a:pt x="274" y="0"/>
                  </a:moveTo>
                  <a:lnTo>
                    <a:pt x="0" y="244"/>
                  </a:lnTo>
                  <a:lnTo>
                    <a:pt x="7265" y="8846"/>
                  </a:lnTo>
                  <a:lnTo>
                    <a:pt x="7538" y="8602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6"/>
            <p:cNvSpPr/>
            <p:nvPr/>
          </p:nvSpPr>
          <p:spPr>
            <a:xfrm>
              <a:off x="2908375" y="3903850"/>
              <a:ext cx="189250" cy="316900"/>
            </a:xfrm>
            <a:custGeom>
              <a:rect b="b" l="l" r="r" t="t"/>
              <a:pathLst>
                <a:path extrusionOk="0" h="12676" w="7570">
                  <a:moveTo>
                    <a:pt x="335" y="0"/>
                  </a:moveTo>
                  <a:lnTo>
                    <a:pt x="1" y="183"/>
                  </a:lnTo>
                  <a:lnTo>
                    <a:pt x="7235" y="12675"/>
                  </a:lnTo>
                  <a:lnTo>
                    <a:pt x="7569" y="12493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6"/>
            <p:cNvSpPr/>
            <p:nvPr/>
          </p:nvSpPr>
          <p:spPr>
            <a:xfrm>
              <a:off x="1475975" y="2960250"/>
              <a:ext cx="565375" cy="152350"/>
            </a:xfrm>
            <a:custGeom>
              <a:rect b="b" l="l" r="r" t="t"/>
              <a:pathLst>
                <a:path extrusionOk="0" h="6094" w="22615">
                  <a:moveTo>
                    <a:pt x="6265" y="0"/>
                  </a:moveTo>
                  <a:cubicBezTo>
                    <a:pt x="4584" y="0"/>
                    <a:pt x="3151" y="132"/>
                    <a:pt x="2007" y="418"/>
                  </a:cubicBezTo>
                  <a:lnTo>
                    <a:pt x="1" y="4157"/>
                  </a:lnTo>
                  <a:cubicBezTo>
                    <a:pt x="2876" y="5524"/>
                    <a:pt x="7400" y="6094"/>
                    <a:pt x="13072" y="6094"/>
                  </a:cubicBezTo>
                  <a:cubicBezTo>
                    <a:pt x="15975" y="6094"/>
                    <a:pt x="19178" y="5944"/>
                    <a:pt x="22615" y="5677"/>
                  </a:cubicBezTo>
                  <a:lnTo>
                    <a:pt x="21278" y="1817"/>
                  </a:lnTo>
                  <a:cubicBezTo>
                    <a:pt x="15287" y="695"/>
                    <a:pt x="10122" y="0"/>
                    <a:pt x="62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6"/>
            <p:cNvSpPr/>
            <p:nvPr/>
          </p:nvSpPr>
          <p:spPr>
            <a:xfrm>
              <a:off x="2071725" y="2371900"/>
              <a:ext cx="269025" cy="131500"/>
            </a:xfrm>
            <a:custGeom>
              <a:rect b="b" l="l" r="r" t="t"/>
              <a:pathLst>
                <a:path extrusionOk="0" h="5260" w="10761">
                  <a:moveTo>
                    <a:pt x="10609" y="1"/>
                  </a:moveTo>
                  <a:lnTo>
                    <a:pt x="1" y="4925"/>
                  </a:lnTo>
                  <a:lnTo>
                    <a:pt x="153" y="5259"/>
                  </a:lnTo>
                  <a:lnTo>
                    <a:pt x="10761" y="365"/>
                  </a:lnTo>
                  <a:lnTo>
                    <a:pt x="106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6"/>
            <p:cNvSpPr/>
            <p:nvPr/>
          </p:nvSpPr>
          <p:spPr>
            <a:xfrm>
              <a:off x="3369625" y="3454000"/>
              <a:ext cx="26625" cy="26600"/>
            </a:xfrm>
            <a:custGeom>
              <a:rect b="b" l="l" r="r" t="t"/>
              <a:pathLst>
                <a:path extrusionOk="0" h="1064" w="1065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5" y="821"/>
                    <a:pt x="1065" y="547"/>
                  </a:cubicBezTo>
                  <a:cubicBezTo>
                    <a:pt x="1065" y="243"/>
                    <a:pt x="821" y="0"/>
                    <a:pt x="548" y="0"/>
                  </a:cubicBez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37"/>
          <p:cNvSpPr txBox="1"/>
          <p:nvPr>
            <p:ph idx="14" type="title"/>
          </p:nvPr>
        </p:nvSpPr>
        <p:spPr>
          <a:xfrm>
            <a:off x="4600405" y="1269400"/>
            <a:ext cx="7758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02</a:t>
            </a:r>
            <a:endParaRPr sz="1800"/>
          </a:p>
        </p:txBody>
      </p:sp>
      <p:sp>
        <p:nvSpPr>
          <p:cNvPr id="949" name="Google Shape;949;p37"/>
          <p:cNvSpPr txBox="1"/>
          <p:nvPr>
            <p:ph idx="15" type="title"/>
          </p:nvPr>
        </p:nvSpPr>
        <p:spPr>
          <a:xfrm>
            <a:off x="4600405" y="1805978"/>
            <a:ext cx="7758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04</a:t>
            </a:r>
            <a:endParaRPr sz="1800"/>
          </a:p>
        </p:txBody>
      </p:sp>
      <p:sp>
        <p:nvSpPr>
          <p:cNvPr id="950" name="Google Shape;950;p37"/>
          <p:cNvSpPr txBox="1"/>
          <p:nvPr>
            <p:ph idx="13" type="title"/>
          </p:nvPr>
        </p:nvSpPr>
        <p:spPr>
          <a:xfrm>
            <a:off x="856563" y="1805978"/>
            <a:ext cx="7758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03</a:t>
            </a:r>
            <a:endParaRPr sz="1800"/>
          </a:p>
        </p:txBody>
      </p:sp>
      <p:sp>
        <p:nvSpPr>
          <p:cNvPr id="951" name="Google Shape;951;p37"/>
          <p:cNvSpPr txBox="1"/>
          <p:nvPr>
            <p:ph idx="9" type="title"/>
          </p:nvPr>
        </p:nvSpPr>
        <p:spPr>
          <a:xfrm>
            <a:off x="856563" y="1269400"/>
            <a:ext cx="7758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01</a:t>
            </a:r>
            <a:endParaRPr sz="1800"/>
          </a:p>
        </p:txBody>
      </p:sp>
      <p:sp>
        <p:nvSpPr>
          <p:cNvPr id="952" name="Google Shape;952;p37"/>
          <p:cNvSpPr txBox="1"/>
          <p:nvPr>
            <p:ph type="title"/>
          </p:nvPr>
        </p:nvSpPr>
        <p:spPr>
          <a:xfrm>
            <a:off x="720000" y="492625"/>
            <a:ext cx="765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Table of contents</a:t>
            </a:r>
            <a:endParaRPr sz="2700"/>
          </a:p>
        </p:txBody>
      </p:sp>
      <p:sp>
        <p:nvSpPr>
          <p:cNvPr id="953" name="Google Shape;953;p37"/>
          <p:cNvSpPr txBox="1"/>
          <p:nvPr>
            <p:ph idx="2" type="title"/>
          </p:nvPr>
        </p:nvSpPr>
        <p:spPr>
          <a:xfrm>
            <a:off x="1785961" y="1313725"/>
            <a:ext cx="2294700" cy="3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54" name="Google Shape;954;p37"/>
          <p:cNvSpPr txBox="1"/>
          <p:nvPr>
            <p:ph idx="3" type="title"/>
          </p:nvPr>
        </p:nvSpPr>
        <p:spPr>
          <a:xfrm>
            <a:off x="5528576" y="1313717"/>
            <a:ext cx="2531100" cy="3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955" name="Google Shape;955;p37"/>
          <p:cNvSpPr txBox="1"/>
          <p:nvPr>
            <p:ph idx="5" type="title"/>
          </p:nvPr>
        </p:nvSpPr>
        <p:spPr>
          <a:xfrm>
            <a:off x="1773118" y="1850302"/>
            <a:ext cx="2294700" cy="3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</a:t>
            </a:r>
            <a:endParaRPr/>
          </a:p>
        </p:txBody>
      </p:sp>
      <p:sp>
        <p:nvSpPr>
          <p:cNvPr id="956" name="Google Shape;956;p37"/>
          <p:cNvSpPr txBox="1"/>
          <p:nvPr>
            <p:ph idx="6" type="title"/>
          </p:nvPr>
        </p:nvSpPr>
        <p:spPr>
          <a:xfrm>
            <a:off x="5528576" y="1850295"/>
            <a:ext cx="2531100" cy="3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957" name="Google Shape;957;p37"/>
          <p:cNvSpPr txBox="1"/>
          <p:nvPr>
            <p:ph idx="15" type="title"/>
          </p:nvPr>
        </p:nvSpPr>
        <p:spPr>
          <a:xfrm>
            <a:off x="4600392" y="2342556"/>
            <a:ext cx="7758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06</a:t>
            </a:r>
            <a:endParaRPr sz="1800"/>
          </a:p>
        </p:txBody>
      </p:sp>
      <p:sp>
        <p:nvSpPr>
          <p:cNvPr id="958" name="Google Shape;958;p37"/>
          <p:cNvSpPr txBox="1"/>
          <p:nvPr>
            <p:ph idx="13" type="title"/>
          </p:nvPr>
        </p:nvSpPr>
        <p:spPr>
          <a:xfrm>
            <a:off x="856550" y="2342556"/>
            <a:ext cx="7758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05</a:t>
            </a:r>
            <a:endParaRPr sz="1800"/>
          </a:p>
        </p:txBody>
      </p:sp>
      <p:sp>
        <p:nvSpPr>
          <p:cNvPr id="959" name="Google Shape;959;p37"/>
          <p:cNvSpPr txBox="1"/>
          <p:nvPr>
            <p:ph idx="5" type="title"/>
          </p:nvPr>
        </p:nvSpPr>
        <p:spPr>
          <a:xfrm>
            <a:off x="1784850" y="2386880"/>
            <a:ext cx="2294700" cy="3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Audience</a:t>
            </a:r>
            <a:endParaRPr/>
          </a:p>
        </p:txBody>
      </p:sp>
      <p:sp>
        <p:nvSpPr>
          <p:cNvPr id="960" name="Google Shape;960;p37"/>
          <p:cNvSpPr txBox="1"/>
          <p:nvPr>
            <p:ph idx="6" type="title"/>
          </p:nvPr>
        </p:nvSpPr>
        <p:spPr>
          <a:xfrm>
            <a:off x="5528575" y="2386875"/>
            <a:ext cx="3045900" cy="3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 &amp; Limitations</a:t>
            </a:r>
            <a:endParaRPr/>
          </a:p>
        </p:txBody>
      </p:sp>
      <p:sp>
        <p:nvSpPr>
          <p:cNvPr id="961" name="Google Shape;961;p37"/>
          <p:cNvSpPr txBox="1"/>
          <p:nvPr>
            <p:ph idx="14" type="title"/>
          </p:nvPr>
        </p:nvSpPr>
        <p:spPr>
          <a:xfrm>
            <a:off x="4600392" y="2879125"/>
            <a:ext cx="7758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08</a:t>
            </a:r>
            <a:endParaRPr sz="1800"/>
          </a:p>
        </p:txBody>
      </p:sp>
      <p:sp>
        <p:nvSpPr>
          <p:cNvPr id="962" name="Google Shape;962;p37"/>
          <p:cNvSpPr txBox="1"/>
          <p:nvPr>
            <p:ph idx="15" type="title"/>
          </p:nvPr>
        </p:nvSpPr>
        <p:spPr>
          <a:xfrm>
            <a:off x="4600392" y="3415703"/>
            <a:ext cx="7758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10</a:t>
            </a:r>
            <a:endParaRPr sz="1800"/>
          </a:p>
        </p:txBody>
      </p:sp>
      <p:sp>
        <p:nvSpPr>
          <p:cNvPr id="963" name="Google Shape;963;p37"/>
          <p:cNvSpPr txBox="1"/>
          <p:nvPr>
            <p:ph idx="13" type="title"/>
          </p:nvPr>
        </p:nvSpPr>
        <p:spPr>
          <a:xfrm>
            <a:off x="856550" y="3415703"/>
            <a:ext cx="7758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09</a:t>
            </a:r>
            <a:endParaRPr sz="1800"/>
          </a:p>
        </p:txBody>
      </p:sp>
      <p:sp>
        <p:nvSpPr>
          <p:cNvPr id="964" name="Google Shape;964;p37"/>
          <p:cNvSpPr txBox="1"/>
          <p:nvPr>
            <p:ph idx="9" type="title"/>
          </p:nvPr>
        </p:nvSpPr>
        <p:spPr>
          <a:xfrm>
            <a:off x="856550" y="2879125"/>
            <a:ext cx="775800" cy="4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07</a:t>
            </a:r>
            <a:endParaRPr sz="1800"/>
          </a:p>
        </p:txBody>
      </p:sp>
      <p:sp>
        <p:nvSpPr>
          <p:cNvPr id="965" name="Google Shape;965;p37"/>
          <p:cNvSpPr txBox="1"/>
          <p:nvPr>
            <p:ph idx="2" type="title"/>
          </p:nvPr>
        </p:nvSpPr>
        <p:spPr>
          <a:xfrm>
            <a:off x="1785950" y="2923450"/>
            <a:ext cx="2664300" cy="3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966" name="Google Shape;966;p37"/>
          <p:cNvSpPr txBox="1"/>
          <p:nvPr>
            <p:ph idx="3" type="title"/>
          </p:nvPr>
        </p:nvSpPr>
        <p:spPr>
          <a:xfrm>
            <a:off x="5528564" y="2923442"/>
            <a:ext cx="2531100" cy="3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967" name="Google Shape;967;p37"/>
          <p:cNvSpPr txBox="1"/>
          <p:nvPr>
            <p:ph idx="5" type="title"/>
          </p:nvPr>
        </p:nvSpPr>
        <p:spPr>
          <a:xfrm>
            <a:off x="1796593" y="3460025"/>
            <a:ext cx="2294700" cy="3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&amp; Findings</a:t>
            </a:r>
            <a:endParaRPr/>
          </a:p>
        </p:txBody>
      </p:sp>
      <p:sp>
        <p:nvSpPr>
          <p:cNvPr id="968" name="Google Shape;968;p37"/>
          <p:cNvSpPr txBox="1"/>
          <p:nvPr>
            <p:ph idx="6" type="title"/>
          </p:nvPr>
        </p:nvSpPr>
        <p:spPr>
          <a:xfrm>
            <a:off x="5528564" y="3460020"/>
            <a:ext cx="2531100" cy="36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" name="Google Shape;973;p38"/>
          <p:cNvGrpSpPr/>
          <p:nvPr/>
        </p:nvGrpSpPr>
        <p:grpSpPr>
          <a:xfrm>
            <a:off x="1214625" y="1144163"/>
            <a:ext cx="6714772" cy="3396975"/>
            <a:chOff x="233350" y="949250"/>
            <a:chExt cx="7137300" cy="3802300"/>
          </a:xfrm>
        </p:grpSpPr>
        <p:sp>
          <p:nvSpPr>
            <p:cNvPr id="974" name="Google Shape;974;p38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8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8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8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8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8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8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8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8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8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8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8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8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8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8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8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8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8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8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8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8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8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8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8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8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8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8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8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8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8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8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8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8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8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8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8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8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8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8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8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8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8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8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8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8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8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8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8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8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8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8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4850" lIns="94850" spcFirstLastPara="1" rIns="94850" wrap="square" tIns="94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5" name="Google Shape;1025;p38"/>
          <p:cNvSpPr txBox="1"/>
          <p:nvPr>
            <p:ph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Introduction</a:t>
            </a:r>
            <a:endParaRPr sz="2700"/>
          </a:p>
        </p:txBody>
      </p:sp>
      <p:sp>
        <p:nvSpPr>
          <p:cNvPr id="1026" name="Google Shape;1026;p38"/>
          <p:cNvSpPr txBox="1"/>
          <p:nvPr/>
        </p:nvSpPr>
        <p:spPr>
          <a:xfrm>
            <a:off x="891150" y="1221300"/>
            <a:ext cx="7361700" cy="27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62E4C"/>
                </a:solidFill>
                <a:highlight>
                  <a:schemeClr val="accent6"/>
                </a:highlight>
                <a:latin typeface="Albert Sans"/>
                <a:ea typeface="Albert Sans"/>
                <a:cs typeface="Albert Sans"/>
                <a:sym typeface="Albert Sans"/>
              </a:rPr>
              <a:t>Choosing the right global economy to invest in is challenging due to shifting markets and varying growth rates. </a:t>
            </a:r>
            <a:endParaRPr sz="2000">
              <a:solidFill>
                <a:srgbClr val="162E4C"/>
              </a:solidFill>
              <a:highlight>
                <a:schemeClr val="accent6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62E4C"/>
              </a:solidFill>
              <a:highlight>
                <a:schemeClr val="accent6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62E4C"/>
                </a:solidFill>
                <a:highlight>
                  <a:schemeClr val="accent6"/>
                </a:highlight>
                <a:latin typeface="Albert Sans"/>
                <a:ea typeface="Albert Sans"/>
                <a:cs typeface="Albert Sans"/>
                <a:sym typeface="Albert Sans"/>
              </a:rPr>
              <a:t>This project analyzes major world economies to identify the strongest investment destination outside Bahrain, using data-driven metrics and financial performance indicators.</a:t>
            </a:r>
            <a:endParaRPr sz="2000">
              <a:solidFill>
                <a:srgbClr val="162E4C"/>
              </a:solidFill>
              <a:highlight>
                <a:schemeClr val="accent6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027" name="Google Shape;1027;p38"/>
          <p:cNvGrpSpPr/>
          <p:nvPr/>
        </p:nvGrpSpPr>
        <p:grpSpPr>
          <a:xfrm>
            <a:off x="2127534" y="156717"/>
            <a:ext cx="452039" cy="524114"/>
            <a:chOff x="5815634" y="1650855"/>
            <a:chExt cx="452039" cy="524114"/>
          </a:xfrm>
        </p:grpSpPr>
        <p:sp>
          <p:nvSpPr>
            <p:cNvPr id="1028" name="Google Shape;1028;p3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38"/>
          <p:cNvGrpSpPr/>
          <p:nvPr/>
        </p:nvGrpSpPr>
        <p:grpSpPr>
          <a:xfrm>
            <a:off x="665734" y="620055"/>
            <a:ext cx="452039" cy="524114"/>
            <a:chOff x="5815634" y="1650855"/>
            <a:chExt cx="452039" cy="524114"/>
          </a:xfrm>
        </p:grpSpPr>
        <p:sp>
          <p:nvSpPr>
            <p:cNvPr id="1035" name="Google Shape;1035;p3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1" name="Google Shape;1041;p38"/>
          <p:cNvGrpSpPr/>
          <p:nvPr/>
        </p:nvGrpSpPr>
        <p:grpSpPr>
          <a:xfrm>
            <a:off x="8570659" y="3151880"/>
            <a:ext cx="452039" cy="524114"/>
            <a:chOff x="5815634" y="1650855"/>
            <a:chExt cx="452039" cy="524114"/>
          </a:xfrm>
        </p:grpSpPr>
        <p:sp>
          <p:nvSpPr>
            <p:cNvPr id="1042" name="Google Shape;1042;p3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8" name="Google Shape;1048;p38"/>
          <p:cNvGrpSpPr/>
          <p:nvPr/>
        </p:nvGrpSpPr>
        <p:grpSpPr>
          <a:xfrm>
            <a:off x="5730784" y="4487480"/>
            <a:ext cx="452039" cy="524114"/>
            <a:chOff x="5815634" y="1650855"/>
            <a:chExt cx="452039" cy="524114"/>
          </a:xfrm>
        </p:grpSpPr>
        <p:sp>
          <p:nvSpPr>
            <p:cNvPr id="1049" name="Google Shape;1049;p3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5" name="Google Shape;1055;p38"/>
          <p:cNvGrpSpPr/>
          <p:nvPr/>
        </p:nvGrpSpPr>
        <p:grpSpPr>
          <a:xfrm>
            <a:off x="1214634" y="3963367"/>
            <a:ext cx="452039" cy="524114"/>
            <a:chOff x="5815634" y="1650855"/>
            <a:chExt cx="452039" cy="524114"/>
          </a:xfrm>
        </p:grpSpPr>
        <p:sp>
          <p:nvSpPr>
            <p:cNvPr id="1056" name="Google Shape;1056;p3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2" name="Google Shape;1062;p38"/>
          <p:cNvGrpSpPr/>
          <p:nvPr/>
        </p:nvGrpSpPr>
        <p:grpSpPr>
          <a:xfrm>
            <a:off x="7572229" y="389444"/>
            <a:ext cx="357337" cy="414260"/>
            <a:chOff x="5815634" y="1650855"/>
            <a:chExt cx="452039" cy="524114"/>
          </a:xfrm>
        </p:grpSpPr>
        <p:sp>
          <p:nvSpPr>
            <p:cNvPr id="1063" name="Google Shape;1063;p3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72275" lIns="72275" spcFirstLastPara="1" rIns="72275" wrap="square" tIns="7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72275" lIns="72275" spcFirstLastPara="1" rIns="72275" wrap="square" tIns="7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72275" lIns="72275" spcFirstLastPara="1" rIns="72275" wrap="square" tIns="7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72275" lIns="72275" spcFirstLastPara="1" rIns="72275" wrap="square" tIns="7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72275" lIns="72275" spcFirstLastPara="1" rIns="72275" wrap="square" tIns="7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72275" lIns="72275" spcFirstLastPara="1" rIns="72275" wrap="square" tIns="72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9"/>
          <p:cNvSpPr txBox="1"/>
          <p:nvPr>
            <p:ph idx="1" type="subTitle"/>
          </p:nvPr>
        </p:nvSpPr>
        <p:spPr>
          <a:xfrm>
            <a:off x="3359125" y="1174350"/>
            <a:ext cx="4568100" cy="27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Inex</a:t>
            </a:r>
            <a:r>
              <a:rPr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perienced</a:t>
            </a:r>
            <a:r>
              <a:rPr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 Investors lack a clear, data-based comparison of global economies to determine where to invest outside Bahrain. </a:t>
            </a:r>
            <a:endParaRPr sz="20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grpSp>
        <p:nvGrpSpPr>
          <p:cNvPr id="1074" name="Google Shape;1074;p39"/>
          <p:cNvGrpSpPr/>
          <p:nvPr/>
        </p:nvGrpSpPr>
        <p:grpSpPr>
          <a:xfrm>
            <a:off x="984836" y="1297595"/>
            <a:ext cx="2059448" cy="2548311"/>
            <a:chOff x="-3766800" y="1855800"/>
            <a:chExt cx="1387675" cy="1717075"/>
          </a:xfrm>
        </p:grpSpPr>
        <p:sp>
          <p:nvSpPr>
            <p:cNvPr id="1075" name="Google Shape;1075;p39"/>
            <p:cNvSpPr/>
            <p:nvPr/>
          </p:nvSpPr>
          <p:spPr>
            <a:xfrm>
              <a:off x="-3766800" y="3523650"/>
              <a:ext cx="7525" cy="28375"/>
            </a:xfrm>
            <a:custGeom>
              <a:rect b="b" l="l" r="r" t="t"/>
              <a:pathLst>
                <a:path extrusionOk="0" h="1135" w="301">
                  <a:moveTo>
                    <a:pt x="300" y="1"/>
                  </a:moveTo>
                  <a:lnTo>
                    <a:pt x="0" y="1135"/>
                  </a:lnTo>
                  <a:close/>
                </a:path>
              </a:pathLst>
            </a:custGeom>
            <a:solidFill>
              <a:srgbClr val="F2E75B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9"/>
            <p:cNvSpPr/>
            <p:nvPr/>
          </p:nvSpPr>
          <p:spPr>
            <a:xfrm>
              <a:off x="-3766800" y="3552000"/>
              <a:ext cx="8350" cy="20875"/>
            </a:xfrm>
            <a:custGeom>
              <a:rect b="b" l="l" r="r" t="t"/>
              <a:pathLst>
                <a:path extrusionOk="0" h="835" w="334">
                  <a:moveTo>
                    <a:pt x="334" y="835"/>
                  </a:moveTo>
                  <a:lnTo>
                    <a:pt x="334" y="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E75B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9"/>
            <p:cNvSpPr/>
            <p:nvPr/>
          </p:nvSpPr>
          <p:spPr>
            <a:xfrm>
              <a:off x="-3764300" y="1855800"/>
              <a:ext cx="1385175" cy="1710425"/>
            </a:xfrm>
            <a:custGeom>
              <a:rect b="b" l="l" r="r" t="t"/>
              <a:pathLst>
                <a:path extrusionOk="0" h="68417" w="55407">
                  <a:moveTo>
                    <a:pt x="11575" y="0"/>
                  </a:moveTo>
                  <a:lnTo>
                    <a:pt x="0" y="59943"/>
                  </a:lnTo>
                  <a:lnTo>
                    <a:pt x="43832" y="68416"/>
                  </a:lnTo>
                  <a:lnTo>
                    <a:pt x="55406" y="8473"/>
                  </a:lnTo>
                  <a:lnTo>
                    <a:pt x="115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9"/>
            <p:cNvSpPr/>
            <p:nvPr/>
          </p:nvSpPr>
          <p:spPr>
            <a:xfrm>
              <a:off x="-2862000" y="2311125"/>
              <a:ext cx="286900" cy="224350"/>
            </a:xfrm>
            <a:custGeom>
              <a:rect b="b" l="l" r="r" t="t"/>
              <a:pathLst>
                <a:path extrusionOk="0" h="8974" w="11476">
                  <a:moveTo>
                    <a:pt x="1335" y="0"/>
                  </a:moveTo>
                  <a:lnTo>
                    <a:pt x="1" y="7039"/>
                  </a:lnTo>
                  <a:lnTo>
                    <a:pt x="10108" y="8974"/>
                  </a:lnTo>
                  <a:lnTo>
                    <a:pt x="11476" y="1935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9"/>
            <p:cNvSpPr/>
            <p:nvPr/>
          </p:nvSpPr>
          <p:spPr>
            <a:xfrm>
              <a:off x="-2821125" y="2095975"/>
              <a:ext cx="286900" cy="225175"/>
            </a:xfrm>
            <a:custGeom>
              <a:rect b="b" l="l" r="r" t="t"/>
              <a:pathLst>
                <a:path extrusionOk="0" h="9007" w="11476">
                  <a:moveTo>
                    <a:pt x="1368" y="0"/>
                  </a:moveTo>
                  <a:lnTo>
                    <a:pt x="0" y="7039"/>
                  </a:lnTo>
                  <a:lnTo>
                    <a:pt x="10107" y="9007"/>
                  </a:lnTo>
                  <a:lnTo>
                    <a:pt x="11475" y="193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9"/>
            <p:cNvSpPr/>
            <p:nvPr/>
          </p:nvSpPr>
          <p:spPr>
            <a:xfrm>
              <a:off x="-2903700" y="2525450"/>
              <a:ext cx="286900" cy="225175"/>
            </a:xfrm>
            <a:custGeom>
              <a:rect b="b" l="l" r="r" t="t"/>
              <a:pathLst>
                <a:path extrusionOk="0" h="9007" w="11476">
                  <a:moveTo>
                    <a:pt x="1368" y="0"/>
                  </a:moveTo>
                  <a:lnTo>
                    <a:pt x="1" y="7039"/>
                  </a:lnTo>
                  <a:lnTo>
                    <a:pt x="10108" y="9007"/>
                  </a:lnTo>
                  <a:lnTo>
                    <a:pt x="11476" y="1968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9"/>
            <p:cNvSpPr/>
            <p:nvPr/>
          </p:nvSpPr>
          <p:spPr>
            <a:xfrm>
              <a:off x="-3400725" y="2050950"/>
              <a:ext cx="199350" cy="54225"/>
            </a:xfrm>
            <a:custGeom>
              <a:rect b="b" l="l" r="r" t="t"/>
              <a:pathLst>
                <a:path extrusionOk="0" h="2169" w="7974">
                  <a:moveTo>
                    <a:pt x="134" y="0"/>
                  </a:moveTo>
                  <a:lnTo>
                    <a:pt x="1" y="634"/>
                  </a:lnTo>
                  <a:lnTo>
                    <a:pt x="7873" y="2168"/>
                  </a:lnTo>
                  <a:lnTo>
                    <a:pt x="7973" y="1501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9"/>
            <p:cNvSpPr/>
            <p:nvPr/>
          </p:nvSpPr>
          <p:spPr>
            <a:xfrm>
              <a:off x="-3405725" y="2085125"/>
              <a:ext cx="479550" cy="100925"/>
            </a:xfrm>
            <a:custGeom>
              <a:rect b="b" l="l" r="r" t="t"/>
              <a:pathLst>
                <a:path extrusionOk="0" h="4037" w="19182">
                  <a:moveTo>
                    <a:pt x="68" y="1"/>
                  </a:moveTo>
                  <a:lnTo>
                    <a:pt x="1" y="334"/>
                  </a:lnTo>
                  <a:lnTo>
                    <a:pt x="19114" y="4037"/>
                  </a:lnTo>
                  <a:lnTo>
                    <a:pt x="19181" y="3703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9"/>
            <p:cNvSpPr/>
            <p:nvPr/>
          </p:nvSpPr>
          <p:spPr>
            <a:xfrm>
              <a:off x="-3410725" y="2110150"/>
              <a:ext cx="479550" cy="100925"/>
            </a:xfrm>
            <a:custGeom>
              <a:rect b="b" l="l" r="r" t="t"/>
              <a:pathLst>
                <a:path extrusionOk="0" h="4037" w="19182">
                  <a:moveTo>
                    <a:pt x="67" y="0"/>
                  </a:moveTo>
                  <a:lnTo>
                    <a:pt x="1" y="334"/>
                  </a:lnTo>
                  <a:lnTo>
                    <a:pt x="19114" y="4037"/>
                  </a:lnTo>
                  <a:lnTo>
                    <a:pt x="19181" y="3703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9"/>
            <p:cNvSpPr/>
            <p:nvPr/>
          </p:nvSpPr>
          <p:spPr>
            <a:xfrm>
              <a:off x="-3417400" y="2139325"/>
              <a:ext cx="324425" cy="70925"/>
            </a:xfrm>
            <a:custGeom>
              <a:rect b="b" l="l" r="r" t="t"/>
              <a:pathLst>
                <a:path extrusionOk="0" h="2837" w="12977">
                  <a:moveTo>
                    <a:pt x="68" y="1"/>
                  </a:moveTo>
                  <a:lnTo>
                    <a:pt x="1" y="334"/>
                  </a:lnTo>
                  <a:lnTo>
                    <a:pt x="12910" y="2836"/>
                  </a:lnTo>
                  <a:lnTo>
                    <a:pt x="12977" y="2503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9"/>
            <p:cNvSpPr/>
            <p:nvPr/>
          </p:nvSpPr>
          <p:spPr>
            <a:xfrm>
              <a:off x="-3409050" y="2897375"/>
              <a:ext cx="35875" cy="122625"/>
            </a:xfrm>
            <a:custGeom>
              <a:rect b="b" l="l" r="r" t="t"/>
              <a:pathLst>
                <a:path extrusionOk="0" h="4905" w="1435">
                  <a:moveTo>
                    <a:pt x="901" y="1"/>
                  </a:moveTo>
                  <a:lnTo>
                    <a:pt x="0" y="4804"/>
                  </a:lnTo>
                  <a:lnTo>
                    <a:pt x="534" y="4904"/>
                  </a:lnTo>
                  <a:lnTo>
                    <a:pt x="1435" y="101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9"/>
            <p:cNvSpPr/>
            <p:nvPr/>
          </p:nvSpPr>
          <p:spPr>
            <a:xfrm>
              <a:off x="-3631700" y="3001625"/>
              <a:ext cx="407800" cy="293550"/>
            </a:xfrm>
            <a:custGeom>
              <a:rect b="b" l="l" r="r" t="t"/>
              <a:pathLst>
                <a:path extrusionOk="0" h="11742" w="16312">
                  <a:moveTo>
                    <a:pt x="1735" y="0"/>
                  </a:moveTo>
                  <a:lnTo>
                    <a:pt x="0" y="8940"/>
                  </a:lnTo>
                  <a:lnTo>
                    <a:pt x="14577" y="11742"/>
                  </a:lnTo>
                  <a:lnTo>
                    <a:pt x="16312" y="2836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9"/>
            <p:cNvSpPr/>
            <p:nvPr/>
          </p:nvSpPr>
          <p:spPr>
            <a:xfrm>
              <a:off x="-3546650" y="3058325"/>
              <a:ext cx="180150" cy="49225"/>
            </a:xfrm>
            <a:custGeom>
              <a:rect b="b" l="l" r="r" t="t"/>
              <a:pathLst>
                <a:path extrusionOk="0" h="1969" w="7206">
                  <a:moveTo>
                    <a:pt x="134" y="1"/>
                  </a:moveTo>
                  <a:lnTo>
                    <a:pt x="0" y="601"/>
                  </a:lnTo>
                  <a:lnTo>
                    <a:pt x="7106" y="1969"/>
                  </a:lnTo>
                  <a:lnTo>
                    <a:pt x="7206" y="1368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9"/>
            <p:cNvSpPr/>
            <p:nvPr/>
          </p:nvSpPr>
          <p:spPr>
            <a:xfrm>
              <a:off x="-3550825" y="3090850"/>
              <a:ext cx="257725" cy="56725"/>
            </a:xfrm>
            <a:custGeom>
              <a:rect b="b" l="l" r="r" t="t"/>
              <a:pathLst>
                <a:path extrusionOk="0" h="2269" w="10309">
                  <a:moveTo>
                    <a:pt x="67" y="0"/>
                  </a:moveTo>
                  <a:lnTo>
                    <a:pt x="1" y="301"/>
                  </a:lnTo>
                  <a:lnTo>
                    <a:pt x="10241" y="2269"/>
                  </a:lnTo>
                  <a:lnTo>
                    <a:pt x="10308" y="1969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9"/>
            <p:cNvSpPr/>
            <p:nvPr/>
          </p:nvSpPr>
          <p:spPr>
            <a:xfrm>
              <a:off x="-3555000" y="3113375"/>
              <a:ext cx="257725" cy="56725"/>
            </a:xfrm>
            <a:custGeom>
              <a:rect b="b" l="l" r="r" t="t"/>
              <a:pathLst>
                <a:path extrusionOk="0" h="2269" w="10309">
                  <a:moveTo>
                    <a:pt x="68" y="0"/>
                  </a:moveTo>
                  <a:lnTo>
                    <a:pt x="1" y="300"/>
                  </a:lnTo>
                  <a:lnTo>
                    <a:pt x="10242" y="2268"/>
                  </a:lnTo>
                  <a:lnTo>
                    <a:pt x="10308" y="1968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9"/>
            <p:cNvSpPr/>
            <p:nvPr/>
          </p:nvSpPr>
          <p:spPr>
            <a:xfrm>
              <a:off x="-3560000" y="3135875"/>
              <a:ext cx="257725" cy="56750"/>
            </a:xfrm>
            <a:custGeom>
              <a:rect b="b" l="l" r="r" t="t"/>
              <a:pathLst>
                <a:path extrusionOk="0" h="2270" w="10309">
                  <a:moveTo>
                    <a:pt x="67" y="1"/>
                  </a:moveTo>
                  <a:lnTo>
                    <a:pt x="1" y="268"/>
                  </a:lnTo>
                  <a:lnTo>
                    <a:pt x="10241" y="2269"/>
                  </a:lnTo>
                  <a:lnTo>
                    <a:pt x="10308" y="1969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9"/>
            <p:cNvSpPr/>
            <p:nvPr/>
          </p:nvSpPr>
          <p:spPr>
            <a:xfrm>
              <a:off x="-3564175" y="3159225"/>
              <a:ext cx="257725" cy="56750"/>
            </a:xfrm>
            <a:custGeom>
              <a:rect b="b" l="l" r="r" t="t"/>
              <a:pathLst>
                <a:path extrusionOk="0" h="2270" w="10309">
                  <a:moveTo>
                    <a:pt x="68" y="1"/>
                  </a:moveTo>
                  <a:lnTo>
                    <a:pt x="1" y="301"/>
                  </a:lnTo>
                  <a:lnTo>
                    <a:pt x="10242" y="2269"/>
                  </a:lnTo>
                  <a:lnTo>
                    <a:pt x="10308" y="1969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9"/>
            <p:cNvSpPr/>
            <p:nvPr/>
          </p:nvSpPr>
          <p:spPr>
            <a:xfrm>
              <a:off x="-3567500" y="3181750"/>
              <a:ext cx="256875" cy="56725"/>
            </a:xfrm>
            <a:custGeom>
              <a:rect b="b" l="l" r="r" t="t"/>
              <a:pathLst>
                <a:path extrusionOk="0" h="2269" w="10275">
                  <a:moveTo>
                    <a:pt x="34" y="0"/>
                  </a:moveTo>
                  <a:lnTo>
                    <a:pt x="1" y="301"/>
                  </a:lnTo>
                  <a:lnTo>
                    <a:pt x="10208" y="2269"/>
                  </a:lnTo>
                  <a:lnTo>
                    <a:pt x="10275" y="19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9"/>
            <p:cNvSpPr/>
            <p:nvPr/>
          </p:nvSpPr>
          <p:spPr>
            <a:xfrm>
              <a:off x="-3558325" y="2623025"/>
              <a:ext cx="407825" cy="293550"/>
            </a:xfrm>
            <a:custGeom>
              <a:rect b="b" l="l" r="r" t="t"/>
              <a:pathLst>
                <a:path extrusionOk="0" h="11742" w="16313">
                  <a:moveTo>
                    <a:pt x="1735" y="0"/>
                  </a:moveTo>
                  <a:lnTo>
                    <a:pt x="0" y="8940"/>
                  </a:lnTo>
                  <a:lnTo>
                    <a:pt x="14578" y="11742"/>
                  </a:lnTo>
                  <a:lnTo>
                    <a:pt x="16312" y="2835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9"/>
            <p:cNvSpPr/>
            <p:nvPr/>
          </p:nvSpPr>
          <p:spPr>
            <a:xfrm>
              <a:off x="-3472425" y="2679725"/>
              <a:ext cx="179325" cy="49225"/>
            </a:xfrm>
            <a:custGeom>
              <a:rect b="b" l="l" r="r" t="t"/>
              <a:pathLst>
                <a:path extrusionOk="0" h="1969" w="7173">
                  <a:moveTo>
                    <a:pt x="100" y="0"/>
                  </a:moveTo>
                  <a:lnTo>
                    <a:pt x="0" y="601"/>
                  </a:lnTo>
                  <a:lnTo>
                    <a:pt x="7072" y="1968"/>
                  </a:lnTo>
                  <a:lnTo>
                    <a:pt x="7172" y="1368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9"/>
            <p:cNvSpPr/>
            <p:nvPr/>
          </p:nvSpPr>
          <p:spPr>
            <a:xfrm>
              <a:off x="-3477425" y="2712250"/>
              <a:ext cx="257700" cy="56725"/>
            </a:xfrm>
            <a:custGeom>
              <a:rect b="b" l="l" r="r" t="t"/>
              <a:pathLst>
                <a:path extrusionOk="0" h="2269" w="10308">
                  <a:moveTo>
                    <a:pt x="67" y="0"/>
                  </a:moveTo>
                  <a:lnTo>
                    <a:pt x="0" y="300"/>
                  </a:lnTo>
                  <a:lnTo>
                    <a:pt x="10241" y="2269"/>
                  </a:lnTo>
                  <a:lnTo>
                    <a:pt x="10307" y="1968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9"/>
            <p:cNvSpPr/>
            <p:nvPr/>
          </p:nvSpPr>
          <p:spPr>
            <a:xfrm>
              <a:off x="-3482450" y="2734750"/>
              <a:ext cx="257725" cy="56750"/>
            </a:xfrm>
            <a:custGeom>
              <a:rect b="b" l="l" r="r" t="t"/>
              <a:pathLst>
                <a:path extrusionOk="0" h="2270" w="10309">
                  <a:moveTo>
                    <a:pt x="68" y="1"/>
                  </a:moveTo>
                  <a:lnTo>
                    <a:pt x="1" y="268"/>
                  </a:lnTo>
                  <a:lnTo>
                    <a:pt x="10242" y="2269"/>
                  </a:lnTo>
                  <a:lnTo>
                    <a:pt x="10308" y="1969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9"/>
            <p:cNvSpPr/>
            <p:nvPr/>
          </p:nvSpPr>
          <p:spPr>
            <a:xfrm>
              <a:off x="-3485775" y="2757275"/>
              <a:ext cx="256875" cy="56725"/>
            </a:xfrm>
            <a:custGeom>
              <a:rect b="b" l="l" r="r" t="t"/>
              <a:pathLst>
                <a:path extrusionOk="0" h="2269" w="10275">
                  <a:moveTo>
                    <a:pt x="34" y="1"/>
                  </a:moveTo>
                  <a:lnTo>
                    <a:pt x="1" y="267"/>
                  </a:lnTo>
                  <a:lnTo>
                    <a:pt x="10208" y="2269"/>
                  </a:lnTo>
                  <a:lnTo>
                    <a:pt x="10275" y="1969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9"/>
            <p:cNvSpPr/>
            <p:nvPr/>
          </p:nvSpPr>
          <p:spPr>
            <a:xfrm>
              <a:off x="-3489950" y="2779800"/>
              <a:ext cx="256875" cy="56725"/>
            </a:xfrm>
            <a:custGeom>
              <a:rect b="b" l="l" r="r" t="t"/>
              <a:pathLst>
                <a:path extrusionOk="0" h="2269" w="10275">
                  <a:moveTo>
                    <a:pt x="34" y="0"/>
                  </a:moveTo>
                  <a:lnTo>
                    <a:pt x="1" y="267"/>
                  </a:lnTo>
                  <a:lnTo>
                    <a:pt x="10241" y="2268"/>
                  </a:lnTo>
                  <a:lnTo>
                    <a:pt x="10275" y="19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9"/>
            <p:cNvSpPr/>
            <p:nvPr/>
          </p:nvSpPr>
          <p:spPr>
            <a:xfrm>
              <a:off x="-3495775" y="2803150"/>
              <a:ext cx="257700" cy="56725"/>
            </a:xfrm>
            <a:custGeom>
              <a:rect b="b" l="l" r="r" t="t"/>
              <a:pathLst>
                <a:path extrusionOk="0" h="2269" w="10308">
                  <a:moveTo>
                    <a:pt x="67" y="0"/>
                  </a:moveTo>
                  <a:lnTo>
                    <a:pt x="0" y="267"/>
                  </a:lnTo>
                  <a:lnTo>
                    <a:pt x="10241" y="2268"/>
                  </a:lnTo>
                  <a:lnTo>
                    <a:pt x="10308" y="1968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9"/>
            <p:cNvSpPr/>
            <p:nvPr/>
          </p:nvSpPr>
          <p:spPr>
            <a:xfrm>
              <a:off x="-3224750" y="3133375"/>
              <a:ext cx="483700" cy="257725"/>
            </a:xfrm>
            <a:custGeom>
              <a:rect b="b" l="l" r="r" t="t"/>
              <a:pathLst>
                <a:path extrusionOk="0" h="10309" w="19348">
                  <a:moveTo>
                    <a:pt x="1335" y="1"/>
                  </a:moveTo>
                  <a:lnTo>
                    <a:pt x="0" y="6806"/>
                  </a:lnTo>
                  <a:lnTo>
                    <a:pt x="18013" y="10308"/>
                  </a:lnTo>
                  <a:lnTo>
                    <a:pt x="19347" y="3503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9"/>
            <p:cNvSpPr/>
            <p:nvPr/>
          </p:nvSpPr>
          <p:spPr>
            <a:xfrm>
              <a:off x="-3153025" y="2917400"/>
              <a:ext cx="199325" cy="54225"/>
            </a:xfrm>
            <a:custGeom>
              <a:rect b="b" l="l" r="r" t="t"/>
              <a:pathLst>
                <a:path extrusionOk="0" h="2169" w="7973">
                  <a:moveTo>
                    <a:pt x="133" y="0"/>
                  </a:moveTo>
                  <a:lnTo>
                    <a:pt x="0" y="634"/>
                  </a:lnTo>
                  <a:lnTo>
                    <a:pt x="7839" y="2168"/>
                  </a:lnTo>
                  <a:lnTo>
                    <a:pt x="7972" y="1501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9"/>
            <p:cNvSpPr/>
            <p:nvPr/>
          </p:nvSpPr>
          <p:spPr>
            <a:xfrm>
              <a:off x="-3158050" y="2952425"/>
              <a:ext cx="449525" cy="95075"/>
            </a:xfrm>
            <a:custGeom>
              <a:rect b="b" l="l" r="r" t="t"/>
              <a:pathLst>
                <a:path extrusionOk="0" h="3803" w="17981">
                  <a:moveTo>
                    <a:pt x="68" y="0"/>
                  </a:moveTo>
                  <a:lnTo>
                    <a:pt x="1" y="334"/>
                  </a:lnTo>
                  <a:lnTo>
                    <a:pt x="17914" y="3803"/>
                  </a:lnTo>
                  <a:lnTo>
                    <a:pt x="17980" y="346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9"/>
            <p:cNvSpPr/>
            <p:nvPr/>
          </p:nvSpPr>
          <p:spPr>
            <a:xfrm>
              <a:off x="-3163050" y="2978275"/>
              <a:ext cx="449525" cy="94250"/>
            </a:xfrm>
            <a:custGeom>
              <a:rect b="b" l="l" r="r" t="t"/>
              <a:pathLst>
                <a:path extrusionOk="0" h="3770" w="17981">
                  <a:moveTo>
                    <a:pt x="67" y="0"/>
                  </a:moveTo>
                  <a:lnTo>
                    <a:pt x="1" y="300"/>
                  </a:lnTo>
                  <a:lnTo>
                    <a:pt x="17914" y="3770"/>
                  </a:lnTo>
                  <a:lnTo>
                    <a:pt x="17980" y="3436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9"/>
            <p:cNvSpPr/>
            <p:nvPr/>
          </p:nvSpPr>
          <p:spPr>
            <a:xfrm>
              <a:off x="-3175550" y="3034975"/>
              <a:ext cx="199325" cy="54225"/>
            </a:xfrm>
            <a:custGeom>
              <a:rect b="b" l="l" r="r" t="t"/>
              <a:pathLst>
                <a:path extrusionOk="0" h="2169" w="7973">
                  <a:moveTo>
                    <a:pt x="100" y="1"/>
                  </a:moveTo>
                  <a:lnTo>
                    <a:pt x="0" y="668"/>
                  </a:lnTo>
                  <a:lnTo>
                    <a:pt x="7839" y="2169"/>
                  </a:lnTo>
                  <a:lnTo>
                    <a:pt x="7973" y="1535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9"/>
            <p:cNvSpPr/>
            <p:nvPr/>
          </p:nvSpPr>
          <p:spPr>
            <a:xfrm>
              <a:off x="-3181400" y="3070825"/>
              <a:ext cx="450350" cy="94275"/>
            </a:xfrm>
            <a:custGeom>
              <a:rect b="b" l="l" r="r" t="t"/>
              <a:pathLst>
                <a:path extrusionOk="0" h="3771" w="18014">
                  <a:moveTo>
                    <a:pt x="68" y="1"/>
                  </a:moveTo>
                  <a:lnTo>
                    <a:pt x="1" y="301"/>
                  </a:lnTo>
                  <a:lnTo>
                    <a:pt x="17947" y="3770"/>
                  </a:lnTo>
                  <a:lnTo>
                    <a:pt x="18014" y="343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9"/>
            <p:cNvSpPr/>
            <p:nvPr/>
          </p:nvSpPr>
          <p:spPr>
            <a:xfrm>
              <a:off x="-3186400" y="3095850"/>
              <a:ext cx="450350" cy="95100"/>
            </a:xfrm>
            <a:custGeom>
              <a:rect b="b" l="l" r="r" t="t"/>
              <a:pathLst>
                <a:path extrusionOk="0" h="3804" w="18014">
                  <a:moveTo>
                    <a:pt x="67" y="1"/>
                  </a:moveTo>
                  <a:lnTo>
                    <a:pt x="1" y="334"/>
                  </a:lnTo>
                  <a:lnTo>
                    <a:pt x="17947" y="3803"/>
                  </a:lnTo>
                  <a:lnTo>
                    <a:pt x="18014" y="3470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9"/>
            <p:cNvSpPr/>
            <p:nvPr/>
          </p:nvSpPr>
          <p:spPr>
            <a:xfrm>
              <a:off x="-3130525" y="2800650"/>
              <a:ext cx="199350" cy="54225"/>
            </a:xfrm>
            <a:custGeom>
              <a:rect b="b" l="l" r="r" t="t"/>
              <a:pathLst>
                <a:path extrusionOk="0" h="2169" w="7974">
                  <a:moveTo>
                    <a:pt x="134" y="0"/>
                  </a:moveTo>
                  <a:lnTo>
                    <a:pt x="1" y="634"/>
                  </a:lnTo>
                  <a:lnTo>
                    <a:pt x="7873" y="2168"/>
                  </a:lnTo>
                  <a:lnTo>
                    <a:pt x="7973" y="1501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9"/>
            <p:cNvSpPr/>
            <p:nvPr/>
          </p:nvSpPr>
          <p:spPr>
            <a:xfrm>
              <a:off x="-3135525" y="2834825"/>
              <a:ext cx="449525" cy="94275"/>
            </a:xfrm>
            <a:custGeom>
              <a:rect b="b" l="l" r="r" t="t"/>
              <a:pathLst>
                <a:path extrusionOk="0" h="3771" w="17981">
                  <a:moveTo>
                    <a:pt x="67" y="1"/>
                  </a:moveTo>
                  <a:lnTo>
                    <a:pt x="1" y="301"/>
                  </a:lnTo>
                  <a:lnTo>
                    <a:pt x="17947" y="3770"/>
                  </a:lnTo>
                  <a:lnTo>
                    <a:pt x="17980" y="3437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9"/>
            <p:cNvSpPr/>
            <p:nvPr/>
          </p:nvSpPr>
          <p:spPr>
            <a:xfrm>
              <a:off x="-3140525" y="2859850"/>
              <a:ext cx="449500" cy="95100"/>
            </a:xfrm>
            <a:custGeom>
              <a:rect b="b" l="l" r="r" t="t"/>
              <a:pathLst>
                <a:path extrusionOk="0" h="3804" w="17980">
                  <a:moveTo>
                    <a:pt x="67" y="0"/>
                  </a:moveTo>
                  <a:lnTo>
                    <a:pt x="0" y="334"/>
                  </a:lnTo>
                  <a:lnTo>
                    <a:pt x="17947" y="3803"/>
                  </a:lnTo>
                  <a:lnTo>
                    <a:pt x="17980" y="347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9"/>
            <p:cNvSpPr/>
            <p:nvPr/>
          </p:nvSpPr>
          <p:spPr>
            <a:xfrm>
              <a:off x="-3431575" y="2406200"/>
              <a:ext cx="65900" cy="157625"/>
            </a:xfrm>
            <a:custGeom>
              <a:rect b="b" l="l" r="r" t="t"/>
              <a:pathLst>
                <a:path extrusionOk="0" h="6305" w="2636">
                  <a:moveTo>
                    <a:pt x="1168" y="0"/>
                  </a:moveTo>
                  <a:lnTo>
                    <a:pt x="1" y="6038"/>
                  </a:lnTo>
                  <a:lnTo>
                    <a:pt x="1502" y="6305"/>
                  </a:lnTo>
                  <a:lnTo>
                    <a:pt x="2636" y="300"/>
                  </a:lnTo>
                  <a:lnTo>
                    <a:pt x="11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9"/>
            <p:cNvSpPr/>
            <p:nvPr/>
          </p:nvSpPr>
          <p:spPr>
            <a:xfrm>
              <a:off x="-3372350" y="2407850"/>
              <a:ext cx="67575" cy="168500"/>
            </a:xfrm>
            <a:custGeom>
              <a:rect b="b" l="l" r="r" t="t"/>
              <a:pathLst>
                <a:path extrusionOk="0" h="6740" w="2703">
                  <a:moveTo>
                    <a:pt x="1234" y="1"/>
                  </a:moveTo>
                  <a:lnTo>
                    <a:pt x="0" y="6439"/>
                  </a:lnTo>
                  <a:lnTo>
                    <a:pt x="1468" y="6739"/>
                  </a:lnTo>
                  <a:lnTo>
                    <a:pt x="2702" y="301"/>
                  </a:lnTo>
                  <a:lnTo>
                    <a:pt x="12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9"/>
            <p:cNvSpPr/>
            <p:nvPr/>
          </p:nvSpPr>
          <p:spPr>
            <a:xfrm>
              <a:off x="-3312325" y="2351150"/>
              <a:ext cx="81750" cy="236025"/>
            </a:xfrm>
            <a:custGeom>
              <a:rect b="b" l="l" r="r" t="t"/>
              <a:pathLst>
                <a:path extrusionOk="0" h="9441" w="3270">
                  <a:moveTo>
                    <a:pt x="1769" y="1"/>
                  </a:moveTo>
                  <a:lnTo>
                    <a:pt x="1" y="9174"/>
                  </a:lnTo>
                  <a:lnTo>
                    <a:pt x="1502" y="9441"/>
                  </a:lnTo>
                  <a:lnTo>
                    <a:pt x="3270" y="267"/>
                  </a:lnTo>
                  <a:lnTo>
                    <a:pt x="17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9"/>
            <p:cNvSpPr/>
            <p:nvPr/>
          </p:nvSpPr>
          <p:spPr>
            <a:xfrm>
              <a:off x="-3253950" y="2382000"/>
              <a:ext cx="77600" cy="216850"/>
            </a:xfrm>
            <a:custGeom>
              <a:rect b="b" l="l" r="r" t="t"/>
              <a:pathLst>
                <a:path extrusionOk="0" h="8674" w="3104">
                  <a:moveTo>
                    <a:pt x="1602" y="1"/>
                  </a:moveTo>
                  <a:lnTo>
                    <a:pt x="1" y="8373"/>
                  </a:lnTo>
                  <a:lnTo>
                    <a:pt x="1469" y="8674"/>
                  </a:lnTo>
                  <a:lnTo>
                    <a:pt x="3103" y="268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9"/>
            <p:cNvSpPr/>
            <p:nvPr/>
          </p:nvSpPr>
          <p:spPr>
            <a:xfrm>
              <a:off x="-3194725" y="2331975"/>
              <a:ext cx="88425" cy="277725"/>
            </a:xfrm>
            <a:custGeom>
              <a:rect b="b" l="l" r="r" t="t"/>
              <a:pathLst>
                <a:path extrusionOk="0" h="11109" w="3537">
                  <a:moveTo>
                    <a:pt x="2068" y="0"/>
                  </a:moveTo>
                  <a:lnTo>
                    <a:pt x="0" y="10808"/>
                  </a:lnTo>
                  <a:lnTo>
                    <a:pt x="1468" y="11108"/>
                  </a:lnTo>
                  <a:lnTo>
                    <a:pt x="3536" y="301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9"/>
            <p:cNvSpPr/>
            <p:nvPr/>
          </p:nvSpPr>
          <p:spPr>
            <a:xfrm>
              <a:off x="-3133850" y="2326125"/>
              <a:ext cx="92575" cy="296075"/>
            </a:xfrm>
            <a:custGeom>
              <a:rect b="b" l="l" r="r" t="t"/>
              <a:pathLst>
                <a:path extrusionOk="0" h="11843" w="3703">
                  <a:moveTo>
                    <a:pt x="2235" y="1"/>
                  </a:moveTo>
                  <a:lnTo>
                    <a:pt x="0" y="11576"/>
                  </a:lnTo>
                  <a:lnTo>
                    <a:pt x="1468" y="11843"/>
                  </a:lnTo>
                  <a:lnTo>
                    <a:pt x="3703" y="301"/>
                  </a:lnTo>
                  <a:lnTo>
                    <a:pt x="22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9"/>
            <p:cNvSpPr/>
            <p:nvPr/>
          </p:nvSpPr>
          <p:spPr>
            <a:xfrm>
              <a:off x="-3497450" y="2542125"/>
              <a:ext cx="522900" cy="105100"/>
            </a:xfrm>
            <a:custGeom>
              <a:rect b="b" l="l" r="r" t="t"/>
              <a:pathLst>
                <a:path extrusionOk="0" h="4204" w="20916">
                  <a:moveTo>
                    <a:pt x="34" y="0"/>
                  </a:moveTo>
                  <a:lnTo>
                    <a:pt x="1" y="167"/>
                  </a:lnTo>
                  <a:lnTo>
                    <a:pt x="20882" y="4203"/>
                  </a:lnTo>
                  <a:lnTo>
                    <a:pt x="20915" y="403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9"/>
            <p:cNvSpPr/>
            <p:nvPr/>
          </p:nvSpPr>
          <p:spPr>
            <a:xfrm>
              <a:off x="-3518300" y="2314450"/>
              <a:ext cx="532075" cy="206850"/>
            </a:xfrm>
            <a:custGeom>
              <a:rect b="b" l="l" r="r" t="t"/>
              <a:pathLst>
                <a:path extrusionOk="0" h="8274" w="21283">
                  <a:moveTo>
                    <a:pt x="12176" y="1"/>
                  </a:moveTo>
                  <a:lnTo>
                    <a:pt x="8740" y="1936"/>
                  </a:lnTo>
                  <a:lnTo>
                    <a:pt x="6372" y="1335"/>
                  </a:lnTo>
                  <a:lnTo>
                    <a:pt x="1" y="8107"/>
                  </a:lnTo>
                  <a:lnTo>
                    <a:pt x="167" y="8273"/>
                  </a:lnTo>
                  <a:lnTo>
                    <a:pt x="6439" y="1635"/>
                  </a:lnTo>
                  <a:lnTo>
                    <a:pt x="8774" y="2202"/>
                  </a:lnTo>
                  <a:lnTo>
                    <a:pt x="12076" y="334"/>
                  </a:lnTo>
                  <a:lnTo>
                    <a:pt x="13877" y="2303"/>
                  </a:lnTo>
                  <a:lnTo>
                    <a:pt x="17180" y="535"/>
                  </a:lnTo>
                  <a:lnTo>
                    <a:pt x="19848" y="668"/>
                  </a:lnTo>
                  <a:lnTo>
                    <a:pt x="21282" y="501"/>
                  </a:lnTo>
                  <a:lnTo>
                    <a:pt x="21282" y="268"/>
                  </a:lnTo>
                  <a:lnTo>
                    <a:pt x="19781" y="368"/>
                  </a:lnTo>
                  <a:lnTo>
                    <a:pt x="17113" y="301"/>
                  </a:lnTo>
                  <a:lnTo>
                    <a:pt x="13911" y="1969"/>
                  </a:lnTo>
                  <a:lnTo>
                    <a:pt x="12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9"/>
            <p:cNvSpPr/>
            <p:nvPr/>
          </p:nvSpPr>
          <p:spPr>
            <a:xfrm>
              <a:off x="-2995425" y="2301700"/>
              <a:ext cx="42550" cy="39125"/>
            </a:xfrm>
            <a:custGeom>
              <a:rect b="b" l="l" r="r" t="t"/>
              <a:pathLst>
                <a:path extrusionOk="0" h="1565" w="1702">
                  <a:moveTo>
                    <a:pt x="853" y="298"/>
                  </a:moveTo>
                  <a:cubicBezTo>
                    <a:pt x="890" y="298"/>
                    <a:pt x="928" y="302"/>
                    <a:pt x="968" y="311"/>
                  </a:cubicBezTo>
                  <a:cubicBezTo>
                    <a:pt x="1201" y="344"/>
                    <a:pt x="1435" y="578"/>
                    <a:pt x="1368" y="878"/>
                  </a:cubicBezTo>
                  <a:cubicBezTo>
                    <a:pt x="1338" y="1153"/>
                    <a:pt x="1111" y="1316"/>
                    <a:pt x="869" y="1316"/>
                  </a:cubicBezTo>
                  <a:cubicBezTo>
                    <a:pt x="846" y="1316"/>
                    <a:pt x="824" y="1314"/>
                    <a:pt x="801" y="1311"/>
                  </a:cubicBezTo>
                  <a:cubicBezTo>
                    <a:pt x="501" y="1278"/>
                    <a:pt x="334" y="1011"/>
                    <a:pt x="367" y="711"/>
                  </a:cubicBezTo>
                  <a:cubicBezTo>
                    <a:pt x="425" y="479"/>
                    <a:pt x="609" y="298"/>
                    <a:pt x="853" y="298"/>
                  </a:cubicBezTo>
                  <a:close/>
                  <a:moveTo>
                    <a:pt x="877" y="0"/>
                  </a:moveTo>
                  <a:cubicBezTo>
                    <a:pt x="516" y="0"/>
                    <a:pt x="160" y="255"/>
                    <a:pt x="101" y="644"/>
                  </a:cubicBezTo>
                  <a:cubicBezTo>
                    <a:pt x="1" y="1045"/>
                    <a:pt x="301" y="1478"/>
                    <a:pt x="701" y="1545"/>
                  </a:cubicBezTo>
                  <a:cubicBezTo>
                    <a:pt x="758" y="1558"/>
                    <a:pt x="814" y="1564"/>
                    <a:pt x="870" y="1564"/>
                  </a:cubicBezTo>
                  <a:cubicBezTo>
                    <a:pt x="1235" y="1564"/>
                    <a:pt x="1548" y="1292"/>
                    <a:pt x="1635" y="945"/>
                  </a:cubicBezTo>
                  <a:cubicBezTo>
                    <a:pt x="1702" y="511"/>
                    <a:pt x="1435" y="111"/>
                    <a:pt x="1001" y="11"/>
                  </a:cubicBezTo>
                  <a:cubicBezTo>
                    <a:pt x="960" y="4"/>
                    <a:pt x="919" y="0"/>
                    <a:pt x="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35700" lIns="135700" spcFirstLastPara="1" rIns="135700" wrap="square" tIns="13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9" name="Google Shape;1119;p39"/>
          <p:cNvSpPr txBox="1"/>
          <p:nvPr>
            <p:ph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Problem Statement</a:t>
            </a: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40"/>
          <p:cNvSpPr txBox="1"/>
          <p:nvPr>
            <p:ph idx="1" type="subTitle"/>
          </p:nvPr>
        </p:nvSpPr>
        <p:spPr>
          <a:xfrm>
            <a:off x="1265175" y="1355400"/>
            <a:ext cx="5031600" cy="24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This project aims to identify the </a:t>
            </a:r>
            <a:r>
              <a:rPr b="1"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best economy</a:t>
            </a:r>
            <a:r>
              <a:rPr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 for investment by analyzing </a:t>
            </a:r>
            <a:r>
              <a:rPr b="1"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growth</a:t>
            </a:r>
            <a:r>
              <a:rPr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, </a:t>
            </a:r>
            <a:r>
              <a:rPr b="1"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stability</a:t>
            </a:r>
            <a:r>
              <a:rPr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, and </a:t>
            </a:r>
            <a:r>
              <a:rPr b="1"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market performance</a:t>
            </a:r>
            <a:r>
              <a:rPr lang="en" sz="2000">
                <a:latin typeface="Fira Sans Condensed"/>
                <a:ea typeface="Fira Sans Condensed"/>
                <a:cs typeface="Fira Sans Condensed"/>
                <a:sym typeface="Fira Sans Condensed"/>
              </a:rPr>
              <a:t>.</a:t>
            </a:r>
            <a:endParaRPr sz="20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grpSp>
        <p:nvGrpSpPr>
          <p:cNvPr id="1125" name="Google Shape;1125;p40"/>
          <p:cNvGrpSpPr/>
          <p:nvPr/>
        </p:nvGrpSpPr>
        <p:grpSpPr>
          <a:xfrm flipH="1">
            <a:off x="604725" y="564375"/>
            <a:ext cx="8402475" cy="4579125"/>
            <a:chOff x="490525" y="170500"/>
            <a:chExt cx="8402475" cy="4579125"/>
          </a:xfrm>
        </p:grpSpPr>
        <p:sp>
          <p:nvSpPr>
            <p:cNvPr id="1126" name="Google Shape;1126;p40"/>
            <p:cNvSpPr/>
            <p:nvPr/>
          </p:nvSpPr>
          <p:spPr>
            <a:xfrm>
              <a:off x="2002575" y="792100"/>
              <a:ext cx="9125" cy="417950"/>
            </a:xfrm>
            <a:custGeom>
              <a:rect b="b" l="l" r="r" t="t"/>
              <a:pathLst>
                <a:path extrusionOk="0" h="16718" w="365">
                  <a:moveTo>
                    <a:pt x="0" y="0"/>
                  </a:moveTo>
                  <a:lnTo>
                    <a:pt x="0" y="16718"/>
                  </a:lnTo>
                  <a:lnTo>
                    <a:pt x="365" y="16718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1931125" y="861900"/>
              <a:ext cx="152025" cy="280450"/>
            </a:xfrm>
            <a:custGeom>
              <a:rect b="b" l="l" r="r" t="t"/>
              <a:pathLst>
                <a:path extrusionOk="0" h="11218" w="6081">
                  <a:moveTo>
                    <a:pt x="3070" y="1"/>
                  </a:moveTo>
                  <a:cubicBezTo>
                    <a:pt x="1765" y="1"/>
                    <a:pt x="459" y="108"/>
                    <a:pt x="366" y="309"/>
                  </a:cubicBezTo>
                  <a:cubicBezTo>
                    <a:pt x="153" y="674"/>
                    <a:pt x="1" y="10430"/>
                    <a:pt x="366" y="10886"/>
                  </a:cubicBezTo>
                  <a:cubicBezTo>
                    <a:pt x="515" y="11110"/>
                    <a:pt x="1736" y="11217"/>
                    <a:pt x="2979" y="11217"/>
                  </a:cubicBezTo>
                  <a:cubicBezTo>
                    <a:pt x="4266" y="11217"/>
                    <a:pt x="5576" y="11103"/>
                    <a:pt x="5746" y="10886"/>
                  </a:cubicBezTo>
                  <a:cubicBezTo>
                    <a:pt x="6080" y="10491"/>
                    <a:pt x="6080" y="704"/>
                    <a:pt x="5746" y="309"/>
                  </a:cubicBezTo>
                  <a:cubicBezTo>
                    <a:pt x="5582" y="100"/>
                    <a:pt x="4327" y="1"/>
                    <a:pt x="3070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2693300" y="570975"/>
              <a:ext cx="9150" cy="756100"/>
            </a:xfrm>
            <a:custGeom>
              <a:rect b="b" l="l" r="r" t="t"/>
              <a:pathLst>
                <a:path extrusionOk="0" h="30244" w="366">
                  <a:moveTo>
                    <a:pt x="1" y="0"/>
                  </a:moveTo>
                  <a:lnTo>
                    <a:pt x="1" y="30244"/>
                  </a:lnTo>
                  <a:lnTo>
                    <a:pt x="366" y="30244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2621875" y="837100"/>
              <a:ext cx="152000" cy="280925"/>
            </a:xfrm>
            <a:custGeom>
              <a:rect b="b" l="l" r="r" t="t"/>
              <a:pathLst>
                <a:path extrusionOk="0" h="11237" w="6080">
                  <a:moveTo>
                    <a:pt x="3142" y="1"/>
                  </a:moveTo>
                  <a:cubicBezTo>
                    <a:pt x="1809" y="1"/>
                    <a:pt x="445" y="108"/>
                    <a:pt x="335" y="298"/>
                  </a:cubicBezTo>
                  <a:cubicBezTo>
                    <a:pt x="153" y="693"/>
                    <a:pt x="1" y="10450"/>
                    <a:pt x="335" y="10906"/>
                  </a:cubicBezTo>
                  <a:cubicBezTo>
                    <a:pt x="484" y="11130"/>
                    <a:pt x="1713" y="11236"/>
                    <a:pt x="2963" y="11236"/>
                  </a:cubicBezTo>
                  <a:cubicBezTo>
                    <a:pt x="4257" y="11236"/>
                    <a:pt x="5575" y="11122"/>
                    <a:pt x="5745" y="10906"/>
                  </a:cubicBezTo>
                  <a:cubicBezTo>
                    <a:pt x="6080" y="10480"/>
                    <a:pt x="6080" y="723"/>
                    <a:pt x="5745" y="298"/>
                  </a:cubicBezTo>
                  <a:cubicBezTo>
                    <a:pt x="5585" y="93"/>
                    <a:pt x="4377" y="1"/>
                    <a:pt x="3142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2522350" y="1920525"/>
              <a:ext cx="9900" cy="756125"/>
            </a:xfrm>
            <a:custGeom>
              <a:rect b="b" l="l" r="r" t="t"/>
              <a:pathLst>
                <a:path extrusionOk="0" h="30245" w="396">
                  <a:moveTo>
                    <a:pt x="0" y="1"/>
                  </a:moveTo>
                  <a:lnTo>
                    <a:pt x="0" y="30244"/>
                  </a:lnTo>
                  <a:lnTo>
                    <a:pt x="396" y="30244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2450150" y="2185450"/>
              <a:ext cx="152025" cy="280625"/>
            </a:xfrm>
            <a:custGeom>
              <a:rect b="b" l="l" r="r" t="t"/>
              <a:pathLst>
                <a:path extrusionOk="0" h="11225" w="6081">
                  <a:moveTo>
                    <a:pt x="3075" y="0"/>
                  </a:moveTo>
                  <a:cubicBezTo>
                    <a:pt x="1769" y="0"/>
                    <a:pt x="459" y="99"/>
                    <a:pt x="366" y="285"/>
                  </a:cubicBezTo>
                  <a:cubicBezTo>
                    <a:pt x="153" y="681"/>
                    <a:pt x="1" y="10437"/>
                    <a:pt x="366" y="10893"/>
                  </a:cubicBezTo>
                  <a:cubicBezTo>
                    <a:pt x="515" y="11117"/>
                    <a:pt x="1736" y="11224"/>
                    <a:pt x="2979" y="11224"/>
                  </a:cubicBezTo>
                  <a:cubicBezTo>
                    <a:pt x="4265" y="11224"/>
                    <a:pt x="5576" y="11110"/>
                    <a:pt x="5746" y="10893"/>
                  </a:cubicBezTo>
                  <a:cubicBezTo>
                    <a:pt x="6080" y="10468"/>
                    <a:pt x="6080" y="741"/>
                    <a:pt x="5746" y="285"/>
                  </a:cubicBezTo>
                  <a:cubicBezTo>
                    <a:pt x="5582" y="92"/>
                    <a:pt x="4331" y="0"/>
                    <a:pt x="3075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3039050" y="342250"/>
              <a:ext cx="9150" cy="756100"/>
            </a:xfrm>
            <a:custGeom>
              <a:rect b="b" l="l" r="r" t="t"/>
              <a:pathLst>
                <a:path extrusionOk="0" h="30244" w="366">
                  <a:moveTo>
                    <a:pt x="1" y="0"/>
                  </a:moveTo>
                  <a:lnTo>
                    <a:pt x="1" y="30244"/>
                  </a:lnTo>
                  <a:lnTo>
                    <a:pt x="366" y="30244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2966875" y="607150"/>
              <a:ext cx="152000" cy="280625"/>
            </a:xfrm>
            <a:custGeom>
              <a:rect b="b" l="l" r="r" t="t"/>
              <a:pathLst>
                <a:path extrusionOk="0" h="11225" w="6080">
                  <a:moveTo>
                    <a:pt x="3048" y="1"/>
                  </a:moveTo>
                  <a:cubicBezTo>
                    <a:pt x="1738" y="1"/>
                    <a:pt x="428" y="100"/>
                    <a:pt x="335" y="286"/>
                  </a:cubicBezTo>
                  <a:cubicBezTo>
                    <a:pt x="152" y="681"/>
                    <a:pt x="0" y="10438"/>
                    <a:pt x="335" y="10894"/>
                  </a:cubicBezTo>
                  <a:cubicBezTo>
                    <a:pt x="484" y="11118"/>
                    <a:pt x="1705" y="11225"/>
                    <a:pt x="2952" y="11225"/>
                  </a:cubicBezTo>
                  <a:cubicBezTo>
                    <a:pt x="4242" y="11225"/>
                    <a:pt x="5560" y="11110"/>
                    <a:pt x="5745" y="10894"/>
                  </a:cubicBezTo>
                  <a:cubicBezTo>
                    <a:pt x="6079" y="10499"/>
                    <a:pt x="6079" y="711"/>
                    <a:pt x="5745" y="286"/>
                  </a:cubicBezTo>
                  <a:cubicBezTo>
                    <a:pt x="5566" y="92"/>
                    <a:pt x="4307" y="1"/>
                    <a:pt x="3048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8294950" y="479038"/>
              <a:ext cx="9125" cy="484825"/>
            </a:xfrm>
            <a:custGeom>
              <a:rect b="b" l="l" r="r" t="t"/>
              <a:pathLst>
                <a:path extrusionOk="0" h="19393" w="365">
                  <a:moveTo>
                    <a:pt x="0" y="0"/>
                  </a:moveTo>
                  <a:lnTo>
                    <a:pt x="0" y="19392"/>
                  </a:lnTo>
                  <a:lnTo>
                    <a:pt x="365" y="1939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0"/>
            <p:cNvSpPr/>
            <p:nvPr/>
          </p:nvSpPr>
          <p:spPr>
            <a:xfrm>
              <a:off x="8222750" y="617238"/>
              <a:ext cx="152750" cy="215075"/>
            </a:xfrm>
            <a:custGeom>
              <a:rect b="b" l="l" r="r" t="t"/>
              <a:pathLst>
                <a:path extrusionOk="0" h="8603" w="6110">
                  <a:moveTo>
                    <a:pt x="3043" y="0"/>
                  </a:moveTo>
                  <a:cubicBezTo>
                    <a:pt x="1734" y="0"/>
                    <a:pt x="428" y="107"/>
                    <a:pt x="335" y="308"/>
                  </a:cubicBezTo>
                  <a:cubicBezTo>
                    <a:pt x="152" y="673"/>
                    <a:pt x="0" y="7816"/>
                    <a:pt x="335" y="8272"/>
                  </a:cubicBezTo>
                  <a:cubicBezTo>
                    <a:pt x="484" y="8496"/>
                    <a:pt x="1705" y="8602"/>
                    <a:pt x="2952" y="8602"/>
                  </a:cubicBezTo>
                  <a:cubicBezTo>
                    <a:pt x="4242" y="8602"/>
                    <a:pt x="5560" y="8488"/>
                    <a:pt x="5745" y="8272"/>
                  </a:cubicBezTo>
                  <a:cubicBezTo>
                    <a:pt x="6110" y="7876"/>
                    <a:pt x="6110" y="734"/>
                    <a:pt x="5745" y="308"/>
                  </a:cubicBezTo>
                  <a:cubicBezTo>
                    <a:pt x="5566" y="99"/>
                    <a:pt x="4304" y="0"/>
                    <a:pt x="304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0"/>
            <p:cNvSpPr/>
            <p:nvPr/>
          </p:nvSpPr>
          <p:spPr>
            <a:xfrm>
              <a:off x="8123200" y="583888"/>
              <a:ext cx="9150" cy="484075"/>
            </a:xfrm>
            <a:custGeom>
              <a:rect b="b" l="l" r="r" t="t"/>
              <a:pathLst>
                <a:path extrusionOk="0" h="19363" w="366">
                  <a:moveTo>
                    <a:pt x="1" y="1"/>
                  </a:moveTo>
                  <a:lnTo>
                    <a:pt x="1" y="19363"/>
                  </a:lnTo>
                  <a:lnTo>
                    <a:pt x="365" y="1936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0"/>
            <p:cNvSpPr/>
            <p:nvPr/>
          </p:nvSpPr>
          <p:spPr>
            <a:xfrm>
              <a:off x="8051025" y="722863"/>
              <a:ext cx="152000" cy="215075"/>
            </a:xfrm>
            <a:custGeom>
              <a:rect b="b" l="l" r="r" t="t"/>
              <a:pathLst>
                <a:path extrusionOk="0" h="8603" w="6080">
                  <a:moveTo>
                    <a:pt x="3038" y="0"/>
                  </a:moveTo>
                  <a:cubicBezTo>
                    <a:pt x="1734" y="0"/>
                    <a:pt x="427" y="107"/>
                    <a:pt x="334" y="308"/>
                  </a:cubicBezTo>
                  <a:cubicBezTo>
                    <a:pt x="152" y="673"/>
                    <a:pt x="0" y="7816"/>
                    <a:pt x="334" y="8272"/>
                  </a:cubicBezTo>
                  <a:cubicBezTo>
                    <a:pt x="484" y="8496"/>
                    <a:pt x="1705" y="8602"/>
                    <a:pt x="2948" y="8602"/>
                  </a:cubicBezTo>
                  <a:cubicBezTo>
                    <a:pt x="4234" y="8602"/>
                    <a:pt x="5544" y="8488"/>
                    <a:pt x="5714" y="8272"/>
                  </a:cubicBezTo>
                  <a:cubicBezTo>
                    <a:pt x="6079" y="7846"/>
                    <a:pt x="6079" y="703"/>
                    <a:pt x="5714" y="308"/>
                  </a:cubicBezTo>
                  <a:cubicBezTo>
                    <a:pt x="5550" y="99"/>
                    <a:pt x="4296" y="0"/>
                    <a:pt x="3038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0"/>
            <p:cNvSpPr/>
            <p:nvPr/>
          </p:nvSpPr>
          <p:spPr>
            <a:xfrm>
              <a:off x="8640700" y="264738"/>
              <a:ext cx="9125" cy="484825"/>
            </a:xfrm>
            <a:custGeom>
              <a:rect b="b" l="l" r="r" t="t"/>
              <a:pathLst>
                <a:path extrusionOk="0" h="19393" w="365">
                  <a:moveTo>
                    <a:pt x="0" y="0"/>
                  </a:moveTo>
                  <a:lnTo>
                    <a:pt x="0" y="19393"/>
                  </a:lnTo>
                  <a:lnTo>
                    <a:pt x="365" y="19393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0"/>
            <p:cNvSpPr/>
            <p:nvPr/>
          </p:nvSpPr>
          <p:spPr>
            <a:xfrm>
              <a:off x="8568500" y="402738"/>
              <a:ext cx="152000" cy="215275"/>
            </a:xfrm>
            <a:custGeom>
              <a:rect b="b" l="l" r="r" t="t"/>
              <a:pathLst>
                <a:path extrusionOk="0" h="8611" w="6080">
                  <a:moveTo>
                    <a:pt x="3049" y="1"/>
                  </a:moveTo>
                  <a:cubicBezTo>
                    <a:pt x="1738" y="1"/>
                    <a:pt x="428" y="100"/>
                    <a:pt x="335" y="286"/>
                  </a:cubicBezTo>
                  <a:cubicBezTo>
                    <a:pt x="152" y="681"/>
                    <a:pt x="0" y="7824"/>
                    <a:pt x="335" y="8280"/>
                  </a:cubicBezTo>
                  <a:cubicBezTo>
                    <a:pt x="484" y="8504"/>
                    <a:pt x="1705" y="8611"/>
                    <a:pt x="2952" y="8611"/>
                  </a:cubicBezTo>
                  <a:cubicBezTo>
                    <a:pt x="4242" y="8611"/>
                    <a:pt x="5560" y="8496"/>
                    <a:pt x="5745" y="8280"/>
                  </a:cubicBezTo>
                  <a:cubicBezTo>
                    <a:pt x="6080" y="7855"/>
                    <a:pt x="6080" y="712"/>
                    <a:pt x="5745" y="286"/>
                  </a:cubicBezTo>
                  <a:cubicBezTo>
                    <a:pt x="5567" y="92"/>
                    <a:pt x="4308" y="1"/>
                    <a:pt x="3049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0"/>
            <p:cNvSpPr/>
            <p:nvPr/>
          </p:nvSpPr>
          <p:spPr>
            <a:xfrm>
              <a:off x="2348325" y="1830875"/>
              <a:ext cx="9925" cy="563100"/>
            </a:xfrm>
            <a:custGeom>
              <a:rect b="b" l="l" r="r" t="t"/>
              <a:pathLst>
                <a:path extrusionOk="0" h="22524" w="397">
                  <a:moveTo>
                    <a:pt x="1" y="0"/>
                  </a:moveTo>
                  <a:lnTo>
                    <a:pt x="1" y="22523"/>
                  </a:lnTo>
                  <a:lnTo>
                    <a:pt x="396" y="22523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0"/>
            <p:cNvSpPr/>
            <p:nvPr/>
          </p:nvSpPr>
          <p:spPr>
            <a:xfrm>
              <a:off x="2276900" y="2025875"/>
              <a:ext cx="152000" cy="280625"/>
            </a:xfrm>
            <a:custGeom>
              <a:rect b="b" l="l" r="r" t="t"/>
              <a:pathLst>
                <a:path extrusionOk="0" h="11225" w="6080">
                  <a:moveTo>
                    <a:pt x="3045" y="0"/>
                  </a:moveTo>
                  <a:cubicBezTo>
                    <a:pt x="1738" y="0"/>
                    <a:pt x="428" y="99"/>
                    <a:pt x="335" y="285"/>
                  </a:cubicBezTo>
                  <a:cubicBezTo>
                    <a:pt x="153" y="680"/>
                    <a:pt x="1" y="10437"/>
                    <a:pt x="335" y="10893"/>
                  </a:cubicBezTo>
                  <a:cubicBezTo>
                    <a:pt x="484" y="11117"/>
                    <a:pt x="1705" y="11224"/>
                    <a:pt x="2948" y="11224"/>
                  </a:cubicBezTo>
                  <a:cubicBezTo>
                    <a:pt x="4235" y="11224"/>
                    <a:pt x="5545" y="11110"/>
                    <a:pt x="5715" y="10893"/>
                  </a:cubicBezTo>
                  <a:cubicBezTo>
                    <a:pt x="6080" y="10468"/>
                    <a:pt x="6080" y="711"/>
                    <a:pt x="5715" y="285"/>
                  </a:cubicBezTo>
                  <a:cubicBezTo>
                    <a:pt x="5551" y="92"/>
                    <a:pt x="4300" y="0"/>
                    <a:pt x="3045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0"/>
            <p:cNvSpPr/>
            <p:nvPr/>
          </p:nvSpPr>
          <p:spPr>
            <a:xfrm>
              <a:off x="2693325" y="2080875"/>
              <a:ext cx="9900" cy="394400"/>
            </a:xfrm>
            <a:custGeom>
              <a:rect b="b" l="l" r="r" t="t"/>
              <a:pathLst>
                <a:path extrusionOk="0" h="15776" w="396">
                  <a:moveTo>
                    <a:pt x="1" y="0"/>
                  </a:moveTo>
                  <a:lnTo>
                    <a:pt x="1" y="15776"/>
                  </a:lnTo>
                  <a:lnTo>
                    <a:pt x="396" y="15776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0"/>
            <p:cNvSpPr/>
            <p:nvPr/>
          </p:nvSpPr>
          <p:spPr>
            <a:xfrm>
              <a:off x="2621125" y="2138800"/>
              <a:ext cx="153525" cy="129700"/>
            </a:xfrm>
            <a:custGeom>
              <a:rect b="b" l="l" r="r" t="t"/>
              <a:pathLst>
                <a:path extrusionOk="0" h="5188" w="6141">
                  <a:moveTo>
                    <a:pt x="3146" y="0"/>
                  </a:moveTo>
                  <a:cubicBezTo>
                    <a:pt x="1817" y="0"/>
                    <a:pt x="460" y="108"/>
                    <a:pt x="366" y="297"/>
                  </a:cubicBezTo>
                  <a:cubicBezTo>
                    <a:pt x="153" y="723"/>
                    <a:pt x="1" y="4401"/>
                    <a:pt x="366" y="4857"/>
                  </a:cubicBezTo>
                  <a:cubicBezTo>
                    <a:pt x="515" y="5081"/>
                    <a:pt x="1736" y="5187"/>
                    <a:pt x="2979" y="5187"/>
                  </a:cubicBezTo>
                  <a:cubicBezTo>
                    <a:pt x="4265" y="5187"/>
                    <a:pt x="5576" y="5073"/>
                    <a:pt x="5746" y="4857"/>
                  </a:cubicBezTo>
                  <a:cubicBezTo>
                    <a:pt x="6141" y="4431"/>
                    <a:pt x="6141" y="753"/>
                    <a:pt x="5746" y="297"/>
                  </a:cubicBezTo>
                  <a:cubicBezTo>
                    <a:pt x="5585" y="93"/>
                    <a:pt x="4377" y="0"/>
                    <a:pt x="3146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0"/>
            <p:cNvSpPr/>
            <p:nvPr/>
          </p:nvSpPr>
          <p:spPr>
            <a:xfrm>
              <a:off x="2175825" y="688000"/>
              <a:ext cx="9150" cy="394400"/>
            </a:xfrm>
            <a:custGeom>
              <a:rect b="b" l="l" r="r" t="t"/>
              <a:pathLst>
                <a:path extrusionOk="0" h="15776" w="366">
                  <a:moveTo>
                    <a:pt x="0" y="0"/>
                  </a:moveTo>
                  <a:lnTo>
                    <a:pt x="0" y="15776"/>
                  </a:lnTo>
                  <a:lnTo>
                    <a:pt x="365" y="15776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0"/>
            <p:cNvSpPr/>
            <p:nvPr/>
          </p:nvSpPr>
          <p:spPr>
            <a:xfrm>
              <a:off x="2104400" y="745925"/>
              <a:ext cx="152000" cy="129700"/>
            </a:xfrm>
            <a:custGeom>
              <a:rect b="b" l="l" r="r" t="t"/>
              <a:pathLst>
                <a:path extrusionOk="0" h="5188" w="6080">
                  <a:moveTo>
                    <a:pt x="3119" y="0"/>
                  </a:moveTo>
                  <a:cubicBezTo>
                    <a:pt x="1785" y="0"/>
                    <a:pt x="429" y="108"/>
                    <a:pt x="335" y="297"/>
                  </a:cubicBezTo>
                  <a:cubicBezTo>
                    <a:pt x="152" y="723"/>
                    <a:pt x="0" y="4401"/>
                    <a:pt x="335" y="4857"/>
                  </a:cubicBezTo>
                  <a:cubicBezTo>
                    <a:pt x="484" y="5081"/>
                    <a:pt x="1705" y="5187"/>
                    <a:pt x="2951" y="5187"/>
                  </a:cubicBezTo>
                  <a:cubicBezTo>
                    <a:pt x="4242" y="5187"/>
                    <a:pt x="5559" y="5073"/>
                    <a:pt x="5745" y="4857"/>
                  </a:cubicBezTo>
                  <a:cubicBezTo>
                    <a:pt x="6079" y="4431"/>
                    <a:pt x="6079" y="753"/>
                    <a:pt x="5745" y="297"/>
                  </a:cubicBezTo>
                  <a:cubicBezTo>
                    <a:pt x="5570" y="93"/>
                    <a:pt x="4354" y="0"/>
                    <a:pt x="3119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0"/>
            <p:cNvSpPr/>
            <p:nvPr/>
          </p:nvSpPr>
          <p:spPr>
            <a:xfrm>
              <a:off x="2175850" y="1903050"/>
              <a:ext cx="9900" cy="394400"/>
            </a:xfrm>
            <a:custGeom>
              <a:rect b="b" l="l" r="r" t="t"/>
              <a:pathLst>
                <a:path extrusionOk="0" h="15776" w="396">
                  <a:moveTo>
                    <a:pt x="0" y="1"/>
                  </a:moveTo>
                  <a:lnTo>
                    <a:pt x="0" y="15776"/>
                  </a:lnTo>
                  <a:lnTo>
                    <a:pt x="395" y="15776"/>
                  </a:lnTo>
                  <a:lnTo>
                    <a:pt x="39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0"/>
            <p:cNvSpPr/>
            <p:nvPr/>
          </p:nvSpPr>
          <p:spPr>
            <a:xfrm>
              <a:off x="2103650" y="1961275"/>
              <a:ext cx="152000" cy="129400"/>
            </a:xfrm>
            <a:custGeom>
              <a:rect b="b" l="l" r="r" t="t"/>
              <a:pathLst>
                <a:path extrusionOk="0" h="5176" w="6080">
                  <a:moveTo>
                    <a:pt x="3071" y="1"/>
                  </a:moveTo>
                  <a:cubicBezTo>
                    <a:pt x="1761" y="1"/>
                    <a:pt x="443" y="100"/>
                    <a:pt x="335" y="286"/>
                  </a:cubicBezTo>
                  <a:cubicBezTo>
                    <a:pt x="152" y="711"/>
                    <a:pt x="0" y="4389"/>
                    <a:pt x="335" y="4845"/>
                  </a:cubicBezTo>
                  <a:cubicBezTo>
                    <a:pt x="484" y="5069"/>
                    <a:pt x="1712" y="5176"/>
                    <a:pt x="2963" y="5176"/>
                  </a:cubicBezTo>
                  <a:cubicBezTo>
                    <a:pt x="4257" y="5176"/>
                    <a:pt x="5575" y="5061"/>
                    <a:pt x="5745" y="4845"/>
                  </a:cubicBezTo>
                  <a:cubicBezTo>
                    <a:pt x="6080" y="4450"/>
                    <a:pt x="6080" y="742"/>
                    <a:pt x="5745" y="286"/>
                  </a:cubicBezTo>
                  <a:cubicBezTo>
                    <a:pt x="5581" y="92"/>
                    <a:pt x="4330" y="1"/>
                    <a:pt x="3071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0"/>
            <p:cNvSpPr/>
            <p:nvPr/>
          </p:nvSpPr>
          <p:spPr>
            <a:xfrm>
              <a:off x="2865800" y="707750"/>
              <a:ext cx="9900" cy="394400"/>
            </a:xfrm>
            <a:custGeom>
              <a:rect b="b" l="l" r="r" t="t"/>
              <a:pathLst>
                <a:path extrusionOk="0" h="15776" w="396">
                  <a:moveTo>
                    <a:pt x="1" y="1"/>
                  </a:moveTo>
                  <a:lnTo>
                    <a:pt x="1" y="15776"/>
                  </a:lnTo>
                  <a:lnTo>
                    <a:pt x="396" y="15776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0"/>
            <p:cNvSpPr/>
            <p:nvPr/>
          </p:nvSpPr>
          <p:spPr>
            <a:xfrm>
              <a:off x="2793625" y="765975"/>
              <a:ext cx="153525" cy="129400"/>
            </a:xfrm>
            <a:custGeom>
              <a:rect b="b" l="l" r="r" t="t"/>
              <a:pathLst>
                <a:path extrusionOk="0" h="5176" w="6141">
                  <a:moveTo>
                    <a:pt x="3075" y="0"/>
                  </a:moveTo>
                  <a:cubicBezTo>
                    <a:pt x="1768" y="0"/>
                    <a:pt x="458" y="100"/>
                    <a:pt x="365" y="286"/>
                  </a:cubicBezTo>
                  <a:cubicBezTo>
                    <a:pt x="152" y="711"/>
                    <a:pt x="0" y="4389"/>
                    <a:pt x="365" y="4845"/>
                  </a:cubicBezTo>
                  <a:cubicBezTo>
                    <a:pt x="514" y="5069"/>
                    <a:pt x="1735" y="5176"/>
                    <a:pt x="2978" y="5176"/>
                  </a:cubicBezTo>
                  <a:cubicBezTo>
                    <a:pt x="4265" y="5176"/>
                    <a:pt x="5575" y="5061"/>
                    <a:pt x="5745" y="4845"/>
                  </a:cubicBezTo>
                  <a:cubicBezTo>
                    <a:pt x="6140" y="4450"/>
                    <a:pt x="6140" y="741"/>
                    <a:pt x="5745" y="286"/>
                  </a:cubicBezTo>
                  <a:cubicBezTo>
                    <a:pt x="5581" y="92"/>
                    <a:pt x="4330" y="0"/>
                    <a:pt x="3075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0"/>
            <p:cNvSpPr/>
            <p:nvPr/>
          </p:nvSpPr>
          <p:spPr>
            <a:xfrm>
              <a:off x="7949950" y="602138"/>
              <a:ext cx="9150" cy="394400"/>
            </a:xfrm>
            <a:custGeom>
              <a:rect b="b" l="l" r="r" t="t"/>
              <a:pathLst>
                <a:path extrusionOk="0" h="15776" w="366">
                  <a:moveTo>
                    <a:pt x="0" y="0"/>
                  </a:moveTo>
                  <a:lnTo>
                    <a:pt x="0" y="15775"/>
                  </a:lnTo>
                  <a:lnTo>
                    <a:pt x="365" y="15775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0"/>
            <p:cNvSpPr/>
            <p:nvPr/>
          </p:nvSpPr>
          <p:spPr>
            <a:xfrm>
              <a:off x="7877750" y="660063"/>
              <a:ext cx="152775" cy="129700"/>
            </a:xfrm>
            <a:custGeom>
              <a:rect b="b" l="l" r="r" t="t"/>
              <a:pathLst>
                <a:path extrusionOk="0" h="5188" w="6111">
                  <a:moveTo>
                    <a:pt x="3142" y="0"/>
                  </a:moveTo>
                  <a:cubicBezTo>
                    <a:pt x="1809" y="0"/>
                    <a:pt x="446" y="108"/>
                    <a:pt x="335" y="297"/>
                  </a:cubicBezTo>
                  <a:cubicBezTo>
                    <a:pt x="153" y="723"/>
                    <a:pt x="1" y="4401"/>
                    <a:pt x="335" y="4856"/>
                  </a:cubicBezTo>
                  <a:cubicBezTo>
                    <a:pt x="485" y="5080"/>
                    <a:pt x="1713" y="5187"/>
                    <a:pt x="2963" y="5187"/>
                  </a:cubicBezTo>
                  <a:cubicBezTo>
                    <a:pt x="4257" y="5187"/>
                    <a:pt x="5576" y="5073"/>
                    <a:pt x="5746" y="4856"/>
                  </a:cubicBezTo>
                  <a:cubicBezTo>
                    <a:pt x="6110" y="4431"/>
                    <a:pt x="6110" y="723"/>
                    <a:pt x="5746" y="297"/>
                  </a:cubicBezTo>
                  <a:cubicBezTo>
                    <a:pt x="5585" y="92"/>
                    <a:pt x="4377" y="0"/>
                    <a:pt x="3142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0"/>
            <p:cNvSpPr/>
            <p:nvPr/>
          </p:nvSpPr>
          <p:spPr>
            <a:xfrm>
              <a:off x="8813175" y="273088"/>
              <a:ext cx="9925" cy="394425"/>
            </a:xfrm>
            <a:custGeom>
              <a:rect b="b" l="l" r="r" t="t"/>
              <a:pathLst>
                <a:path extrusionOk="0" h="15777" w="397">
                  <a:moveTo>
                    <a:pt x="1" y="1"/>
                  </a:moveTo>
                  <a:lnTo>
                    <a:pt x="1" y="15776"/>
                  </a:lnTo>
                  <a:lnTo>
                    <a:pt x="396" y="15776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0"/>
            <p:cNvSpPr/>
            <p:nvPr/>
          </p:nvSpPr>
          <p:spPr>
            <a:xfrm>
              <a:off x="8741750" y="331238"/>
              <a:ext cx="151250" cy="129975"/>
            </a:xfrm>
            <a:custGeom>
              <a:rect b="b" l="l" r="r" t="t"/>
              <a:pathLst>
                <a:path extrusionOk="0" h="5199" w="6050">
                  <a:moveTo>
                    <a:pt x="2964" y="0"/>
                  </a:moveTo>
                  <a:cubicBezTo>
                    <a:pt x="1680" y="0"/>
                    <a:pt x="411" y="106"/>
                    <a:pt x="305" y="319"/>
                  </a:cubicBezTo>
                  <a:cubicBezTo>
                    <a:pt x="122" y="714"/>
                    <a:pt x="1" y="4423"/>
                    <a:pt x="305" y="4879"/>
                  </a:cubicBezTo>
                  <a:cubicBezTo>
                    <a:pt x="466" y="5098"/>
                    <a:pt x="1652" y="5198"/>
                    <a:pt x="2874" y="5198"/>
                  </a:cubicBezTo>
                  <a:cubicBezTo>
                    <a:pt x="4187" y="5198"/>
                    <a:pt x="5542" y="5083"/>
                    <a:pt x="5715" y="4879"/>
                  </a:cubicBezTo>
                  <a:cubicBezTo>
                    <a:pt x="6049" y="4453"/>
                    <a:pt x="6049" y="775"/>
                    <a:pt x="5715" y="319"/>
                  </a:cubicBezTo>
                  <a:cubicBezTo>
                    <a:pt x="5548" y="106"/>
                    <a:pt x="4249" y="0"/>
                    <a:pt x="2964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0"/>
            <p:cNvSpPr/>
            <p:nvPr/>
          </p:nvSpPr>
          <p:spPr>
            <a:xfrm>
              <a:off x="1830100" y="1631025"/>
              <a:ext cx="9900" cy="680125"/>
            </a:xfrm>
            <a:custGeom>
              <a:rect b="b" l="l" r="r" t="t"/>
              <a:pathLst>
                <a:path extrusionOk="0" h="27205" w="396">
                  <a:moveTo>
                    <a:pt x="0" y="0"/>
                  </a:moveTo>
                  <a:lnTo>
                    <a:pt x="0" y="27204"/>
                  </a:lnTo>
                  <a:lnTo>
                    <a:pt x="395" y="27204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0"/>
            <p:cNvSpPr/>
            <p:nvPr/>
          </p:nvSpPr>
          <p:spPr>
            <a:xfrm>
              <a:off x="1758650" y="1842175"/>
              <a:ext cx="152000" cy="364775"/>
            </a:xfrm>
            <a:custGeom>
              <a:rect b="b" l="l" r="r" t="t"/>
              <a:pathLst>
                <a:path extrusionOk="0" h="14591" w="6080">
                  <a:moveTo>
                    <a:pt x="3070" y="0"/>
                  </a:moveTo>
                  <a:cubicBezTo>
                    <a:pt x="1765" y="0"/>
                    <a:pt x="458" y="107"/>
                    <a:pt x="366" y="308"/>
                  </a:cubicBezTo>
                  <a:cubicBezTo>
                    <a:pt x="153" y="673"/>
                    <a:pt x="1" y="13804"/>
                    <a:pt x="366" y="14260"/>
                  </a:cubicBezTo>
                  <a:cubicBezTo>
                    <a:pt x="500" y="14484"/>
                    <a:pt x="1721" y="14590"/>
                    <a:pt x="2967" y="14590"/>
                  </a:cubicBezTo>
                  <a:cubicBezTo>
                    <a:pt x="4257" y="14590"/>
                    <a:pt x="5576" y="14476"/>
                    <a:pt x="5746" y="14260"/>
                  </a:cubicBezTo>
                  <a:cubicBezTo>
                    <a:pt x="6080" y="13834"/>
                    <a:pt x="6080" y="734"/>
                    <a:pt x="5746" y="308"/>
                  </a:cubicBezTo>
                  <a:cubicBezTo>
                    <a:pt x="5582" y="99"/>
                    <a:pt x="4327" y="0"/>
                    <a:pt x="3070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0"/>
            <p:cNvSpPr/>
            <p:nvPr/>
          </p:nvSpPr>
          <p:spPr>
            <a:xfrm>
              <a:off x="3211550" y="170500"/>
              <a:ext cx="9900" cy="679375"/>
            </a:xfrm>
            <a:custGeom>
              <a:rect b="b" l="l" r="r" t="t"/>
              <a:pathLst>
                <a:path extrusionOk="0" h="27175" w="396">
                  <a:moveTo>
                    <a:pt x="1" y="1"/>
                  </a:moveTo>
                  <a:lnTo>
                    <a:pt x="1" y="27174"/>
                  </a:lnTo>
                  <a:lnTo>
                    <a:pt x="396" y="27174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40"/>
            <p:cNvSpPr/>
            <p:nvPr/>
          </p:nvSpPr>
          <p:spPr>
            <a:xfrm>
              <a:off x="3139375" y="381175"/>
              <a:ext cx="152000" cy="364500"/>
            </a:xfrm>
            <a:custGeom>
              <a:rect b="b" l="l" r="r" t="t"/>
              <a:pathLst>
                <a:path extrusionOk="0" h="14580" w="6080">
                  <a:moveTo>
                    <a:pt x="3145" y="1"/>
                  </a:moveTo>
                  <a:cubicBezTo>
                    <a:pt x="1816" y="1"/>
                    <a:pt x="460" y="108"/>
                    <a:pt x="365" y="297"/>
                  </a:cubicBezTo>
                  <a:cubicBezTo>
                    <a:pt x="152" y="693"/>
                    <a:pt x="0" y="13793"/>
                    <a:pt x="365" y="14249"/>
                  </a:cubicBezTo>
                  <a:cubicBezTo>
                    <a:pt x="514" y="14473"/>
                    <a:pt x="1735" y="14580"/>
                    <a:pt x="2978" y="14580"/>
                  </a:cubicBezTo>
                  <a:cubicBezTo>
                    <a:pt x="4265" y="14580"/>
                    <a:pt x="5575" y="14465"/>
                    <a:pt x="5745" y="14249"/>
                  </a:cubicBezTo>
                  <a:cubicBezTo>
                    <a:pt x="6079" y="13823"/>
                    <a:pt x="6079" y="753"/>
                    <a:pt x="5745" y="297"/>
                  </a:cubicBezTo>
                  <a:cubicBezTo>
                    <a:pt x="5584" y="93"/>
                    <a:pt x="4376" y="1"/>
                    <a:pt x="3145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40"/>
            <p:cNvSpPr/>
            <p:nvPr/>
          </p:nvSpPr>
          <p:spPr>
            <a:xfrm>
              <a:off x="2003350" y="1299700"/>
              <a:ext cx="9125" cy="846550"/>
            </a:xfrm>
            <a:custGeom>
              <a:rect b="b" l="l" r="r" t="t"/>
              <a:pathLst>
                <a:path extrusionOk="0" h="33862" w="365">
                  <a:moveTo>
                    <a:pt x="0" y="1"/>
                  </a:moveTo>
                  <a:lnTo>
                    <a:pt x="0" y="33861"/>
                  </a:lnTo>
                  <a:lnTo>
                    <a:pt x="365" y="33861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0"/>
            <p:cNvSpPr/>
            <p:nvPr/>
          </p:nvSpPr>
          <p:spPr>
            <a:xfrm>
              <a:off x="1931150" y="1381675"/>
              <a:ext cx="152775" cy="587425"/>
            </a:xfrm>
            <a:custGeom>
              <a:rect b="b" l="l" r="r" t="t"/>
              <a:pathLst>
                <a:path extrusionOk="0" h="23497" w="6111">
                  <a:moveTo>
                    <a:pt x="3039" y="0"/>
                  </a:moveTo>
                  <a:cubicBezTo>
                    <a:pt x="1735" y="0"/>
                    <a:pt x="428" y="107"/>
                    <a:pt x="335" y="308"/>
                  </a:cubicBezTo>
                  <a:cubicBezTo>
                    <a:pt x="153" y="673"/>
                    <a:pt x="1" y="22710"/>
                    <a:pt x="335" y="23166"/>
                  </a:cubicBezTo>
                  <a:cubicBezTo>
                    <a:pt x="484" y="23390"/>
                    <a:pt x="1705" y="23496"/>
                    <a:pt x="2948" y="23496"/>
                  </a:cubicBezTo>
                  <a:cubicBezTo>
                    <a:pt x="4235" y="23496"/>
                    <a:pt x="5545" y="23382"/>
                    <a:pt x="5715" y="23166"/>
                  </a:cubicBezTo>
                  <a:cubicBezTo>
                    <a:pt x="6110" y="22801"/>
                    <a:pt x="6110" y="764"/>
                    <a:pt x="5715" y="308"/>
                  </a:cubicBezTo>
                  <a:cubicBezTo>
                    <a:pt x="5551" y="99"/>
                    <a:pt x="4296" y="0"/>
                    <a:pt x="3039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0"/>
            <p:cNvSpPr/>
            <p:nvPr/>
          </p:nvSpPr>
          <p:spPr>
            <a:xfrm>
              <a:off x="8467425" y="411388"/>
              <a:ext cx="9900" cy="764475"/>
            </a:xfrm>
            <a:custGeom>
              <a:rect b="b" l="l" r="r" t="t"/>
              <a:pathLst>
                <a:path extrusionOk="0" h="30579" w="396">
                  <a:moveTo>
                    <a:pt x="1" y="1"/>
                  </a:moveTo>
                  <a:lnTo>
                    <a:pt x="1" y="30579"/>
                  </a:lnTo>
                  <a:lnTo>
                    <a:pt x="396" y="30579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40"/>
            <p:cNvSpPr/>
            <p:nvPr/>
          </p:nvSpPr>
          <p:spPr>
            <a:xfrm>
              <a:off x="8396775" y="492888"/>
              <a:ext cx="152000" cy="506600"/>
            </a:xfrm>
            <a:custGeom>
              <a:rect b="b" l="l" r="r" t="t"/>
              <a:pathLst>
                <a:path extrusionOk="0" h="20264" w="6080">
                  <a:moveTo>
                    <a:pt x="3115" y="0"/>
                  </a:moveTo>
                  <a:cubicBezTo>
                    <a:pt x="1785" y="0"/>
                    <a:pt x="429" y="108"/>
                    <a:pt x="334" y="297"/>
                  </a:cubicBezTo>
                  <a:cubicBezTo>
                    <a:pt x="152" y="723"/>
                    <a:pt x="0" y="19477"/>
                    <a:pt x="334" y="19933"/>
                  </a:cubicBezTo>
                  <a:cubicBezTo>
                    <a:pt x="484" y="20157"/>
                    <a:pt x="1705" y="20263"/>
                    <a:pt x="2948" y="20263"/>
                  </a:cubicBezTo>
                  <a:cubicBezTo>
                    <a:pt x="4234" y="20263"/>
                    <a:pt x="5544" y="20149"/>
                    <a:pt x="5714" y="19933"/>
                  </a:cubicBezTo>
                  <a:cubicBezTo>
                    <a:pt x="6079" y="19568"/>
                    <a:pt x="6079" y="753"/>
                    <a:pt x="5714" y="297"/>
                  </a:cubicBezTo>
                  <a:cubicBezTo>
                    <a:pt x="5554" y="92"/>
                    <a:pt x="4346" y="0"/>
                    <a:pt x="3115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40"/>
            <p:cNvSpPr/>
            <p:nvPr/>
          </p:nvSpPr>
          <p:spPr>
            <a:xfrm>
              <a:off x="2520825" y="890125"/>
              <a:ext cx="9900" cy="728000"/>
            </a:xfrm>
            <a:custGeom>
              <a:rect b="b" l="l" r="r" t="t"/>
              <a:pathLst>
                <a:path extrusionOk="0" h="29120" w="396">
                  <a:moveTo>
                    <a:pt x="0" y="0"/>
                  </a:moveTo>
                  <a:lnTo>
                    <a:pt x="0" y="29119"/>
                  </a:lnTo>
                  <a:lnTo>
                    <a:pt x="395" y="29119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40"/>
            <p:cNvSpPr/>
            <p:nvPr/>
          </p:nvSpPr>
          <p:spPr>
            <a:xfrm>
              <a:off x="2449375" y="972100"/>
              <a:ext cx="152000" cy="469625"/>
            </a:xfrm>
            <a:custGeom>
              <a:rect b="b" l="l" r="r" t="t"/>
              <a:pathLst>
                <a:path extrusionOk="0" h="18785" w="6080">
                  <a:moveTo>
                    <a:pt x="3039" y="0"/>
                  </a:moveTo>
                  <a:cubicBezTo>
                    <a:pt x="1735" y="0"/>
                    <a:pt x="428" y="107"/>
                    <a:pt x="335" y="308"/>
                  </a:cubicBezTo>
                  <a:cubicBezTo>
                    <a:pt x="153" y="703"/>
                    <a:pt x="1" y="17998"/>
                    <a:pt x="335" y="18454"/>
                  </a:cubicBezTo>
                  <a:cubicBezTo>
                    <a:pt x="485" y="18678"/>
                    <a:pt x="1705" y="18785"/>
                    <a:pt x="2948" y="18785"/>
                  </a:cubicBezTo>
                  <a:cubicBezTo>
                    <a:pt x="4235" y="18785"/>
                    <a:pt x="5545" y="18671"/>
                    <a:pt x="5715" y="18454"/>
                  </a:cubicBezTo>
                  <a:cubicBezTo>
                    <a:pt x="6080" y="18029"/>
                    <a:pt x="6080" y="764"/>
                    <a:pt x="5715" y="308"/>
                  </a:cubicBezTo>
                  <a:cubicBezTo>
                    <a:pt x="5551" y="99"/>
                    <a:pt x="4296" y="0"/>
                    <a:pt x="3039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0"/>
            <p:cNvSpPr/>
            <p:nvPr/>
          </p:nvSpPr>
          <p:spPr>
            <a:xfrm>
              <a:off x="3384050" y="560075"/>
              <a:ext cx="9150" cy="478000"/>
            </a:xfrm>
            <a:custGeom>
              <a:rect b="b" l="l" r="r" t="t"/>
              <a:pathLst>
                <a:path extrusionOk="0" h="19120" w="366">
                  <a:moveTo>
                    <a:pt x="1" y="1"/>
                  </a:moveTo>
                  <a:lnTo>
                    <a:pt x="1" y="19119"/>
                  </a:lnTo>
                  <a:lnTo>
                    <a:pt x="365" y="19119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40"/>
            <p:cNvSpPr/>
            <p:nvPr/>
          </p:nvSpPr>
          <p:spPr>
            <a:xfrm>
              <a:off x="3312625" y="613175"/>
              <a:ext cx="152000" cy="364200"/>
            </a:xfrm>
            <a:custGeom>
              <a:rect b="b" l="l" r="r" t="t"/>
              <a:pathLst>
                <a:path extrusionOk="0" h="14568" w="6080">
                  <a:moveTo>
                    <a:pt x="3043" y="0"/>
                  </a:moveTo>
                  <a:cubicBezTo>
                    <a:pt x="1734" y="0"/>
                    <a:pt x="428" y="107"/>
                    <a:pt x="335" y="308"/>
                  </a:cubicBezTo>
                  <a:cubicBezTo>
                    <a:pt x="152" y="673"/>
                    <a:pt x="0" y="13804"/>
                    <a:pt x="335" y="14260"/>
                  </a:cubicBezTo>
                  <a:cubicBezTo>
                    <a:pt x="484" y="14469"/>
                    <a:pt x="1702" y="14568"/>
                    <a:pt x="2947" y="14568"/>
                  </a:cubicBezTo>
                  <a:cubicBezTo>
                    <a:pt x="4239" y="14568"/>
                    <a:pt x="5559" y="14461"/>
                    <a:pt x="5745" y="14260"/>
                  </a:cubicBezTo>
                  <a:cubicBezTo>
                    <a:pt x="6080" y="13865"/>
                    <a:pt x="6080" y="764"/>
                    <a:pt x="5745" y="308"/>
                  </a:cubicBezTo>
                  <a:cubicBezTo>
                    <a:pt x="5566" y="99"/>
                    <a:pt x="4304" y="0"/>
                    <a:pt x="304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40"/>
            <p:cNvSpPr/>
            <p:nvPr/>
          </p:nvSpPr>
          <p:spPr>
            <a:xfrm>
              <a:off x="1830825" y="928125"/>
              <a:ext cx="9150" cy="478000"/>
            </a:xfrm>
            <a:custGeom>
              <a:rect b="b" l="l" r="r" t="t"/>
              <a:pathLst>
                <a:path extrusionOk="0" h="19120" w="366">
                  <a:moveTo>
                    <a:pt x="1" y="0"/>
                  </a:moveTo>
                  <a:lnTo>
                    <a:pt x="1" y="19119"/>
                  </a:lnTo>
                  <a:lnTo>
                    <a:pt x="365" y="19119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40"/>
            <p:cNvSpPr/>
            <p:nvPr/>
          </p:nvSpPr>
          <p:spPr>
            <a:xfrm>
              <a:off x="1758650" y="981500"/>
              <a:ext cx="152000" cy="364500"/>
            </a:xfrm>
            <a:custGeom>
              <a:rect b="b" l="l" r="r" t="t"/>
              <a:pathLst>
                <a:path extrusionOk="0" h="14580" w="6080">
                  <a:moveTo>
                    <a:pt x="3119" y="0"/>
                  </a:moveTo>
                  <a:cubicBezTo>
                    <a:pt x="1785" y="0"/>
                    <a:pt x="429" y="108"/>
                    <a:pt x="335" y="297"/>
                  </a:cubicBezTo>
                  <a:cubicBezTo>
                    <a:pt x="152" y="692"/>
                    <a:pt x="0" y="13793"/>
                    <a:pt x="335" y="14248"/>
                  </a:cubicBezTo>
                  <a:cubicBezTo>
                    <a:pt x="484" y="14472"/>
                    <a:pt x="1705" y="14579"/>
                    <a:pt x="2951" y="14579"/>
                  </a:cubicBezTo>
                  <a:cubicBezTo>
                    <a:pt x="4242" y="14579"/>
                    <a:pt x="5559" y="14465"/>
                    <a:pt x="5745" y="14248"/>
                  </a:cubicBezTo>
                  <a:cubicBezTo>
                    <a:pt x="6079" y="13823"/>
                    <a:pt x="6079" y="722"/>
                    <a:pt x="5745" y="297"/>
                  </a:cubicBezTo>
                  <a:cubicBezTo>
                    <a:pt x="5570" y="92"/>
                    <a:pt x="4354" y="0"/>
                    <a:pt x="3119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0"/>
            <p:cNvSpPr/>
            <p:nvPr/>
          </p:nvSpPr>
          <p:spPr>
            <a:xfrm>
              <a:off x="2348325" y="757150"/>
              <a:ext cx="9900" cy="478000"/>
            </a:xfrm>
            <a:custGeom>
              <a:rect b="b" l="l" r="r" t="t"/>
              <a:pathLst>
                <a:path extrusionOk="0" h="19120" w="396">
                  <a:moveTo>
                    <a:pt x="0" y="0"/>
                  </a:moveTo>
                  <a:lnTo>
                    <a:pt x="0" y="19119"/>
                  </a:lnTo>
                  <a:lnTo>
                    <a:pt x="395" y="19119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40"/>
            <p:cNvSpPr/>
            <p:nvPr/>
          </p:nvSpPr>
          <p:spPr>
            <a:xfrm>
              <a:off x="2276125" y="810525"/>
              <a:ext cx="152000" cy="364500"/>
            </a:xfrm>
            <a:custGeom>
              <a:rect b="b" l="l" r="r" t="t"/>
              <a:pathLst>
                <a:path extrusionOk="0" h="14580" w="6080">
                  <a:moveTo>
                    <a:pt x="3142" y="0"/>
                  </a:moveTo>
                  <a:cubicBezTo>
                    <a:pt x="1809" y="0"/>
                    <a:pt x="445" y="108"/>
                    <a:pt x="335" y="297"/>
                  </a:cubicBezTo>
                  <a:cubicBezTo>
                    <a:pt x="153" y="692"/>
                    <a:pt x="1" y="13793"/>
                    <a:pt x="335" y="14248"/>
                  </a:cubicBezTo>
                  <a:cubicBezTo>
                    <a:pt x="484" y="14472"/>
                    <a:pt x="1713" y="14579"/>
                    <a:pt x="2963" y="14579"/>
                  </a:cubicBezTo>
                  <a:cubicBezTo>
                    <a:pt x="4257" y="14579"/>
                    <a:pt x="5575" y="14465"/>
                    <a:pt x="5745" y="14248"/>
                  </a:cubicBezTo>
                  <a:cubicBezTo>
                    <a:pt x="6080" y="13823"/>
                    <a:pt x="6080" y="722"/>
                    <a:pt x="5745" y="297"/>
                  </a:cubicBezTo>
                  <a:cubicBezTo>
                    <a:pt x="5585" y="92"/>
                    <a:pt x="4377" y="0"/>
                    <a:pt x="3142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40"/>
            <p:cNvSpPr/>
            <p:nvPr/>
          </p:nvSpPr>
          <p:spPr>
            <a:xfrm>
              <a:off x="1462300" y="4595350"/>
              <a:ext cx="478000" cy="154275"/>
            </a:xfrm>
            <a:custGeom>
              <a:rect b="b" l="l" r="r" t="t"/>
              <a:pathLst>
                <a:path extrusionOk="0" h="6171" w="19120">
                  <a:moveTo>
                    <a:pt x="9423" y="0"/>
                  </a:moveTo>
                  <a:lnTo>
                    <a:pt x="578" y="152"/>
                  </a:lnTo>
                  <a:cubicBezTo>
                    <a:pt x="152" y="2189"/>
                    <a:pt x="0" y="4195"/>
                    <a:pt x="122" y="6170"/>
                  </a:cubicBezTo>
                  <a:lnTo>
                    <a:pt x="18755" y="6170"/>
                  </a:lnTo>
                  <a:cubicBezTo>
                    <a:pt x="19119" y="4590"/>
                    <a:pt x="18937" y="3708"/>
                    <a:pt x="14834" y="2523"/>
                  </a:cubicBezTo>
                  <a:cubicBezTo>
                    <a:pt x="12463" y="1915"/>
                    <a:pt x="9423" y="0"/>
                    <a:pt x="9423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40"/>
            <p:cNvSpPr/>
            <p:nvPr/>
          </p:nvSpPr>
          <p:spPr>
            <a:xfrm>
              <a:off x="825500" y="4595350"/>
              <a:ext cx="411125" cy="154275"/>
            </a:xfrm>
            <a:custGeom>
              <a:rect b="b" l="l" r="r" t="t"/>
              <a:pathLst>
                <a:path extrusionOk="0" h="6171" w="16445">
                  <a:moveTo>
                    <a:pt x="9424" y="0"/>
                  </a:moveTo>
                  <a:lnTo>
                    <a:pt x="548" y="152"/>
                  </a:lnTo>
                  <a:cubicBezTo>
                    <a:pt x="153" y="2189"/>
                    <a:pt x="1" y="4195"/>
                    <a:pt x="92" y="6170"/>
                  </a:cubicBezTo>
                  <a:lnTo>
                    <a:pt x="16445" y="6170"/>
                  </a:lnTo>
                  <a:cubicBezTo>
                    <a:pt x="16445" y="6170"/>
                    <a:pt x="16445" y="3556"/>
                    <a:pt x="13375" y="2523"/>
                  </a:cubicBezTo>
                  <a:cubicBezTo>
                    <a:pt x="10639" y="1581"/>
                    <a:pt x="9424" y="0"/>
                    <a:pt x="9424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40"/>
            <p:cNvSpPr/>
            <p:nvPr/>
          </p:nvSpPr>
          <p:spPr>
            <a:xfrm>
              <a:off x="693300" y="2688025"/>
              <a:ext cx="1023600" cy="1928875"/>
            </a:xfrm>
            <a:custGeom>
              <a:rect b="b" l="l" r="r" t="t"/>
              <a:pathLst>
                <a:path extrusionOk="0" h="77155" w="40944">
                  <a:moveTo>
                    <a:pt x="29818" y="0"/>
                  </a:moveTo>
                  <a:lnTo>
                    <a:pt x="5137" y="608"/>
                  </a:lnTo>
                  <a:cubicBezTo>
                    <a:pt x="0" y="15076"/>
                    <a:pt x="4073" y="72828"/>
                    <a:pt x="4985" y="76445"/>
                  </a:cubicBezTo>
                  <a:cubicBezTo>
                    <a:pt x="5769" y="76912"/>
                    <a:pt x="7091" y="77141"/>
                    <a:pt x="8910" y="77141"/>
                  </a:cubicBezTo>
                  <a:cubicBezTo>
                    <a:pt x="10760" y="77141"/>
                    <a:pt x="13123" y="76905"/>
                    <a:pt x="15958" y="76445"/>
                  </a:cubicBezTo>
                  <a:cubicBezTo>
                    <a:pt x="16900" y="50183"/>
                    <a:pt x="17204" y="10821"/>
                    <a:pt x="17204" y="10821"/>
                  </a:cubicBezTo>
                  <a:lnTo>
                    <a:pt x="17538" y="10821"/>
                  </a:lnTo>
                  <a:lnTo>
                    <a:pt x="30396" y="76445"/>
                  </a:lnTo>
                  <a:cubicBezTo>
                    <a:pt x="30993" y="76943"/>
                    <a:pt x="32191" y="77155"/>
                    <a:pt x="33834" y="77155"/>
                  </a:cubicBezTo>
                  <a:cubicBezTo>
                    <a:pt x="35702" y="77155"/>
                    <a:pt x="38146" y="76882"/>
                    <a:pt x="40943" y="76445"/>
                  </a:cubicBezTo>
                  <a:cubicBezTo>
                    <a:pt x="38329" y="44834"/>
                    <a:pt x="35411" y="15107"/>
                    <a:pt x="29818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40"/>
            <p:cNvSpPr/>
            <p:nvPr/>
          </p:nvSpPr>
          <p:spPr>
            <a:xfrm>
              <a:off x="1023075" y="1149250"/>
              <a:ext cx="359450" cy="525100"/>
            </a:xfrm>
            <a:custGeom>
              <a:rect b="b" l="l" r="r" t="t"/>
              <a:pathLst>
                <a:path extrusionOk="0" h="21004" w="14378">
                  <a:moveTo>
                    <a:pt x="8967" y="0"/>
                  </a:moveTo>
                  <a:lnTo>
                    <a:pt x="4043" y="3830"/>
                  </a:lnTo>
                  <a:lnTo>
                    <a:pt x="366" y="9423"/>
                  </a:lnTo>
                  <a:lnTo>
                    <a:pt x="1" y="17873"/>
                  </a:lnTo>
                  <a:lnTo>
                    <a:pt x="7904" y="21004"/>
                  </a:lnTo>
                  <a:lnTo>
                    <a:pt x="7964" y="16475"/>
                  </a:lnTo>
                  <a:cubicBezTo>
                    <a:pt x="8290" y="16499"/>
                    <a:pt x="8623" y="16510"/>
                    <a:pt x="8962" y="16510"/>
                  </a:cubicBezTo>
                  <a:cubicBezTo>
                    <a:pt x="9889" y="16510"/>
                    <a:pt x="10870" y="16426"/>
                    <a:pt x="11916" y="16292"/>
                  </a:cubicBezTo>
                  <a:cubicBezTo>
                    <a:pt x="14044" y="15684"/>
                    <a:pt x="13010" y="10365"/>
                    <a:pt x="13010" y="10365"/>
                  </a:cubicBezTo>
                  <a:cubicBezTo>
                    <a:pt x="13010" y="10365"/>
                    <a:pt x="14378" y="9727"/>
                    <a:pt x="14378" y="9180"/>
                  </a:cubicBezTo>
                  <a:cubicBezTo>
                    <a:pt x="14378" y="8663"/>
                    <a:pt x="13405" y="7842"/>
                    <a:pt x="13223" y="5988"/>
                  </a:cubicBezTo>
                  <a:cubicBezTo>
                    <a:pt x="12980" y="4134"/>
                    <a:pt x="11156" y="335"/>
                    <a:pt x="11156" y="335"/>
                  </a:cubicBezTo>
                  <a:lnTo>
                    <a:pt x="8967" y="0"/>
                  </a:ln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40"/>
            <p:cNvSpPr/>
            <p:nvPr/>
          </p:nvSpPr>
          <p:spPr>
            <a:xfrm>
              <a:off x="895425" y="1024325"/>
              <a:ext cx="455200" cy="449050"/>
            </a:xfrm>
            <a:custGeom>
              <a:rect b="b" l="l" r="r" t="t"/>
              <a:pathLst>
                <a:path extrusionOk="0" h="17962" w="18208">
                  <a:moveTo>
                    <a:pt x="13044" y="0"/>
                  </a:moveTo>
                  <a:cubicBezTo>
                    <a:pt x="11657" y="0"/>
                    <a:pt x="10018" y="288"/>
                    <a:pt x="8511" y="803"/>
                  </a:cubicBezTo>
                  <a:cubicBezTo>
                    <a:pt x="4560" y="2170"/>
                    <a:pt x="2006" y="4025"/>
                    <a:pt x="2614" y="6912"/>
                  </a:cubicBezTo>
                  <a:cubicBezTo>
                    <a:pt x="0" y="7915"/>
                    <a:pt x="335" y="12930"/>
                    <a:pt x="5472" y="17824"/>
                  </a:cubicBezTo>
                  <a:cubicBezTo>
                    <a:pt x="5909" y="17914"/>
                    <a:pt x="6339" y="17961"/>
                    <a:pt x="6755" y="17961"/>
                  </a:cubicBezTo>
                  <a:cubicBezTo>
                    <a:pt x="8593" y="17961"/>
                    <a:pt x="10172" y="17040"/>
                    <a:pt x="11064" y="14785"/>
                  </a:cubicBezTo>
                  <a:cubicBezTo>
                    <a:pt x="11551" y="13447"/>
                    <a:pt x="11247" y="12231"/>
                    <a:pt x="11520" y="10985"/>
                  </a:cubicBezTo>
                  <a:cubicBezTo>
                    <a:pt x="11677" y="10494"/>
                    <a:pt x="12037" y="10257"/>
                    <a:pt x="12464" y="10257"/>
                  </a:cubicBezTo>
                  <a:cubicBezTo>
                    <a:pt x="13358" y="10257"/>
                    <a:pt x="14546" y="11300"/>
                    <a:pt x="14773" y="13234"/>
                  </a:cubicBezTo>
                  <a:cubicBezTo>
                    <a:pt x="14828" y="13249"/>
                    <a:pt x="14879" y="13255"/>
                    <a:pt x="14926" y="13255"/>
                  </a:cubicBezTo>
                  <a:cubicBezTo>
                    <a:pt x="15476" y="13255"/>
                    <a:pt x="15502" y="12353"/>
                    <a:pt x="15502" y="12353"/>
                  </a:cubicBezTo>
                  <a:cubicBezTo>
                    <a:pt x="15472" y="9800"/>
                    <a:pt x="15168" y="8706"/>
                    <a:pt x="14317" y="6821"/>
                  </a:cubicBezTo>
                  <a:cubicBezTo>
                    <a:pt x="18207" y="5210"/>
                    <a:pt x="16688" y="894"/>
                    <a:pt x="15168" y="316"/>
                  </a:cubicBezTo>
                  <a:cubicBezTo>
                    <a:pt x="14602" y="101"/>
                    <a:pt x="13867" y="0"/>
                    <a:pt x="13044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40"/>
            <p:cNvSpPr/>
            <p:nvPr/>
          </p:nvSpPr>
          <p:spPr>
            <a:xfrm>
              <a:off x="1646450" y="1706950"/>
              <a:ext cx="419225" cy="624300"/>
            </a:xfrm>
            <a:custGeom>
              <a:rect b="b" l="l" r="r" t="t"/>
              <a:pathLst>
                <a:path extrusionOk="0" h="24972" w="16769">
                  <a:moveTo>
                    <a:pt x="14516" y="0"/>
                  </a:moveTo>
                  <a:cubicBezTo>
                    <a:pt x="13849" y="0"/>
                    <a:pt x="13166" y="309"/>
                    <a:pt x="12787" y="945"/>
                  </a:cubicBezTo>
                  <a:cubicBezTo>
                    <a:pt x="12787" y="945"/>
                    <a:pt x="1419" y="16477"/>
                    <a:pt x="1084" y="18817"/>
                  </a:cubicBezTo>
                  <a:cubicBezTo>
                    <a:pt x="0" y="22898"/>
                    <a:pt x="1997" y="24971"/>
                    <a:pt x="4347" y="24971"/>
                  </a:cubicBezTo>
                  <a:cubicBezTo>
                    <a:pt x="5621" y="24971"/>
                    <a:pt x="6998" y="24362"/>
                    <a:pt x="8045" y="23134"/>
                  </a:cubicBezTo>
                  <a:cubicBezTo>
                    <a:pt x="11115" y="19942"/>
                    <a:pt x="16191" y="2647"/>
                    <a:pt x="16191" y="2647"/>
                  </a:cubicBezTo>
                  <a:cubicBezTo>
                    <a:pt x="16768" y="916"/>
                    <a:pt x="15666" y="0"/>
                    <a:pt x="14516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0"/>
            <p:cNvSpPr/>
            <p:nvPr/>
          </p:nvSpPr>
          <p:spPr>
            <a:xfrm>
              <a:off x="793600" y="2729825"/>
              <a:ext cx="674800" cy="111475"/>
            </a:xfrm>
            <a:custGeom>
              <a:rect b="b" l="l" r="r" t="t"/>
              <a:pathLst>
                <a:path extrusionOk="0" h="4459" w="26992">
                  <a:moveTo>
                    <a:pt x="26688" y="0"/>
                  </a:moveTo>
                  <a:lnTo>
                    <a:pt x="426" y="304"/>
                  </a:lnTo>
                  <a:lnTo>
                    <a:pt x="0" y="2189"/>
                  </a:lnTo>
                  <a:cubicBezTo>
                    <a:pt x="2423" y="3533"/>
                    <a:pt x="6927" y="4459"/>
                    <a:pt x="12050" y="4459"/>
                  </a:cubicBezTo>
                  <a:cubicBezTo>
                    <a:pt x="16889" y="4459"/>
                    <a:pt x="22281" y="3632"/>
                    <a:pt x="26992" y="1550"/>
                  </a:cubicBezTo>
                  <a:lnTo>
                    <a:pt x="266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40"/>
            <p:cNvSpPr/>
            <p:nvPr/>
          </p:nvSpPr>
          <p:spPr>
            <a:xfrm>
              <a:off x="500700" y="2134675"/>
              <a:ext cx="591000" cy="442350"/>
            </a:xfrm>
            <a:custGeom>
              <a:rect b="b" l="l" r="r" t="t"/>
              <a:pathLst>
                <a:path extrusionOk="0" h="17694" w="23640">
                  <a:moveTo>
                    <a:pt x="4693" y="1"/>
                  </a:moveTo>
                  <a:cubicBezTo>
                    <a:pt x="1227" y="1"/>
                    <a:pt x="0" y="3864"/>
                    <a:pt x="2142" y="6572"/>
                  </a:cubicBezTo>
                  <a:cubicBezTo>
                    <a:pt x="4512" y="10006"/>
                    <a:pt x="19589" y="17453"/>
                    <a:pt x="19589" y="17453"/>
                  </a:cubicBezTo>
                  <a:cubicBezTo>
                    <a:pt x="19884" y="17620"/>
                    <a:pt x="20170" y="17694"/>
                    <a:pt x="20444" y="17694"/>
                  </a:cubicBezTo>
                  <a:cubicBezTo>
                    <a:pt x="22370" y="17694"/>
                    <a:pt x="23640" y="14016"/>
                    <a:pt x="22416" y="12924"/>
                  </a:cubicBezTo>
                  <a:cubicBezTo>
                    <a:pt x="22416" y="12924"/>
                    <a:pt x="9558" y="1405"/>
                    <a:pt x="7491" y="705"/>
                  </a:cubicBezTo>
                  <a:cubicBezTo>
                    <a:pt x="6445" y="214"/>
                    <a:pt x="5507" y="1"/>
                    <a:pt x="4693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40"/>
            <p:cNvSpPr/>
            <p:nvPr/>
          </p:nvSpPr>
          <p:spPr>
            <a:xfrm>
              <a:off x="490525" y="1603775"/>
              <a:ext cx="588050" cy="763825"/>
            </a:xfrm>
            <a:custGeom>
              <a:rect b="b" l="l" r="r" t="t"/>
              <a:pathLst>
                <a:path extrusionOk="0" h="30553" w="23522">
                  <a:moveTo>
                    <a:pt x="18921" y="0"/>
                  </a:moveTo>
                  <a:cubicBezTo>
                    <a:pt x="17088" y="0"/>
                    <a:pt x="14992" y="1168"/>
                    <a:pt x="13278" y="3491"/>
                  </a:cubicBezTo>
                  <a:cubicBezTo>
                    <a:pt x="13278" y="3491"/>
                    <a:pt x="1576" y="21516"/>
                    <a:pt x="1272" y="23826"/>
                  </a:cubicBezTo>
                  <a:cubicBezTo>
                    <a:pt x="1" y="27957"/>
                    <a:pt x="3026" y="30552"/>
                    <a:pt x="5985" y="30552"/>
                  </a:cubicBezTo>
                  <a:cubicBezTo>
                    <a:pt x="7272" y="30552"/>
                    <a:pt x="8546" y="30062"/>
                    <a:pt x="9448" y="28993"/>
                  </a:cubicBezTo>
                  <a:cubicBezTo>
                    <a:pt x="12245" y="26592"/>
                    <a:pt x="22975" y="10330"/>
                    <a:pt x="23309" y="6835"/>
                  </a:cubicBezTo>
                  <a:cubicBezTo>
                    <a:pt x="23521" y="2269"/>
                    <a:pt x="21477" y="0"/>
                    <a:pt x="18921" y="0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40"/>
            <p:cNvSpPr/>
            <p:nvPr/>
          </p:nvSpPr>
          <p:spPr>
            <a:xfrm>
              <a:off x="647700" y="1593775"/>
              <a:ext cx="893650" cy="1189000"/>
            </a:xfrm>
            <a:custGeom>
              <a:rect b="b" l="l" r="r" t="t"/>
              <a:pathLst>
                <a:path extrusionOk="0" h="47560" w="35746">
                  <a:moveTo>
                    <a:pt x="15077" y="1"/>
                  </a:moveTo>
                  <a:cubicBezTo>
                    <a:pt x="13952" y="153"/>
                    <a:pt x="12797" y="213"/>
                    <a:pt x="11672" y="548"/>
                  </a:cubicBezTo>
                  <a:cubicBezTo>
                    <a:pt x="0" y="3375"/>
                    <a:pt x="6414" y="27661"/>
                    <a:pt x="6961" y="33162"/>
                  </a:cubicBezTo>
                  <a:cubicBezTo>
                    <a:pt x="7478" y="38633"/>
                    <a:pt x="4438" y="43709"/>
                    <a:pt x="6231" y="45928"/>
                  </a:cubicBezTo>
                  <a:cubicBezTo>
                    <a:pt x="7078" y="46998"/>
                    <a:pt x="12767" y="47559"/>
                    <a:pt x="18678" y="47559"/>
                  </a:cubicBezTo>
                  <a:cubicBezTo>
                    <a:pt x="24863" y="47559"/>
                    <a:pt x="31292" y="46945"/>
                    <a:pt x="32676" y="45655"/>
                  </a:cubicBezTo>
                  <a:cubicBezTo>
                    <a:pt x="35168" y="43618"/>
                    <a:pt x="32372" y="40062"/>
                    <a:pt x="32736" y="34104"/>
                  </a:cubicBezTo>
                  <a:cubicBezTo>
                    <a:pt x="32980" y="30457"/>
                    <a:pt x="33344" y="26749"/>
                    <a:pt x="34013" y="24165"/>
                  </a:cubicBezTo>
                  <a:cubicBezTo>
                    <a:pt x="35685" y="17326"/>
                    <a:pt x="35746" y="6293"/>
                    <a:pt x="33952" y="4469"/>
                  </a:cubicBezTo>
                  <a:cubicBezTo>
                    <a:pt x="32980" y="3131"/>
                    <a:pt x="28603" y="913"/>
                    <a:pt x="22979" y="61"/>
                  </a:cubicBezTo>
                  <a:cubicBezTo>
                    <a:pt x="21761" y="342"/>
                    <a:pt x="20503" y="467"/>
                    <a:pt x="19263" y="467"/>
                  </a:cubicBezTo>
                  <a:cubicBezTo>
                    <a:pt x="17813" y="467"/>
                    <a:pt x="16387" y="296"/>
                    <a:pt x="15077" y="1"/>
                  </a:cubicBez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40"/>
            <p:cNvSpPr/>
            <p:nvPr/>
          </p:nvSpPr>
          <p:spPr>
            <a:xfrm>
              <a:off x="1956225" y="1499550"/>
              <a:ext cx="188475" cy="279925"/>
            </a:xfrm>
            <a:custGeom>
              <a:rect b="b" l="l" r="r" t="t"/>
              <a:pathLst>
                <a:path extrusionOk="0" h="11197" w="7539">
                  <a:moveTo>
                    <a:pt x="4955" y="1"/>
                  </a:moveTo>
                  <a:lnTo>
                    <a:pt x="4986" y="1095"/>
                  </a:lnTo>
                  <a:cubicBezTo>
                    <a:pt x="4166" y="2366"/>
                    <a:pt x="2847" y="4321"/>
                    <a:pt x="2446" y="4321"/>
                  </a:cubicBezTo>
                  <a:cubicBezTo>
                    <a:pt x="2416" y="4321"/>
                    <a:pt x="2391" y="4310"/>
                    <a:pt x="2372" y="4286"/>
                  </a:cubicBezTo>
                  <a:cubicBezTo>
                    <a:pt x="1976" y="3800"/>
                    <a:pt x="1946" y="973"/>
                    <a:pt x="1946" y="973"/>
                  </a:cubicBezTo>
                  <a:cubicBezTo>
                    <a:pt x="1930" y="619"/>
                    <a:pt x="1598" y="401"/>
                    <a:pt x="1281" y="401"/>
                  </a:cubicBezTo>
                  <a:cubicBezTo>
                    <a:pt x="999" y="401"/>
                    <a:pt x="728" y="573"/>
                    <a:pt x="700" y="973"/>
                  </a:cubicBezTo>
                  <a:cubicBezTo>
                    <a:pt x="700" y="973"/>
                    <a:pt x="1" y="4469"/>
                    <a:pt x="31" y="5320"/>
                  </a:cubicBezTo>
                  <a:cubicBezTo>
                    <a:pt x="92" y="6141"/>
                    <a:pt x="426" y="9271"/>
                    <a:pt x="426" y="9271"/>
                  </a:cubicBezTo>
                  <a:cubicBezTo>
                    <a:pt x="489" y="10234"/>
                    <a:pt x="811" y="11197"/>
                    <a:pt x="1909" y="11197"/>
                  </a:cubicBezTo>
                  <a:cubicBezTo>
                    <a:pt x="2406" y="11197"/>
                    <a:pt x="3061" y="11000"/>
                    <a:pt x="3922" y="10517"/>
                  </a:cubicBezTo>
                  <a:cubicBezTo>
                    <a:pt x="6323" y="9028"/>
                    <a:pt x="7539" y="1186"/>
                    <a:pt x="4955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40"/>
            <p:cNvSpPr/>
            <p:nvPr/>
          </p:nvSpPr>
          <p:spPr>
            <a:xfrm>
              <a:off x="1195450" y="1659025"/>
              <a:ext cx="689800" cy="709400"/>
            </a:xfrm>
            <a:custGeom>
              <a:rect b="b" l="l" r="r" t="t"/>
              <a:pathLst>
                <a:path extrusionOk="0" h="28376" w="27592">
                  <a:moveTo>
                    <a:pt x="7443" y="0"/>
                  </a:moveTo>
                  <a:cubicBezTo>
                    <a:pt x="2284" y="0"/>
                    <a:pt x="0" y="5887"/>
                    <a:pt x="3349" y="10704"/>
                  </a:cubicBezTo>
                  <a:cubicBezTo>
                    <a:pt x="3349" y="10704"/>
                    <a:pt x="17240" y="26175"/>
                    <a:pt x="19307" y="27209"/>
                  </a:cubicBezTo>
                  <a:cubicBezTo>
                    <a:pt x="20437" y="28028"/>
                    <a:pt x="21507" y="28375"/>
                    <a:pt x="22460" y="28375"/>
                  </a:cubicBezTo>
                  <a:cubicBezTo>
                    <a:pt x="25711" y="28375"/>
                    <a:pt x="27591" y="24338"/>
                    <a:pt x="25781" y="21282"/>
                  </a:cubicBezTo>
                  <a:cubicBezTo>
                    <a:pt x="24444" y="17816"/>
                    <a:pt x="15143" y="2862"/>
                    <a:pt x="10492" y="613"/>
                  </a:cubicBezTo>
                  <a:cubicBezTo>
                    <a:pt x="9393" y="191"/>
                    <a:pt x="8372" y="0"/>
                    <a:pt x="7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40"/>
            <p:cNvSpPr/>
            <p:nvPr/>
          </p:nvSpPr>
          <p:spPr>
            <a:xfrm>
              <a:off x="1011675" y="1544375"/>
              <a:ext cx="216600" cy="81500"/>
            </a:xfrm>
            <a:custGeom>
              <a:rect b="b" l="l" r="r" t="t"/>
              <a:pathLst>
                <a:path extrusionOk="0" h="3260" w="8664">
                  <a:moveTo>
                    <a:pt x="548" y="1"/>
                  </a:moveTo>
                  <a:lnTo>
                    <a:pt x="1" y="2007"/>
                  </a:lnTo>
                  <a:cubicBezTo>
                    <a:pt x="262" y="2773"/>
                    <a:pt x="1712" y="3260"/>
                    <a:pt x="3550" y="3260"/>
                  </a:cubicBezTo>
                  <a:cubicBezTo>
                    <a:pt x="5138" y="3260"/>
                    <a:pt x="7015" y="2897"/>
                    <a:pt x="8664" y="2037"/>
                  </a:cubicBezTo>
                  <a:lnTo>
                    <a:pt x="8390" y="670"/>
                  </a:lnTo>
                  <a:cubicBezTo>
                    <a:pt x="6887" y="822"/>
                    <a:pt x="5439" y="920"/>
                    <a:pt x="4203" y="920"/>
                  </a:cubicBezTo>
                  <a:cubicBezTo>
                    <a:pt x="2238" y="920"/>
                    <a:pt x="809" y="673"/>
                    <a:pt x="5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40"/>
            <p:cNvSpPr/>
            <p:nvPr/>
          </p:nvSpPr>
          <p:spPr>
            <a:xfrm>
              <a:off x="1232075" y="1279175"/>
              <a:ext cx="152750" cy="280625"/>
            </a:xfrm>
            <a:custGeom>
              <a:rect b="b" l="l" r="r" t="t"/>
              <a:pathLst>
                <a:path extrusionOk="0" h="11225" w="6110">
                  <a:moveTo>
                    <a:pt x="1003" y="1"/>
                  </a:moveTo>
                  <a:cubicBezTo>
                    <a:pt x="1003" y="1"/>
                    <a:pt x="1124" y="1034"/>
                    <a:pt x="1367" y="3040"/>
                  </a:cubicBezTo>
                  <a:cubicBezTo>
                    <a:pt x="2136" y="6427"/>
                    <a:pt x="0" y="11225"/>
                    <a:pt x="3216" y="11225"/>
                  </a:cubicBezTo>
                  <a:cubicBezTo>
                    <a:pt x="3435" y="11225"/>
                    <a:pt x="3679" y="11203"/>
                    <a:pt x="3951" y="11156"/>
                  </a:cubicBezTo>
                  <a:cubicBezTo>
                    <a:pt x="6109" y="10700"/>
                    <a:pt x="4650" y="5199"/>
                    <a:pt x="4650" y="5199"/>
                  </a:cubicBezTo>
                  <a:lnTo>
                    <a:pt x="4650" y="5199"/>
                  </a:lnTo>
                  <a:cubicBezTo>
                    <a:pt x="4076" y="5227"/>
                    <a:pt x="4153" y="6396"/>
                    <a:pt x="3650" y="6396"/>
                  </a:cubicBezTo>
                  <a:cubicBezTo>
                    <a:pt x="3620" y="6396"/>
                    <a:pt x="3589" y="6392"/>
                    <a:pt x="3556" y="6384"/>
                  </a:cubicBezTo>
                  <a:cubicBezTo>
                    <a:pt x="2948" y="6202"/>
                    <a:pt x="2006" y="578"/>
                    <a:pt x="2006" y="578"/>
                  </a:cubicBezTo>
                  <a:lnTo>
                    <a:pt x="100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40"/>
            <p:cNvSpPr/>
            <p:nvPr/>
          </p:nvSpPr>
          <p:spPr>
            <a:xfrm>
              <a:off x="1216850" y="1514750"/>
              <a:ext cx="9150" cy="47150"/>
            </a:xfrm>
            <a:custGeom>
              <a:rect b="b" l="l" r="r" t="t"/>
              <a:pathLst>
                <a:path extrusionOk="0" h="1886" w="366">
                  <a:moveTo>
                    <a:pt x="1" y="1"/>
                  </a:moveTo>
                  <a:lnTo>
                    <a:pt x="1" y="1885"/>
                  </a:lnTo>
                  <a:lnTo>
                    <a:pt x="365" y="1885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40"/>
            <p:cNvSpPr/>
            <p:nvPr/>
          </p:nvSpPr>
          <p:spPr>
            <a:xfrm>
              <a:off x="902250" y="2952450"/>
              <a:ext cx="341975" cy="50950"/>
            </a:xfrm>
            <a:custGeom>
              <a:rect b="b" l="l" r="r" t="t"/>
              <a:pathLst>
                <a:path extrusionOk="0" h="2038" w="13679">
                  <a:moveTo>
                    <a:pt x="8968" y="1"/>
                  </a:moveTo>
                  <a:lnTo>
                    <a:pt x="8846" y="123"/>
                  </a:lnTo>
                  <a:cubicBezTo>
                    <a:pt x="7858" y="1019"/>
                    <a:pt x="6141" y="1468"/>
                    <a:pt x="4458" y="1468"/>
                  </a:cubicBezTo>
                  <a:cubicBezTo>
                    <a:pt x="2774" y="1468"/>
                    <a:pt x="1125" y="1019"/>
                    <a:pt x="274" y="123"/>
                  </a:cubicBezTo>
                  <a:lnTo>
                    <a:pt x="1" y="396"/>
                  </a:lnTo>
                  <a:cubicBezTo>
                    <a:pt x="935" y="1362"/>
                    <a:pt x="2683" y="1848"/>
                    <a:pt x="4464" y="1848"/>
                  </a:cubicBezTo>
                  <a:cubicBezTo>
                    <a:pt x="6160" y="1848"/>
                    <a:pt x="7885" y="1407"/>
                    <a:pt x="8968" y="518"/>
                  </a:cubicBezTo>
                  <a:cubicBezTo>
                    <a:pt x="10153" y="1460"/>
                    <a:pt x="11764" y="1977"/>
                    <a:pt x="13679" y="2037"/>
                  </a:cubicBezTo>
                  <a:lnTo>
                    <a:pt x="13679" y="1673"/>
                  </a:lnTo>
                  <a:cubicBezTo>
                    <a:pt x="11764" y="1642"/>
                    <a:pt x="10183" y="1126"/>
                    <a:pt x="9089" y="123"/>
                  </a:cubicBezTo>
                  <a:lnTo>
                    <a:pt x="8968" y="1"/>
                  </a:lnTo>
                  <a:close/>
                </a:path>
              </a:pathLst>
            </a:custGeom>
            <a:solidFill>
              <a:srgbClr val="3E7E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40"/>
            <p:cNvSpPr/>
            <p:nvPr/>
          </p:nvSpPr>
          <p:spPr>
            <a:xfrm>
              <a:off x="1989675" y="1602900"/>
              <a:ext cx="30400" cy="15225"/>
            </a:xfrm>
            <a:custGeom>
              <a:rect b="b" l="l" r="r" t="t"/>
              <a:pathLst>
                <a:path extrusionOk="0" h="609" w="1216">
                  <a:moveTo>
                    <a:pt x="1003" y="0"/>
                  </a:moveTo>
                  <a:cubicBezTo>
                    <a:pt x="784" y="169"/>
                    <a:pt x="527" y="207"/>
                    <a:pt x="341" y="207"/>
                  </a:cubicBezTo>
                  <a:cubicBezTo>
                    <a:pt x="193" y="207"/>
                    <a:pt x="91" y="183"/>
                    <a:pt x="91" y="183"/>
                  </a:cubicBezTo>
                  <a:lnTo>
                    <a:pt x="0" y="578"/>
                  </a:lnTo>
                  <a:cubicBezTo>
                    <a:pt x="30" y="578"/>
                    <a:pt x="152" y="608"/>
                    <a:pt x="334" y="608"/>
                  </a:cubicBezTo>
                  <a:cubicBezTo>
                    <a:pt x="608" y="608"/>
                    <a:pt x="942" y="548"/>
                    <a:pt x="1216" y="304"/>
                  </a:cubicBezTo>
                  <a:lnTo>
                    <a:pt x="1003" y="0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40"/>
            <p:cNvSpPr/>
            <p:nvPr/>
          </p:nvSpPr>
          <p:spPr>
            <a:xfrm>
              <a:off x="1961550" y="1731325"/>
              <a:ext cx="17500" cy="27375"/>
            </a:xfrm>
            <a:custGeom>
              <a:rect b="b" l="l" r="r" t="t"/>
              <a:pathLst>
                <a:path extrusionOk="0" h="1095" w="700">
                  <a:moveTo>
                    <a:pt x="365" y="0"/>
                  </a:moveTo>
                  <a:lnTo>
                    <a:pt x="0" y="31"/>
                  </a:lnTo>
                  <a:cubicBezTo>
                    <a:pt x="0" y="31"/>
                    <a:pt x="92" y="639"/>
                    <a:pt x="396" y="1095"/>
                  </a:cubicBezTo>
                  <a:lnTo>
                    <a:pt x="700" y="912"/>
                  </a:lnTo>
                  <a:cubicBezTo>
                    <a:pt x="456" y="517"/>
                    <a:pt x="365" y="0"/>
                    <a:pt x="365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8" name="Google Shape;1188;p40"/>
          <p:cNvSpPr txBox="1"/>
          <p:nvPr>
            <p:ph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Aim</a:t>
            </a:r>
            <a:endParaRPr sz="2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3" name="Google Shape;1193;p41"/>
          <p:cNvGrpSpPr/>
          <p:nvPr/>
        </p:nvGrpSpPr>
        <p:grpSpPr>
          <a:xfrm>
            <a:off x="-161925" y="3615300"/>
            <a:ext cx="4373200" cy="1030900"/>
            <a:chOff x="2558825" y="1578175"/>
            <a:chExt cx="4373200" cy="1030900"/>
          </a:xfrm>
        </p:grpSpPr>
        <p:sp>
          <p:nvSpPr>
            <p:cNvPr id="1194" name="Google Shape;1194;p41"/>
            <p:cNvSpPr/>
            <p:nvPr/>
          </p:nvSpPr>
          <p:spPr>
            <a:xfrm>
              <a:off x="2558825" y="1621900"/>
              <a:ext cx="4373200" cy="950650"/>
            </a:xfrm>
            <a:custGeom>
              <a:rect b="b" l="l" r="r" t="t"/>
              <a:pathLst>
                <a:path extrusionOk="0" h="38026" w="174928">
                  <a:moveTo>
                    <a:pt x="49849" y="0"/>
                  </a:moveTo>
                  <a:lnTo>
                    <a:pt x="38299" y="20791"/>
                  </a:lnTo>
                  <a:lnTo>
                    <a:pt x="25077" y="22432"/>
                  </a:lnTo>
                  <a:lnTo>
                    <a:pt x="17326" y="15168"/>
                  </a:lnTo>
                  <a:lnTo>
                    <a:pt x="0" y="20548"/>
                  </a:lnTo>
                  <a:lnTo>
                    <a:pt x="122" y="20943"/>
                  </a:lnTo>
                  <a:lnTo>
                    <a:pt x="17235" y="15563"/>
                  </a:lnTo>
                  <a:lnTo>
                    <a:pt x="24925" y="22797"/>
                  </a:lnTo>
                  <a:lnTo>
                    <a:pt x="38512" y="21125"/>
                  </a:lnTo>
                  <a:lnTo>
                    <a:pt x="50001" y="487"/>
                  </a:lnTo>
                  <a:lnTo>
                    <a:pt x="63679" y="7903"/>
                  </a:lnTo>
                  <a:lnTo>
                    <a:pt x="66567" y="24286"/>
                  </a:lnTo>
                  <a:lnTo>
                    <a:pt x="78178" y="21885"/>
                  </a:lnTo>
                  <a:lnTo>
                    <a:pt x="86172" y="13374"/>
                  </a:lnTo>
                  <a:lnTo>
                    <a:pt x="94410" y="38025"/>
                  </a:lnTo>
                  <a:lnTo>
                    <a:pt x="108817" y="32615"/>
                  </a:lnTo>
                  <a:lnTo>
                    <a:pt x="115200" y="21125"/>
                  </a:lnTo>
                  <a:lnTo>
                    <a:pt x="125170" y="23435"/>
                  </a:lnTo>
                  <a:lnTo>
                    <a:pt x="131492" y="33679"/>
                  </a:lnTo>
                  <a:lnTo>
                    <a:pt x="151827" y="30730"/>
                  </a:lnTo>
                  <a:lnTo>
                    <a:pt x="151888" y="30700"/>
                  </a:lnTo>
                  <a:lnTo>
                    <a:pt x="160703" y="18086"/>
                  </a:lnTo>
                  <a:lnTo>
                    <a:pt x="174837" y="20791"/>
                  </a:lnTo>
                  <a:lnTo>
                    <a:pt x="174928" y="20396"/>
                  </a:lnTo>
                  <a:lnTo>
                    <a:pt x="160551" y="17660"/>
                  </a:lnTo>
                  <a:lnTo>
                    <a:pt x="151675" y="30365"/>
                  </a:lnTo>
                  <a:lnTo>
                    <a:pt x="131675" y="33253"/>
                  </a:lnTo>
                  <a:lnTo>
                    <a:pt x="125444" y="23192"/>
                  </a:lnTo>
                  <a:lnTo>
                    <a:pt x="125413" y="23101"/>
                  </a:lnTo>
                  <a:lnTo>
                    <a:pt x="115018" y="20700"/>
                  </a:lnTo>
                  <a:lnTo>
                    <a:pt x="108544" y="32311"/>
                  </a:lnTo>
                  <a:lnTo>
                    <a:pt x="94653" y="37539"/>
                  </a:lnTo>
                  <a:lnTo>
                    <a:pt x="86324" y="12645"/>
                  </a:lnTo>
                  <a:lnTo>
                    <a:pt x="77996" y="21551"/>
                  </a:lnTo>
                  <a:lnTo>
                    <a:pt x="66901" y="23830"/>
                  </a:lnTo>
                  <a:lnTo>
                    <a:pt x="64014" y="7690"/>
                  </a:lnTo>
                  <a:lnTo>
                    <a:pt x="49849" y="0"/>
                  </a:ln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41"/>
            <p:cNvSpPr/>
            <p:nvPr/>
          </p:nvSpPr>
          <p:spPr>
            <a:xfrm>
              <a:off x="4096850" y="1765625"/>
              <a:ext cx="121600" cy="101800"/>
            </a:xfrm>
            <a:custGeom>
              <a:rect b="b" l="l" r="r" t="t"/>
              <a:pathLst>
                <a:path extrusionOk="0" h="4072" w="4864">
                  <a:moveTo>
                    <a:pt x="2466" y="0"/>
                  </a:moveTo>
                  <a:cubicBezTo>
                    <a:pt x="1545" y="0"/>
                    <a:pt x="645" y="453"/>
                    <a:pt x="365" y="1394"/>
                  </a:cubicBezTo>
                  <a:cubicBezTo>
                    <a:pt x="0" y="2640"/>
                    <a:pt x="912" y="3978"/>
                    <a:pt x="2219" y="4069"/>
                  </a:cubicBezTo>
                  <a:cubicBezTo>
                    <a:pt x="2260" y="4071"/>
                    <a:pt x="2300" y="4072"/>
                    <a:pt x="2341" y="4072"/>
                  </a:cubicBezTo>
                  <a:cubicBezTo>
                    <a:pt x="3035" y="4072"/>
                    <a:pt x="3768" y="3826"/>
                    <a:pt x="4256" y="3309"/>
                  </a:cubicBezTo>
                  <a:cubicBezTo>
                    <a:pt x="4742" y="2762"/>
                    <a:pt x="4864" y="1972"/>
                    <a:pt x="4590" y="1333"/>
                  </a:cubicBezTo>
                  <a:cubicBezTo>
                    <a:pt x="4438" y="938"/>
                    <a:pt x="4195" y="604"/>
                    <a:pt x="3830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41"/>
            <p:cNvSpPr/>
            <p:nvPr/>
          </p:nvSpPr>
          <p:spPr>
            <a:xfrm>
              <a:off x="4131800" y="179480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35" y="0"/>
                  </a:moveTo>
                  <a:cubicBezTo>
                    <a:pt x="640" y="0"/>
                    <a:pt x="270" y="191"/>
                    <a:pt x="153" y="622"/>
                  </a:cubicBezTo>
                  <a:cubicBezTo>
                    <a:pt x="1" y="1170"/>
                    <a:pt x="365" y="1747"/>
                    <a:pt x="943" y="1777"/>
                  </a:cubicBezTo>
                  <a:cubicBezTo>
                    <a:pt x="1247" y="1777"/>
                    <a:pt x="1642" y="1717"/>
                    <a:pt x="1824" y="1443"/>
                  </a:cubicBezTo>
                  <a:cubicBezTo>
                    <a:pt x="2098" y="1230"/>
                    <a:pt x="2128" y="835"/>
                    <a:pt x="2007" y="562"/>
                  </a:cubicBezTo>
                  <a:cubicBezTo>
                    <a:pt x="1946" y="410"/>
                    <a:pt x="1824" y="258"/>
                    <a:pt x="1672" y="166"/>
                  </a:cubicBezTo>
                  <a:cubicBezTo>
                    <a:pt x="1478" y="58"/>
                    <a:pt x="1253" y="0"/>
                    <a:pt x="1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41"/>
            <p:cNvSpPr/>
            <p:nvPr/>
          </p:nvSpPr>
          <p:spPr>
            <a:xfrm>
              <a:off x="3741975" y="1578175"/>
              <a:ext cx="120850" cy="101725"/>
            </a:xfrm>
            <a:custGeom>
              <a:rect b="b" l="l" r="r" t="t"/>
              <a:pathLst>
                <a:path extrusionOk="0" h="4069" w="4834">
                  <a:moveTo>
                    <a:pt x="2477" y="0"/>
                  </a:moveTo>
                  <a:cubicBezTo>
                    <a:pt x="1564" y="0"/>
                    <a:pt x="674" y="461"/>
                    <a:pt x="396" y="1415"/>
                  </a:cubicBezTo>
                  <a:cubicBezTo>
                    <a:pt x="1" y="2661"/>
                    <a:pt x="912" y="3999"/>
                    <a:pt x="2250" y="4059"/>
                  </a:cubicBezTo>
                  <a:cubicBezTo>
                    <a:pt x="2322" y="4065"/>
                    <a:pt x="2396" y="4068"/>
                    <a:pt x="2469" y="4068"/>
                  </a:cubicBezTo>
                  <a:cubicBezTo>
                    <a:pt x="3134" y="4068"/>
                    <a:pt x="3818" y="3820"/>
                    <a:pt x="4256" y="3299"/>
                  </a:cubicBezTo>
                  <a:cubicBezTo>
                    <a:pt x="4712" y="2813"/>
                    <a:pt x="4834" y="2023"/>
                    <a:pt x="4621" y="1324"/>
                  </a:cubicBezTo>
                  <a:cubicBezTo>
                    <a:pt x="4469" y="959"/>
                    <a:pt x="4226" y="594"/>
                    <a:pt x="3861" y="381"/>
                  </a:cubicBezTo>
                  <a:cubicBezTo>
                    <a:pt x="3451" y="129"/>
                    <a:pt x="2961" y="0"/>
                    <a:pt x="2477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41"/>
            <p:cNvSpPr/>
            <p:nvPr/>
          </p:nvSpPr>
          <p:spPr>
            <a:xfrm>
              <a:off x="3777700" y="1607275"/>
              <a:ext cx="53200" cy="45050"/>
            </a:xfrm>
            <a:custGeom>
              <a:rect b="b" l="l" r="r" t="t"/>
              <a:pathLst>
                <a:path extrusionOk="0" h="1802" w="2128">
                  <a:moveTo>
                    <a:pt x="1055" y="1"/>
                  </a:moveTo>
                  <a:cubicBezTo>
                    <a:pt x="653" y="1"/>
                    <a:pt x="272" y="197"/>
                    <a:pt x="152" y="616"/>
                  </a:cubicBezTo>
                  <a:cubicBezTo>
                    <a:pt x="0" y="1193"/>
                    <a:pt x="365" y="1771"/>
                    <a:pt x="942" y="1801"/>
                  </a:cubicBezTo>
                  <a:cubicBezTo>
                    <a:pt x="1246" y="1801"/>
                    <a:pt x="1611" y="1740"/>
                    <a:pt x="1824" y="1467"/>
                  </a:cubicBezTo>
                  <a:cubicBezTo>
                    <a:pt x="2067" y="1224"/>
                    <a:pt x="2128" y="889"/>
                    <a:pt x="2006" y="585"/>
                  </a:cubicBezTo>
                  <a:cubicBezTo>
                    <a:pt x="1915" y="433"/>
                    <a:pt x="1824" y="281"/>
                    <a:pt x="1672" y="160"/>
                  </a:cubicBezTo>
                  <a:cubicBezTo>
                    <a:pt x="1484" y="55"/>
                    <a:pt x="1266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41"/>
            <p:cNvSpPr/>
            <p:nvPr/>
          </p:nvSpPr>
          <p:spPr>
            <a:xfrm>
              <a:off x="3464625" y="2089550"/>
              <a:ext cx="120850" cy="101600"/>
            </a:xfrm>
            <a:custGeom>
              <a:rect b="b" l="l" r="r" t="t"/>
              <a:pathLst>
                <a:path extrusionOk="0" h="4064" w="4834">
                  <a:moveTo>
                    <a:pt x="2470" y="0"/>
                  </a:moveTo>
                  <a:cubicBezTo>
                    <a:pt x="1559" y="0"/>
                    <a:pt x="673" y="454"/>
                    <a:pt x="395" y="1386"/>
                  </a:cubicBezTo>
                  <a:cubicBezTo>
                    <a:pt x="0" y="2662"/>
                    <a:pt x="912" y="3969"/>
                    <a:pt x="2249" y="4061"/>
                  </a:cubicBezTo>
                  <a:cubicBezTo>
                    <a:pt x="2294" y="4062"/>
                    <a:pt x="2339" y="4063"/>
                    <a:pt x="2385" y="4063"/>
                  </a:cubicBezTo>
                  <a:cubicBezTo>
                    <a:pt x="3075" y="4063"/>
                    <a:pt x="3799" y="3843"/>
                    <a:pt x="4256" y="3301"/>
                  </a:cubicBezTo>
                  <a:cubicBezTo>
                    <a:pt x="4772" y="2754"/>
                    <a:pt x="4833" y="1963"/>
                    <a:pt x="4620" y="1325"/>
                  </a:cubicBezTo>
                  <a:cubicBezTo>
                    <a:pt x="4468" y="930"/>
                    <a:pt x="4225" y="595"/>
                    <a:pt x="3860" y="383"/>
                  </a:cubicBezTo>
                  <a:cubicBezTo>
                    <a:pt x="3448" y="129"/>
                    <a:pt x="2955" y="0"/>
                    <a:pt x="2470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1"/>
            <p:cNvSpPr/>
            <p:nvPr/>
          </p:nvSpPr>
          <p:spPr>
            <a:xfrm>
              <a:off x="3500325" y="21177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35" y="0"/>
                  </a:moveTo>
                  <a:cubicBezTo>
                    <a:pt x="640" y="0"/>
                    <a:pt x="270" y="192"/>
                    <a:pt x="153" y="623"/>
                  </a:cubicBezTo>
                  <a:cubicBezTo>
                    <a:pt x="1" y="1170"/>
                    <a:pt x="366" y="1747"/>
                    <a:pt x="943" y="1778"/>
                  </a:cubicBezTo>
                  <a:cubicBezTo>
                    <a:pt x="1247" y="1778"/>
                    <a:pt x="1612" y="1717"/>
                    <a:pt x="1825" y="1443"/>
                  </a:cubicBezTo>
                  <a:cubicBezTo>
                    <a:pt x="2068" y="1230"/>
                    <a:pt x="2128" y="866"/>
                    <a:pt x="2007" y="562"/>
                  </a:cubicBezTo>
                  <a:cubicBezTo>
                    <a:pt x="1916" y="410"/>
                    <a:pt x="1825" y="258"/>
                    <a:pt x="1673" y="167"/>
                  </a:cubicBezTo>
                  <a:cubicBezTo>
                    <a:pt x="1478" y="59"/>
                    <a:pt x="1253" y="0"/>
                    <a:pt x="1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41"/>
            <p:cNvSpPr/>
            <p:nvPr/>
          </p:nvSpPr>
          <p:spPr>
            <a:xfrm>
              <a:off x="3125700" y="213417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81" y="0"/>
                  </a:moveTo>
                  <a:cubicBezTo>
                    <a:pt x="1562" y="0"/>
                    <a:pt x="656" y="453"/>
                    <a:pt x="396" y="1394"/>
                  </a:cubicBezTo>
                  <a:cubicBezTo>
                    <a:pt x="1" y="2640"/>
                    <a:pt x="913" y="3978"/>
                    <a:pt x="2250" y="4069"/>
                  </a:cubicBezTo>
                  <a:cubicBezTo>
                    <a:pt x="2289" y="4071"/>
                    <a:pt x="2328" y="4071"/>
                    <a:pt x="2367" y="4071"/>
                  </a:cubicBezTo>
                  <a:cubicBezTo>
                    <a:pt x="3039" y="4071"/>
                    <a:pt x="3797" y="3826"/>
                    <a:pt x="4256" y="3309"/>
                  </a:cubicBezTo>
                  <a:cubicBezTo>
                    <a:pt x="4712" y="2762"/>
                    <a:pt x="4834" y="1972"/>
                    <a:pt x="4590" y="1333"/>
                  </a:cubicBezTo>
                  <a:cubicBezTo>
                    <a:pt x="4438" y="938"/>
                    <a:pt x="4226" y="604"/>
                    <a:pt x="3831" y="361"/>
                  </a:cubicBezTo>
                  <a:cubicBezTo>
                    <a:pt x="3436" y="122"/>
                    <a:pt x="2957" y="0"/>
                    <a:pt x="2481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1"/>
            <p:cNvSpPr/>
            <p:nvPr/>
          </p:nvSpPr>
          <p:spPr>
            <a:xfrm>
              <a:off x="3160650" y="21633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56" y="0"/>
                  </a:moveTo>
                  <a:cubicBezTo>
                    <a:pt x="667" y="0"/>
                    <a:pt x="290" y="191"/>
                    <a:pt x="153" y="622"/>
                  </a:cubicBezTo>
                  <a:cubicBezTo>
                    <a:pt x="1" y="1169"/>
                    <a:pt x="396" y="1747"/>
                    <a:pt x="974" y="1777"/>
                  </a:cubicBezTo>
                  <a:cubicBezTo>
                    <a:pt x="1277" y="1777"/>
                    <a:pt x="1642" y="1716"/>
                    <a:pt x="1825" y="1443"/>
                  </a:cubicBezTo>
                  <a:cubicBezTo>
                    <a:pt x="2068" y="1230"/>
                    <a:pt x="2129" y="835"/>
                    <a:pt x="2037" y="561"/>
                  </a:cubicBezTo>
                  <a:cubicBezTo>
                    <a:pt x="1946" y="409"/>
                    <a:pt x="1825" y="258"/>
                    <a:pt x="1673" y="166"/>
                  </a:cubicBezTo>
                  <a:cubicBezTo>
                    <a:pt x="1489" y="58"/>
                    <a:pt x="1271" y="0"/>
                    <a:pt x="10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41"/>
            <p:cNvSpPr/>
            <p:nvPr/>
          </p:nvSpPr>
          <p:spPr>
            <a:xfrm>
              <a:off x="2926600" y="1967000"/>
              <a:ext cx="121625" cy="101800"/>
            </a:xfrm>
            <a:custGeom>
              <a:rect b="b" l="l" r="r" t="t"/>
              <a:pathLst>
                <a:path extrusionOk="0" h="4072" w="4865">
                  <a:moveTo>
                    <a:pt x="2466" y="0"/>
                  </a:moveTo>
                  <a:cubicBezTo>
                    <a:pt x="1546" y="0"/>
                    <a:pt x="646" y="453"/>
                    <a:pt x="366" y="1394"/>
                  </a:cubicBezTo>
                  <a:cubicBezTo>
                    <a:pt x="1" y="2640"/>
                    <a:pt x="882" y="3978"/>
                    <a:pt x="2220" y="4069"/>
                  </a:cubicBezTo>
                  <a:cubicBezTo>
                    <a:pt x="2260" y="4071"/>
                    <a:pt x="2301" y="4071"/>
                    <a:pt x="2342" y="4071"/>
                  </a:cubicBezTo>
                  <a:cubicBezTo>
                    <a:pt x="3036" y="4071"/>
                    <a:pt x="3768" y="3826"/>
                    <a:pt x="4256" y="3309"/>
                  </a:cubicBezTo>
                  <a:cubicBezTo>
                    <a:pt x="4743" y="2792"/>
                    <a:pt x="4864" y="2002"/>
                    <a:pt x="4591" y="1333"/>
                  </a:cubicBezTo>
                  <a:cubicBezTo>
                    <a:pt x="4439" y="938"/>
                    <a:pt x="4196" y="604"/>
                    <a:pt x="3831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1"/>
            <p:cNvSpPr/>
            <p:nvPr/>
          </p:nvSpPr>
          <p:spPr>
            <a:xfrm>
              <a:off x="2961575" y="1995800"/>
              <a:ext cx="53200" cy="44825"/>
            </a:xfrm>
            <a:custGeom>
              <a:rect b="b" l="l" r="r" t="t"/>
              <a:pathLst>
                <a:path extrusionOk="0" h="1793" w="2128">
                  <a:moveTo>
                    <a:pt x="1030" y="0"/>
                  </a:moveTo>
                  <a:cubicBezTo>
                    <a:pt x="637" y="0"/>
                    <a:pt x="269" y="197"/>
                    <a:pt x="152" y="607"/>
                  </a:cubicBezTo>
                  <a:cubicBezTo>
                    <a:pt x="0" y="1184"/>
                    <a:pt x="365" y="1762"/>
                    <a:pt x="942" y="1792"/>
                  </a:cubicBezTo>
                  <a:cubicBezTo>
                    <a:pt x="1246" y="1792"/>
                    <a:pt x="1642" y="1731"/>
                    <a:pt x="1824" y="1458"/>
                  </a:cubicBezTo>
                  <a:cubicBezTo>
                    <a:pt x="2098" y="1245"/>
                    <a:pt x="2128" y="850"/>
                    <a:pt x="2006" y="576"/>
                  </a:cubicBezTo>
                  <a:cubicBezTo>
                    <a:pt x="1946" y="424"/>
                    <a:pt x="1824" y="272"/>
                    <a:pt x="1672" y="181"/>
                  </a:cubicBezTo>
                  <a:cubicBezTo>
                    <a:pt x="1476" y="62"/>
                    <a:pt x="1249" y="0"/>
                    <a:pt x="10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41"/>
            <p:cNvSpPr/>
            <p:nvPr/>
          </p:nvSpPr>
          <p:spPr>
            <a:xfrm>
              <a:off x="4450950" y="2111375"/>
              <a:ext cx="120850" cy="101200"/>
            </a:xfrm>
            <a:custGeom>
              <a:rect b="b" l="l" r="r" t="t"/>
              <a:pathLst>
                <a:path extrusionOk="0" h="4048" w="4834">
                  <a:moveTo>
                    <a:pt x="2466" y="0"/>
                  </a:moveTo>
                  <a:cubicBezTo>
                    <a:pt x="1546" y="0"/>
                    <a:pt x="646" y="453"/>
                    <a:pt x="366" y="1394"/>
                  </a:cubicBezTo>
                  <a:cubicBezTo>
                    <a:pt x="1" y="2640"/>
                    <a:pt x="913" y="3978"/>
                    <a:pt x="2250" y="4039"/>
                  </a:cubicBezTo>
                  <a:cubicBezTo>
                    <a:pt x="2320" y="4045"/>
                    <a:pt x="2390" y="4048"/>
                    <a:pt x="2462" y="4048"/>
                  </a:cubicBezTo>
                  <a:cubicBezTo>
                    <a:pt x="3109" y="4048"/>
                    <a:pt x="3818" y="3799"/>
                    <a:pt x="4256" y="3279"/>
                  </a:cubicBezTo>
                  <a:cubicBezTo>
                    <a:pt x="4712" y="2792"/>
                    <a:pt x="4834" y="2002"/>
                    <a:pt x="4591" y="1333"/>
                  </a:cubicBezTo>
                  <a:cubicBezTo>
                    <a:pt x="4439" y="938"/>
                    <a:pt x="4226" y="604"/>
                    <a:pt x="3831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1"/>
            <p:cNvSpPr/>
            <p:nvPr/>
          </p:nvSpPr>
          <p:spPr>
            <a:xfrm>
              <a:off x="4485900" y="21405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49" y="0"/>
                  </a:moveTo>
                  <a:cubicBezTo>
                    <a:pt x="653" y="0"/>
                    <a:pt x="271" y="191"/>
                    <a:pt x="153" y="622"/>
                  </a:cubicBezTo>
                  <a:cubicBezTo>
                    <a:pt x="1" y="1170"/>
                    <a:pt x="396" y="1747"/>
                    <a:pt x="943" y="1777"/>
                  </a:cubicBezTo>
                  <a:cubicBezTo>
                    <a:pt x="1247" y="1777"/>
                    <a:pt x="1642" y="1717"/>
                    <a:pt x="1825" y="1443"/>
                  </a:cubicBezTo>
                  <a:cubicBezTo>
                    <a:pt x="2068" y="1230"/>
                    <a:pt x="2129" y="866"/>
                    <a:pt x="2007" y="562"/>
                  </a:cubicBezTo>
                  <a:cubicBezTo>
                    <a:pt x="1946" y="410"/>
                    <a:pt x="1825" y="258"/>
                    <a:pt x="1673" y="166"/>
                  </a:cubicBezTo>
                  <a:cubicBezTo>
                    <a:pt x="1489" y="58"/>
                    <a:pt x="1267" y="0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1"/>
            <p:cNvSpPr/>
            <p:nvPr/>
          </p:nvSpPr>
          <p:spPr>
            <a:xfrm>
              <a:off x="4640175" y="1900325"/>
              <a:ext cx="120075" cy="101600"/>
            </a:xfrm>
            <a:custGeom>
              <a:rect b="b" l="l" r="r" t="t"/>
              <a:pathLst>
                <a:path extrusionOk="0" h="4064" w="4803">
                  <a:moveTo>
                    <a:pt x="2440" y="1"/>
                  </a:moveTo>
                  <a:cubicBezTo>
                    <a:pt x="1528" y="1"/>
                    <a:pt x="643" y="454"/>
                    <a:pt x="365" y="1386"/>
                  </a:cubicBezTo>
                  <a:cubicBezTo>
                    <a:pt x="0" y="2663"/>
                    <a:pt x="882" y="4000"/>
                    <a:pt x="2219" y="4061"/>
                  </a:cubicBezTo>
                  <a:cubicBezTo>
                    <a:pt x="2264" y="4063"/>
                    <a:pt x="2309" y="4064"/>
                    <a:pt x="2355" y="4064"/>
                  </a:cubicBezTo>
                  <a:cubicBezTo>
                    <a:pt x="3045" y="4064"/>
                    <a:pt x="3771" y="3843"/>
                    <a:pt x="4256" y="3301"/>
                  </a:cubicBezTo>
                  <a:cubicBezTo>
                    <a:pt x="4712" y="2815"/>
                    <a:pt x="4803" y="2025"/>
                    <a:pt x="4590" y="1325"/>
                  </a:cubicBezTo>
                  <a:cubicBezTo>
                    <a:pt x="4438" y="961"/>
                    <a:pt x="4195" y="596"/>
                    <a:pt x="3830" y="383"/>
                  </a:cubicBezTo>
                  <a:cubicBezTo>
                    <a:pt x="3418" y="130"/>
                    <a:pt x="2925" y="1"/>
                    <a:pt x="2440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41"/>
            <p:cNvSpPr/>
            <p:nvPr/>
          </p:nvSpPr>
          <p:spPr>
            <a:xfrm>
              <a:off x="4675125" y="1929475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55" y="1"/>
                  </a:moveTo>
                  <a:cubicBezTo>
                    <a:pt x="653" y="1"/>
                    <a:pt x="272" y="197"/>
                    <a:pt x="152" y="615"/>
                  </a:cubicBezTo>
                  <a:cubicBezTo>
                    <a:pt x="1" y="1193"/>
                    <a:pt x="365" y="1740"/>
                    <a:pt x="943" y="1801"/>
                  </a:cubicBezTo>
                  <a:cubicBezTo>
                    <a:pt x="1247" y="1801"/>
                    <a:pt x="1642" y="1710"/>
                    <a:pt x="1824" y="1436"/>
                  </a:cubicBezTo>
                  <a:cubicBezTo>
                    <a:pt x="2098" y="1223"/>
                    <a:pt x="2128" y="889"/>
                    <a:pt x="2007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84" y="55"/>
                    <a:pt x="1267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41"/>
            <p:cNvSpPr/>
            <p:nvPr/>
          </p:nvSpPr>
          <p:spPr>
            <a:xfrm>
              <a:off x="4860550" y="2507500"/>
              <a:ext cx="120075" cy="101575"/>
            </a:xfrm>
            <a:custGeom>
              <a:rect b="b" l="l" r="r" t="t"/>
              <a:pathLst>
                <a:path extrusionOk="0" h="4063" w="4803">
                  <a:moveTo>
                    <a:pt x="2439" y="0"/>
                  </a:moveTo>
                  <a:cubicBezTo>
                    <a:pt x="1528" y="0"/>
                    <a:pt x="642" y="453"/>
                    <a:pt x="365" y="1385"/>
                  </a:cubicBezTo>
                  <a:cubicBezTo>
                    <a:pt x="0" y="2662"/>
                    <a:pt x="882" y="3969"/>
                    <a:pt x="2219" y="4060"/>
                  </a:cubicBezTo>
                  <a:cubicBezTo>
                    <a:pt x="2264" y="4062"/>
                    <a:pt x="2309" y="4063"/>
                    <a:pt x="2354" y="4063"/>
                  </a:cubicBezTo>
                  <a:cubicBezTo>
                    <a:pt x="3045" y="4063"/>
                    <a:pt x="3769" y="3842"/>
                    <a:pt x="4225" y="3300"/>
                  </a:cubicBezTo>
                  <a:cubicBezTo>
                    <a:pt x="4711" y="2753"/>
                    <a:pt x="4803" y="1963"/>
                    <a:pt x="4590" y="1325"/>
                  </a:cubicBezTo>
                  <a:cubicBezTo>
                    <a:pt x="4438" y="929"/>
                    <a:pt x="4195" y="595"/>
                    <a:pt x="3830" y="382"/>
                  </a:cubicBezTo>
                  <a:cubicBezTo>
                    <a:pt x="3418" y="129"/>
                    <a:pt x="2925" y="0"/>
                    <a:pt x="2439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41"/>
            <p:cNvSpPr/>
            <p:nvPr/>
          </p:nvSpPr>
          <p:spPr>
            <a:xfrm>
              <a:off x="4895500" y="2536625"/>
              <a:ext cx="52450" cy="45025"/>
            </a:xfrm>
            <a:custGeom>
              <a:rect b="b" l="l" r="r" t="t"/>
              <a:pathLst>
                <a:path extrusionOk="0" h="1801" w="2098">
                  <a:moveTo>
                    <a:pt x="1055" y="1"/>
                  </a:moveTo>
                  <a:cubicBezTo>
                    <a:pt x="653" y="1"/>
                    <a:pt x="272" y="197"/>
                    <a:pt x="152" y="615"/>
                  </a:cubicBezTo>
                  <a:cubicBezTo>
                    <a:pt x="0" y="1193"/>
                    <a:pt x="365" y="1740"/>
                    <a:pt x="943" y="1801"/>
                  </a:cubicBezTo>
                  <a:cubicBezTo>
                    <a:pt x="1246" y="1801"/>
                    <a:pt x="1642" y="1710"/>
                    <a:pt x="1824" y="1436"/>
                  </a:cubicBezTo>
                  <a:cubicBezTo>
                    <a:pt x="2037" y="1193"/>
                    <a:pt x="2098" y="828"/>
                    <a:pt x="2006" y="585"/>
                  </a:cubicBezTo>
                  <a:cubicBezTo>
                    <a:pt x="1946" y="433"/>
                    <a:pt x="1824" y="281"/>
                    <a:pt x="1672" y="160"/>
                  </a:cubicBezTo>
                  <a:cubicBezTo>
                    <a:pt x="1484" y="55"/>
                    <a:pt x="1266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41"/>
            <p:cNvSpPr/>
            <p:nvPr/>
          </p:nvSpPr>
          <p:spPr>
            <a:xfrm>
              <a:off x="5207800" y="238492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66" y="1"/>
                  </a:moveTo>
                  <a:cubicBezTo>
                    <a:pt x="1546" y="1"/>
                    <a:pt x="646" y="454"/>
                    <a:pt x="366" y="1395"/>
                  </a:cubicBezTo>
                  <a:cubicBezTo>
                    <a:pt x="1" y="2641"/>
                    <a:pt x="913" y="3978"/>
                    <a:pt x="2250" y="4069"/>
                  </a:cubicBezTo>
                  <a:cubicBezTo>
                    <a:pt x="2289" y="4071"/>
                    <a:pt x="2328" y="4072"/>
                    <a:pt x="2367" y="4072"/>
                  </a:cubicBezTo>
                  <a:cubicBezTo>
                    <a:pt x="3039" y="4072"/>
                    <a:pt x="3797" y="3826"/>
                    <a:pt x="4256" y="3310"/>
                  </a:cubicBezTo>
                  <a:cubicBezTo>
                    <a:pt x="4743" y="2793"/>
                    <a:pt x="4834" y="2003"/>
                    <a:pt x="4591" y="1334"/>
                  </a:cubicBezTo>
                  <a:cubicBezTo>
                    <a:pt x="4439" y="939"/>
                    <a:pt x="4226" y="604"/>
                    <a:pt x="3831" y="361"/>
                  </a:cubicBezTo>
                  <a:cubicBezTo>
                    <a:pt x="3426" y="123"/>
                    <a:pt x="2943" y="1"/>
                    <a:pt x="2466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41"/>
            <p:cNvSpPr/>
            <p:nvPr/>
          </p:nvSpPr>
          <p:spPr>
            <a:xfrm>
              <a:off x="5242775" y="2414100"/>
              <a:ext cx="53200" cy="44450"/>
            </a:xfrm>
            <a:custGeom>
              <a:rect b="b" l="l" r="r" t="t"/>
              <a:pathLst>
                <a:path extrusionOk="0" h="1778" w="2128">
                  <a:moveTo>
                    <a:pt x="1055" y="1"/>
                  </a:moveTo>
                  <a:cubicBezTo>
                    <a:pt x="666" y="1"/>
                    <a:pt x="289" y="192"/>
                    <a:pt x="152" y="623"/>
                  </a:cubicBezTo>
                  <a:cubicBezTo>
                    <a:pt x="0" y="1170"/>
                    <a:pt x="395" y="1747"/>
                    <a:pt x="973" y="1778"/>
                  </a:cubicBezTo>
                  <a:cubicBezTo>
                    <a:pt x="1277" y="1778"/>
                    <a:pt x="1641" y="1717"/>
                    <a:pt x="1824" y="1443"/>
                  </a:cubicBezTo>
                  <a:cubicBezTo>
                    <a:pt x="2097" y="1231"/>
                    <a:pt x="2128" y="866"/>
                    <a:pt x="2037" y="562"/>
                  </a:cubicBezTo>
                  <a:cubicBezTo>
                    <a:pt x="1945" y="410"/>
                    <a:pt x="1824" y="258"/>
                    <a:pt x="1672" y="167"/>
                  </a:cubicBezTo>
                  <a:cubicBezTo>
                    <a:pt x="1488" y="59"/>
                    <a:pt x="1270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41"/>
            <p:cNvSpPr/>
            <p:nvPr/>
          </p:nvSpPr>
          <p:spPr>
            <a:xfrm>
              <a:off x="5370425" y="2089550"/>
              <a:ext cx="121600" cy="101600"/>
            </a:xfrm>
            <a:custGeom>
              <a:rect b="b" l="l" r="r" t="t"/>
              <a:pathLst>
                <a:path extrusionOk="0" h="4064" w="4864">
                  <a:moveTo>
                    <a:pt x="2440" y="0"/>
                  </a:moveTo>
                  <a:cubicBezTo>
                    <a:pt x="1529" y="0"/>
                    <a:pt x="643" y="454"/>
                    <a:pt x="365" y="1386"/>
                  </a:cubicBezTo>
                  <a:cubicBezTo>
                    <a:pt x="1" y="2662"/>
                    <a:pt x="912" y="3969"/>
                    <a:pt x="2219" y="4061"/>
                  </a:cubicBezTo>
                  <a:cubicBezTo>
                    <a:pt x="2264" y="4062"/>
                    <a:pt x="2310" y="4063"/>
                    <a:pt x="2355" y="4063"/>
                  </a:cubicBezTo>
                  <a:cubicBezTo>
                    <a:pt x="3045" y="4063"/>
                    <a:pt x="3771" y="3843"/>
                    <a:pt x="4256" y="3301"/>
                  </a:cubicBezTo>
                  <a:cubicBezTo>
                    <a:pt x="4742" y="2754"/>
                    <a:pt x="4864" y="1963"/>
                    <a:pt x="4590" y="1325"/>
                  </a:cubicBezTo>
                  <a:cubicBezTo>
                    <a:pt x="4438" y="930"/>
                    <a:pt x="4226" y="595"/>
                    <a:pt x="3830" y="383"/>
                  </a:cubicBezTo>
                  <a:cubicBezTo>
                    <a:pt x="3418" y="129"/>
                    <a:pt x="2926" y="0"/>
                    <a:pt x="2440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41"/>
            <p:cNvSpPr/>
            <p:nvPr/>
          </p:nvSpPr>
          <p:spPr>
            <a:xfrm>
              <a:off x="5406150" y="2117750"/>
              <a:ext cx="52450" cy="44450"/>
            </a:xfrm>
            <a:custGeom>
              <a:rect b="b" l="l" r="r" t="t"/>
              <a:pathLst>
                <a:path extrusionOk="0" h="1778" w="2098">
                  <a:moveTo>
                    <a:pt x="1055" y="0"/>
                  </a:moveTo>
                  <a:cubicBezTo>
                    <a:pt x="666" y="0"/>
                    <a:pt x="289" y="192"/>
                    <a:pt x="152" y="623"/>
                  </a:cubicBezTo>
                  <a:cubicBezTo>
                    <a:pt x="0" y="1170"/>
                    <a:pt x="395" y="1747"/>
                    <a:pt x="973" y="1778"/>
                  </a:cubicBezTo>
                  <a:cubicBezTo>
                    <a:pt x="1277" y="1778"/>
                    <a:pt x="1642" y="1717"/>
                    <a:pt x="1824" y="1443"/>
                  </a:cubicBezTo>
                  <a:cubicBezTo>
                    <a:pt x="2067" y="1230"/>
                    <a:pt x="2097" y="866"/>
                    <a:pt x="2037" y="562"/>
                  </a:cubicBezTo>
                  <a:cubicBezTo>
                    <a:pt x="1946" y="410"/>
                    <a:pt x="1824" y="258"/>
                    <a:pt x="1672" y="167"/>
                  </a:cubicBezTo>
                  <a:cubicBezTo>
                    <a:pt x="1488" y="59"/>
                    <a:pt x="1270" y="0"/>
                    <a:pt x="10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41"/>
            <p:cNvSpPr/>
            <p:nvPr/>
          </p:nvSpPr>
          <p:spPr>
            <a:xfrm>
              <a:off x="5628800" y="2151125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47" y="1"/>
                  </a:moveTo>
                  <a:cubicBezTo>
                    <a:pt x="1533" y="1"/>
                    <a:pt x="643" y="461"/>
                    <a:pt x="365" y="1415"/>
                  </a:cubicBezTo>
                  <a:cubicBezTo>
                    <a:pt x="0" y="2661"/>
                    <a:pt x="912" y="3999"/>
                    <a:pt x="2249" y="4060"/>
                  </a:cubicBezTo>
                  <a:cubicBezTo>
                    <a:pt x="2292" y="4061"/>
                    <a:pt x="2336" y="4062"/>
                    <a:pt x="2380" y="4062"/>
                  </a:cubicBezTo>
                  <a:cubicBezTo>
                    <a:pt x="3048" y="4062"/>
                    <a:pt x="3799" y="3842"/>
                    <a:pt x="4256" y="3300"/>
                  </a:cubicBezTo>
                  <a:cubicBezTo>
                    <a:pt x="4711" y="2813"/>
                    <a:pt x="4833" y="2023"/>
                    <a:pt x="4590" y="1324"/>
                  </a:cubicBezTo>
                  <a:cubicBezTo>
                    <a:pt x="4438" y="959"/>
                    <a:pt x="4225" y="595"/>
                    <a:pt x="3830" y="382"/>
                  </a:cubicBezTo>
                  <a:cubicBezTo>
                    <a:pt x="3420" y="129"/>
                    <a:pt x="2930" y="1"/>
                    <a:pt x="2447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41"/>
            <p:cNvSpPr/>
            <p:nvPr/>
          </p:nvSpPr>
          <p:spPr>
            <a:xfrm>
              <a:off x="5663750" y="2180250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68" y="0"/>
                  </a:moveTo>
                  <a:cubicBezTo>
                    <a:pt x="666" y="0"/>
                    <a:pt x="272" y="197"/>
                    <a:pt x="152" y="615"/>
                  </a:cubicBezTo>
                  <a:cubicBezTo>
                    <a:pt x="0" y="1192"/>
                    <a:pt x="395" y="1770"/>
                    <a:pt x="943" y="1800"/>
                  </a:cubicBezTo>
                  <a:cubicBezTo>
                    <a:pt x="1247" y="1800"/>
                    <a:pt x="1642" y="1709"/>
                    <a:pt x="1824" y="1466"/>
                  </a:cubicBezTo>
                  <a:cubicBezTo>
                    <a:pt x="2098" y="1223"/>
                    <a:pt x="2128" y="858"/>
                    <a:pt x="2006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41"/>
            <p:cNvSpPr/>
            <p:nvPr/>
          </p:nvSpPr>
          <p:spPr>
            <a:xfrm>
              <a:off x="5786850" y="240772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96" y="1"/>
                  </a:moveTo>
                  <a:cubicBezTo>
                    <a:pt x="1576" y="1"/>
                    <a:pt x="676" y="454"/>
                    <a:pt x="396" y="1395"/>
                  </a:cubicBezTo>
                  <a:cubicBezTo>
                    <a:pt x="0" y="2641"/>
                    <a:pt x="912" y="3978"/>
                    <a:pt x="2250" y="4069"/>
                  </a:cubicBezTo>
                  <a:cubicBezTo>
                    <a:pt x="2290" y="4071"/>
                    <a:pt x="2331" y="4072"/>
                    <a:pt x="2371" y="4072"/>
                  </a:cubicBezTo>
                  <a:cubicBezTo>
                    <a:pt x="3066" y="4072"/>
                    <a:pt x="3796" y="3826"/>
                    <a:pt x="4256" y="3309"/>
                  </a:cubicBezTo>
                  <a:cubicBezTo>
                    <a:pt x="4742" y="2762"/>
                    <a:pt x="4833" y="1972"/>
                    <a:pt x="4621" y="1334"/>
                  </a:cubicBezTo>
                  <a:cubicBezTo>
                    <a:pt x="4469" y="939"/>
                    <a:pt x="4225" y="604"/>
                    <a:pt x="3861" y="361"/>
                  </a:cubicBezTo>
                  <a:cubicBezTo>
                    <a:pt x="3456" y="122"/>
                    <a:pt x="2973" y="1"/>
                    <a:pt x="2496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41"/>
            <p:cNvSpPr/>
            <p:nvPr/>
          </p:nvSpPr>
          <p:spPr>
            <a:xfrm>
              <a:off x="5822575" y="2435575"/>
              <a:ext cx="53200" cy="45025"/>
            </a:xfrm>
            <a:custGeom>
              <a:rect b="b" l="l" r="r" t="t"/>
              <a:pathLst>
                <a:path extrusionOk="0" h="1801" w="2128">
                  <a:moveTo>
                    <a:pt x="1055" y="0"/>
                  </a:moveTo>
                  <a:cubicBezTo>
                    <a:pt x="652" y="0"/>
                    <a:pt x="272" y="196"/>
                    <a:pt x="152" y="615"/>
                  </a:cubicBezTo>
                  <a:cubicBezTo>
                    <a:pt x="0" y="1192"/>
                    <a:pt x="365" y="1770"/>
                    <a:pt x="942" y="1800"/>
                  </a:cubicBezTo>
                  <a:cubicBezTo>
                    <a:pt x="1246" y="1800"/>
                    <a:pt x="1641" y="1740"/>
                    <a:pt x="1824" y="1466"/>
                  </a:cubicBezTo>
                  <a:cubicBezTo>
                    <a:pt x="2097" y="1223"/>
                    <a:pt x="2128" y="888"/>
                    <a:pt x="2006" y="584"/>
                  </a:cubicBezTo>
                  <a:cubicBezTo>
                    <a:pt x="1945" y="432"/>
                    <a:pt x="1824" y="281"/>
                    <a:pt x="1672" y="159"/>
                  </a:cubicBezTo>
                  <a:cubicBezTo>
                    <a:pt x="1483" y="54"/>
                    <a:pt x="1266" y="0"/>
                    <a:pt x="10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41"/>
            <p:cNvSpPr/>
            <p:nvPr/>
          </p:nvSpPr>
          <p:spPr>
            <a:xfrm>
              <a:off x="6293700" y="2334275"/>
              <a:ext cx="120850" cy="101550"/>
            </a:xfrm>
            <a:custGeom>
              <a:rect b="b" l="l" r="r" t="t"/>
              <a:pathLst>
                <a:path extrusionOk="0" h="4062" w="4834">
                  <a:moveTo>
                    <a:pt x="2447" y="0"/>
                  </a:moveTo>
                  <a:cubicBezTo>
                    <a:pt x="1533" y="0"/>
                    <a:pt x="643" y="460"/>
                    <a:pt x="365" y="1415"/>
                  </a:cubicBezTo>
                  <a:cubicBezTo>
                    <a:pt x="0" y="2661"/>
                    <a:pt x="912" y="3998"/>
                    <a:pt x="2250" y="4059"/>
                  </a:cubicBezTo>
                  <a:cubicBezTo>
                    <a:pt x="2293" y="4061"/>
                    <a:pt x="2336" y="4062"/>
                    <a:pt x="2380" y="4062"/>
                  </a:cubicBezTo>
                  <a:cubicBezTo>
                    <a:pt x="3049" y="4062"/>
                    <a:pt x="3799" y="3841"/>
                    <a:pt x="4256" y="3299"/>
                  </a:cubicBezTo>
                  <a:cubicBezTo>
                    <a:pt x="4712" y="2782"/>
                    <a:pt x="4833" y="1992"/>
                    <a:pt x="4590" y="1323"/>
                  </a:cubicBezTo>
                  <a:cubicBezTo>
                    <a:pt x="4438" y="959"/>
                    <a:pt x="4225" y="624"/>
                    <a:pt x="3830" y="381"/>
                  </a:cubicBezTo>
                  <a:cubicBezTo>
                    <a:pt x="3420" y="129"/>
                    <a:pt x="2930" y="0"/>
                    <a:pt x="2447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41"/>
            <p:cNvSpPr/>
            <p:nvPr/>
          </p:nvSpPr>
          <p:spPr>
            <a:xfrm>
              <a:off x="6328650" y="2362625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69" y="0"/>
                  </a:moveTo>
                  <a:cubicBezTo>
                    <a:pt x="666" y="0"/>
                    <a:pt x="272" y="196"/>
                    <a:pt x="153" y="615"/>
                  </a:cubicBezTo>
                  <a:cubicBezTo>
                    <a:pt x="1" y="1192"/>
                    <a:pt x="396" y="1770"/>
                    <a:pt x="943" y="1800"/>
                  </a:cubicBezTo>
                  <a:cubicBezTo>
                    <a:pt x="1247" y="1800"/>
                    <a:pt x="1642" y="1709"/>
                    <a:pt x="1824" y="1436"/>
                  </a:cubicBezTo>
                  <a:cubicBezTo>
                    <a:pt x="2067" y="1223"/>
                    <a:pt x="2128" y="888"/>
                    <a:pt x="2007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41"/>
            <p:cNvSpPr/>
            <p:nvPr/>
          </p:nvSpPr>
          <p:spPr>
            <a:xfrm>
              <a:off x="6511775" y="2018150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78" y="1"/>
                  </a:moveTo>
                  <a:cubicBezTo>
                    <a:pt x="1564" y="1"/>
                    <a:pt x="674" y="461"/>
                    <a:pt x="396" y="1415"/>
                  </a:cubicBezTo>
                  <a:cubicBezTo>
                    <a:pt x="1" y="2661"/>
                    <a:pt x="913" y="3999"/>
                    <a:pt x="2250" y="4059"/>
                  </a:cubicBezTo>
                  <a:cubicBezTo>
                    <a:pt x="2295" y="4061"/>
                    <a:pt x="2340" y="4062"/>
                    <a:pt x="2386" y="4062"/>
                  </a:cubicBezTo>
                  <a:cubicBezTo>
                    <a:pt x="3076" y="4062"/>
                    <a:pt x="3800" y="3841"/>
                    <a:pt x="4256" y="3300"/>
                  </a:cubicBezTo>
                  <a:cubicBezTo>
                    <a:pt x="4712" y="2783"/>
                    <a:pt x="4834" y="1962"/>
                    <a:pt x="4621" y="1324"/>
                  </a:cubicBezTo>
                  <a:cubicBezTo>
                    <a:pt x="4469" y="959"/>
                    <a:pt x="4226" y="594"/>
                    <a:pt x="3861" y="382"/>
                  </a:cubicBezTo>
                  <a:cubicBezTo>
                    <a:pt x="3451" y="129"/>
                    <a:pt x="2961" y="1"/>
                    <a:pt x="2478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41"/>
            <p:cNvSpPr/>
            <p:nvPr/>
          </p:nvSpPr>
          <p:spPr>
            <a:xfrm>
              <a:off x="6547500" y="2046500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55" y="1"/>
                  </a:moveTo>
                  <a:cubicBezTo>
                    <a:pt x="653" y="1"/>
                    <a:pt x="272" y="197"/>
                    <a:pt x="153" y="615"/>
                  </a:cubicBezTo>
                  <a:cubicBezTo>
                    <a:pt x="1" y="1193"/>
                    <a:pt x="365" y="1740"/>
                    <a:pt x="943" y="1801"/>
                  </a:cubicBezTo>
                  <a:cubicBezTo>
                    <a:pt x="1247" y="1801"/>
                    <a:pt x="1612" y="1710"/>
                    <a:pt x="1824" y="1436"/>
                  </a:cubicBezTo>
                  <a:cubicBezTo>
                    <a:pt x="2067" y="1223"/>
                    <a:pt x="2128" y="889"/>
                    <a:pt x="2007" y="585"/>
                  </a:cubicBezTo>
                  <a:cubicBezTo>
                    <a:pt x="1915" y="433"/>
                    <a:pt x="1824" y="281"/>
                    <a:pt x="1672" y="159"/>
                  </a:cubicBezTo>
                  <a:cubicBezTo>
                    <a:pt x="1484" y="55"/>
                    <a:pt x="1267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41"/>
            <p:cNvSpPr/>
            <p:nvPr/>
          </p:nvSpPr>
          <p:spPr>
            <a:xfrm>
              <a:off x="4169800" y="2162525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47" y="1"/>
                  </a:moveTo>
                  <a:cubicBezTo>
                    <a:pt x="1533" y="1"/>
                    <a:pt x="643" y="461"/>
                    <a:pt x="365" y="1415"/>
                  </a:cubicBezTo>
                  <a:cubicBezTo>
                    <a:pt x="0" y="2661"/>
                    <a:pt x="912" y="3999"/>
                    <a:pt x="2219" y="4060"/>
                  </a:cubicBezTo>
                  <a:cubicBezTo>
                    <a:pt x="2264" y="4061"/>
                    <a:pt x="2309" y="4062"/>
                    <a:pt x="2355" y="4062"/>
                  </a:cubicBezTo>
                  <a:cubicBezTo>
                    <a:pt x="3045" y="4062"/>
                    <a:pt x="3771" y="3842"/>
                    <a:pt x="4256" y="3300"/>
                  </a:cubicBezTo>
                  <a:cubicBezTo>
                    <a:pt x="4712" y="2783"/>
                    <a:pt x="4833" y="1962"/>
                    <a:pt x="4590" y="1324"/>
                  </a:cubicBezTo>
                  <a:cubicBezTo>
                    <a:pt x="4438" y="959"/>
                    <a:pt x="4225" y="594"/>
                    <a:pt x="3830" y="382"/>
                  </a:cubicBezTo>
                  <a:cubicBezTo>
                    <a:pt x="3420" y="129"/>
                    <a:pt x="2930" y="1"/>
                    <a:pt x="2447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41"/>
            <p:cNvSpPr/>
            <p:nvPr/>
          </p:nvSpPr>
          <p:spPr>
            <a:xfrm>
              <a:off x="4204750" y="2191650"/>
              <a:ext cx="52450" cy="45025"/>
            </a:xfrm>
            <a:custGeom>
              <a:rect b="b" l="l" r="r" t="t"/>
              <a:pathLst>
                <a:path extrusionOk="0" h="1801" w="2098">
                  <a:moveTo>
                    <a:pt x="1069" y="0"/>
                  </a:moveTo>
                  <a:cubicBezTo>
                    <a:pt x="666" y="0"/>
                    <a:pt x="272" y="196"/>
                    <a:pt x="153" y="615"/>
                  </a:cubicBezTo>
                  <a:cubicBezTo>
                    <a:pt x="1" y="1192"/>
                    <a:pt x="396" y="1770"/>
                    <a:pt x="943" y="1800"/>
                  </a:cubicBezTo>
                  <a:cubicBezTo>
                    <a:pt x="1247" y="1800"/>
                    <a:pt x="1642" y="1709"/>
                    <a:pt x="1824" y="1436"/>
                  </a:cubicBezTo>
                  <a:cubicBezTo>
                    <a:pt x="2067" y="1223"/>
                    <a:pt x="2098" y="858"/>
                    <a:pt x="2007" y="584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5" name="Google Shape;1225;p41"/>
          <p:cNvSpPr txBox="1"/>
          <p:nvPr>
            <p:ph idx="1" type="subTitle"/>
          </p:nvPr>
        </p:nvSpPr>
        <p:spPr>
          <a:xfrm>
            <a:off x="969000" y="1145700"/>
            <a:ext cx="7206000" cy="28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Condensed"/>
              <a:buChar char="●"/>
            </a:pPr>
            <a:r>
              <a:rPr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Which </a:t>
            </a:r>
            <a:r>
              <a:rPr b="1"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financial indicator</a:t>
            </a:r>
            <a:r>
              <a:rPr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 is most important when evaluating foreign investment opportunities?</a:t>
            </a:r>
            <a:endParaRPr sz="2000">
              <a:solidFill>
                <a:srgbClr val="000000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Condensed"/>
              <a:buChar char="●"/>
            </a:pPr>
            <a:r>
              <a:rPr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What </a:t>
            </a:r>
            <a:r>
              <a:rPr b="1"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type of Markets</a:t>
            </a:r>
            <a:r>
              <a:rPr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 are appropriate for inexperienced investors?</a:t>
            </a:r>
            <a:endParaRPr sz="2000">
              <a:solidFill>
                <a:srgbClr val="000000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Condensed"/>
              <a:buChar char="●"/>
            </a:pPr>
            <a:r>
              <a:rPr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How can </a:t>
            </a:r>
            <a:r>
              <a:rPr b="1"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currency exchange rates</a:t>
            </a:r>
            <a:r>
              <a:rPr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 impact an investment?</a:t>
            </a:r>
            <a:endParaRPr sz="2000">
              <a:solidFill>
                <a:srgbClr val="000000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ira Sans Condensed"/>
              <a:buChar char="●"/>
            </a:pPr>
            <a:r>
              <a:rPr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What </a:t>
            </a:r>
            <a:r>
              <a:rPr b="1"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investment options</a:t>
            </a:r>
            <a:r>
              <a:rPr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 are suitable for beginner investors?</a:t>
            </a:r>
            <a:endParaRPr sz="2000">
              <a:solidFill>
                <a:srgbClr val="000000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226" name="Google Shape;1226;p41"/>
          <p:cNvSpPr txBox="1"/>
          <p:nvPr>
            <p:ph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Objectives</a:t>
            </a:r>
            <a:endParaRPr sz="2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1" name="Google Shape;1231;p42"/>
          <p:cNvGrpSpPr/>
          <p:nvPr/>
        </p:nvGrpSpPr>
        <p:grpSpPr>
          <a:xfrm>
            <a:off x="-813842" y="1399457"/>
            <a:ext cx="3605778" cy="3847521"/>
            <a:chOff x="-6201300" y="564388"/>
            <a:chExt cx="4117125" cy="4393150"/>
          </a:xfrm>
        </p:grpSpPr>
        <p:sp>
          <p:nvSpPr>
            <p:cNvPr id="1232" name="Google Shape;1232;p42"/>
            <p:cNvSpPr/>
            <p:nvPr/>
          </p:nvSpPr>
          <p:spPr>
            <a:xfrm>
              <a:off x="-6201300" y="2921263"/>
              <a:ext cx="3096600" cy="2036275"/>
            </a:xfrm>
            <a:custGeom>
              <a:rect b="b" l="l" r="r" t="t"/>
              <a:pathLst>
                <a:path extrusionOk="0" h="81451" w="123864">
                  <a:moveTo>
                    <a:pt x="99969" y="1"/>
                  </a:moveTo>
                  <a:cubicBezTo>
                    <a:pt x="77449" y="1"/>
                    <a:pt x="45376" y="958"/>
                    <a:pt x="44956" y="2179"/>
                  </a:cubicBezTo>
                  <a:cubicBezTo>
                    <a:pt x="44318" y="4063"/>
                    <a:pt x="61704" y="20386"/>
                    <a:pt x="61704" y="20386"/>
                  </a:cubicBezTo>
                  <a:lnTo>
                    <a:pt x="1" y="81450"/>
                  </a:lnTo>
                  <a:lnTo>
                    <a:pt x="76416" y="81450"/>
                  </a:lnTo>
                  <a:lnTo>
                    <a:pt x="100246" y="57620"/>
                  </a:lnTo>
                  <a:cubicBezTo>
                    <a:pt x="100246" y="57620"/>
                    <a:pt x="116125" y="74262"/>
                    <a:pt x="118666" y="74262"/>
                  </a:cubicBezTo>
                  <a:cubicBezTo>
                    <a:pt x="118710" y="74262"/>
                    <a:pt x="118751" y="74257"/>
                    <a:pt x="118787" y="74247"/>
                  </a:cubicBezTo>
                  <a:cubicBezTo>
                    <a:pt x="120885" y="73578"/>
                    <a:pt x="123863" y="2665"/>
                    <a:pt x="121553" y="872"/>
                  </a:cubicBezTo>
                  <a:cubicBezTo>
                    <a:pt x="120774" y="259"/>
                    <a:pt x="111659" y="1"/>
                    <a:pt x="999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42"/>
            <p:cNvSpPr/>
            <p:nvPr/>
          </p:nvSpPr>
          <p:spPr>
            <a:xfrm>
              <a:off x="-5057150" y="1611738"/>
              <a:ext cx="621950" cy="794525"/>
            </a:xfrm>
            <a:custGeom>
              <a:rect b="b" l="l" r="r" t="t"/>
              <a:pathLst>
                <a:path extrusionOk="0" h="31781" w="24878">
                  <a:moveTo>
                    <a:pt x="19234" y="1"/>
                  </a:moveTo>
                  <a:cubicBezTo>
                    <a:pt x="18152" y="1"/>
                    <a:pt x="16957" y="310"/>
                    <a:pt x="15695" y="1033"/>
                  </a:cubicBezTo>
                  <a:cubicBezTo>
                    <a:pt x="9312" y="4711"/>
                    <a:pt x="1348" y="20577"/>
                    <a:pt x="862" y="23921"/>
                  </a:cubicBezTo>
                  <a:cubicBezTo>
                    <a:pt x="0" y="28248"/>
                    <a:pt x="2317" y="31781"/>
                    <a:pt x="5546" y="31781"/>
                  </a:cubicBezTo>
                  <a:cubicBezTo>
                    <a:pt x="7329" y="31781"/>
                    <a:pt x="9391" y="30703"/>
                    <a:pt x="11349" y="28085"/>
                  </a:cubicBezTo>
                  <a:cubicBezTo>
                    <a:pt x="12352" y="27082"/>
                    <a:pt x="24084" y="10395"/>
                    <a:pt x="24601" y="5866"/>
                  </a:cubicBezTo>
                  <a:cubicBezTo>
                    <a:pt x="24877" y="3012"/>
                    <a:pt x="22609" y="1"/>
                    <a:pt x="192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42"/>
            <p:cNvSpPr/>
            <p:nvPr/>
          </p:nvSpPr>
          <p:spPr>
            <a:xfrm>
              <a:off x="-4029100" y="1612338"/>
              <a:ext cx="648475" cy="824250"/>
            </a:xfrm>
            <a:custGeom>
              <a:rect b="b" l="l" r="r" t="t"/>
              <a:pathLst>
                <a:path extrusionOk="0" h="32970" w="25939">
                  <a:moveTo>
                    <a:pt x="5555" y="0"/>
                  </a:moveTo>
                  <a:cubicBezTo>
                    <a:pt x="2194" y="0"/>
                    <a:pt x="0" y="3026"/>
                    <a:pt x="318" y="5933"/>
                  </a:cubicBezTo>
                  <a:cubicBezTo>
                    <a:pt x="957" y="10553"/>
                    <a:pt x="13358" y="28000"/>
                    <a:pt x="14391" y="29064"/>
                  </a:cubicBezTo>
                  <a:cubicBezTo>
                    <a:pt x="16484" y="31829"/>
                    <a:pt x="18649" y="32969"/>
                    <a:pt x="20487" y="32969"/>
                  </a:cubicBezTo>
                  <a:cubicBezTo>
                    <a:pt x="23719" y="32969"/>
                    <a:pt x="25938" y="29440"/>
                    <a:pt x="24969" y="25022"/>
                  </a:cubicBezTo>
                  <a:cubicBezTo>
                    <a:pt x="24422" y="21587"/>
                    <a:pt x="15911" y="5082"/>
                    <a:pt x="9315" y="1161"/>
                  </a:cubicBezTo>
                  <a:cubicBezTo>
                    <a:pt x="7963" y="347"/>
                    <a:pt x="6692" y="0"/>
                    <a:pt x="55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42"/>
            <p:cNvSpPr/>
            <p:nvPr/>
          </p:nvSpPr>
          <p:spPr>
            <a:xfrm>
              <a:off x="-3287100" y="1634488"/>
              <a:ext cx="280050" cy="297425"/>
            </a:xfrm>
            <a:custGeom>
              <a:rect b="b" l="l" r="r" t="t"/>
              <a:pathLst>
                <a:path extrusionOk="0" h="11897" w="11202">
                  <a:moveTo>
                    <a:pt x="6721" y="0"/>
                  </a:moveTo>
                  <a:cubicBezTo>
                    <a:pt x="6709" y="0"/>
                    <a:pt x="6698" y="1"/>
                    <a:pt x="6688" y="1"/>
                  </a:cubicBezTo>
                  <a:cubicBezTo>
                    <a:pt x="5928" y="93"/>
                    <a:pt x="4195" y="1"/>
                    <a:pt x="2888" y="1126"/>
                  </a:cubicBezTo>
                  <a:cubicBezTo>
                    <a:pt x="1611" y="2190"/>
                    <a:pt x="0" y="8938"/>
                    <a:pt x="0" y="8938"/>
                  </a:cubicBezTo>
                  <a:cubicBezTo>
                    <a:pt x="0" y="8938"/>
                    <a:pt x="3376" y="11897"/>
                    <a:pt x="5228" y="11897"/>
                  </a:cubicBezTo>
                  <a:cubicBezTo>
                    <a:pt x="5612" y="11897"/>
                    <a:pt x="5931" y="11769"/>
                    <a:pt x="6140" y="11461"/>
                  </a:cubicBezTo>
                  <a:cubicBezTo>
                    <a:pt x="7417" y="11309"/>
                    <a:pt x="8420" y="10579"/>
                    <a:pt x="8420" y="10579"/>
                  </a:cubicBezTo>
                  <a:cubicBezTo>
                    <a:pt x="9514" y="10458"/>
                    <a:pt x="9849" y="9576"/>
                    <a:pt x="9514" y="8725"/>
                  </a:cubicBezTo>
                  <a:cubicBezTo>
                    <a:pt x="10335" y="8269"/>
                    <a:pt x="10092" y="6810"/>
                    <a:pt x="9393" y="6749"/>
                  </a:cubicBezTo>
                  <a:cubicBezTo>
                    <a:pt x="10335" y="6172"/>
                    <a:pt x="10001" y="4530"/>
                    <a:pt x="8937" y="4500"/>
                  </a:cubicBezTo>
                  <a:cubicBezTo>
                    <a:pt x="10031" y="3740"/>
                    <a:pt x="9484" y="2342"/>
                    <a:pt x="7995" y="2190"/>
                  </a:cubicBezTo>
                  <a:cubicBezTo>
                    <a:pt x="11202" y="2100"/>
                    <a:pt x="7552" y="0"/>
                    <a:pt x="6721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42"/>
            <p:cNvSpPr/>
            <p:nvPr/>
          </p:nvSpPr>
          <p:spPr>
            <a:xfrm>
              <a:off x="-3689250" y="1807013"/>
              <a:ext cx="570875" cy="629975"/>
            </a:xfrm>
            <a:custGeom>
              <a:rect b="b" l="l" r="r" t="t"/>
              <a:pathLst>
                <a:path extrusionOk="0" h="25199" w="22835">
                  <a:moveTo>
                    <a:pt x="15570" y="0"/>
                  </a:moveTo>
                  <a:cubicBezTo>
                    <a:pt x="10159" y="6140"/>
                    <a:pt x="5357" y="11885"/>
                    <a:pt x="2712" y="16080"/>
                  </a:cubicBezTo>
                  <a:cubicBezTo>
                    <a:pt x="1" y="21236"/>
                    <a:pt x="3107" y="25198"/>
                    <a:pt x="7000" y="25198"/>
                  </a:cubicBezTo>
                  <a:cubicBezTo>
                    <a:pt x="8868" y="25198"/>
                    <a:pt x="10916" y="24287"/>
                    <a:pt x="12591" y="22159"/>
                  </a:cubicBezTo>
                  <a:cubicBezTo>
                    <a:pt x="15691" y="18390"/>
                    <a:pt x="22834" y="4742"/>
                    <a:pt x="22834" y="4742"/>
                  </a:cubicBezTo>
                  <a:cubicBezTo>
                    <a:pt x="17394" y="3101"/>
                    <a:pt x="15570" y="0"/>
                    <a:pt x="155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42"/>
            <p:cNvSpPr/>
            <p:nvPr/>
          </p:nvSpPr>
          <p:spPr>
            <a:xfrm>
              <a:off x="-3530275" y="2028888"/>
              <a:ext cx="41075" cy="142900"/>
            </a:xfrm>
            <a:custGeom>
              <a:rect b="b" l="l" r="r" t="t"/>
              <a:pathLst>
                <a:path extrusionOk="0" h="5716" w="1643">
                  <a:moveTo>
                    <a:pt x="1490" y="1"/>
                  </a:moveTo>
                  <a:cubicBezTo>
                    <a:pt x="1429" y="1"/>
                    <a:pt x="1338" y="92"/>
                    <a:pt x="1308" y="153"/>
                  </a:cubicBezTo>
                  <a:lnTo>
                    <a:pt x="1" y="5624"/>
                  </a:lnTo>
                  <a:lnTo>
                    <a:pt x="396" y="5715"/>
                  </a:lnTo>
                  <a:lnTo>
                    <a:pt x="1277" y="1825"/>
                  </a:lnTo>
                  <a:lnTo>
                    <a:pt x="1277" y="3922"/>
                  </a:lnTo>
                  <a:lnTo>
                    <a:pt x="1642" y="3922"/>
                  </a:lnTo>
                  <a:lnTo>
                    <a:pt x="1642" y="214"/>
                  </a:lnTo>
                  <a:cubicBezTo>
                    <a:pt x="1642" y="92"/>
                    <a:pt x="1612" y="1"/>
                    <a:pt x="1490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42"/>
            <p:cNvSpPr/>
            <p:nvPr/>
          </p:nvSpPr>
          <p:spPr>
            <a:xfrm>
              <a:off x="-3344100" y="1848813"/>
              <a:ext cx="196075" cy="138325"/>
            </a:xfrm>
            <a:custGeom>
              <a:rect b="b" l="l" r="r" t="t"/>
              <a:pathLst>
                <a:path extrusionOk="0" h="5533" w="7843">
                  <a:moveTo>
                    <a:pt x="305" y="0"/>
                  </a:moveTo>
                  <a:lnTo>
                    <a:pt x="1" y="213"/>
                  </a:lnTo>
                  <a:cubicBezTo>
                    <a:pt x="1581" y="2584"/>
                    <a:pt x="4195" y="4377"/>
                    <a:pt x="7721" y="5532"/>
                  </a:cubicBezTo>
                  <a:lnTo>
                    <a:pt x="7843" y="5167"/>
                  </a:lnTo>
                  <a:cubicBezTo>
                    <a:pt x="4378" y="4012"/>
                    <a:pt x="1825" y="2280"/>
                    <a:pt x="305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-3173125" y="1930113"/>
              <a:ext cx="22825" cy="22825"/>
            </a:xfrm>
            <a:custGeom>
              <a:rect b="b" l="l" r="r" t="t"/>
              <a:pathLst>
                <a:path extrusionOk="0" h="913" w="913">
                  <a:moveTo>
                    <a:pt x="457" y="0"/>
                  </a:moveTo>
                  <a:cubicBezTo>
                    <a:pt x="214" y="0"/>
                    <a:pt x="1" y="244"/>
                    <a:pt x="1" y="456"/>
                  </a:cubicBezTo>
                  <a:cubicBezTo>
                    <a:pt x="1" y="730"/>
                    <a:pt x="244" y="912"/>
                    <a:pt x="457" y="912"/>
                  </a:cubicBezTo>
                  <a:cubicBezTo>
                    <a:pt x="730" y="912"/>
                    <a:pt x="913" y="699"/>
                    <a:pt x="913" y="456"/>
                  </a:cubicBezTo>
                  <a:cubicBezTo>
                    <a:pt x="913" y="213"/>
                    <a:pt x="730" y="0"/>
                    <a:pt x="457" y="0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-4714950" y="3665588"/>
              <a:ext cx="363275" cy="550075"/>
            </a:xfrm>
            <a:custGeom>
              <a:rect b="b" l="l" r="r" t="t"/>
              <a:pathLst>
                <a:path extrusionOk="0" h="22003" w="14531">
                  <a:moveTo>
                    <a:pt x="5433" y="1"/>
                  </a:moveTo>
                  <a:cubicBezTo>
                    <a:pt x="5160" y="1"/>
                    <a:pt x="4887" y="32"/>
                    <a:pt x="4621" y="96"/>
                  </a:cubicBezTo>
                  <a:cubicBezTo>
                    <a:pt x="3436" y="339"/>
                    <a:pt x="2402" y="1160"/>
                    <a:pt x="1886" y="2254"/>
                  </a:cubicBezTo>
                  <a:cubicBezTo>
                    <a:pt x="1" y="3348"/>
                    <a:pt x="2980" y="16905"/>
                    <a:pt x="2980" y="16905"/>
                  </a:cubicBezTo>
                  <a:cubicBezTo>
                    <a:pt x="2980" y="16905"/>
                    <a:pt x="4144" y="22003"/>
                    <a:pt x="8336" y="22003"/>
                  </a:cubicBezTo>
                  <a:cubicBezTo>
                    <a:pt x="8687" y="22003"/>
                    <a:pt x="9059" y="21967"/>
                    <a:pt x="9454" y="21890"/>
                  </a:cubicBezTo>
                  <a:cubicBezTo>
                    <a:pt x="14530" y="20917"/>
                    <a:pt x="11825" y="13531"/>
                    <a:pt x="11308" y="11251"/>
                  </a:cubicBezTo>
                  <a:cubicBezTo>
                    <a:pt x="10761" y="8972"/>
                    <a:pt x="8907" y="2588"/>
                    <a:pt x="8907" y="2588"/>
                  </a:cubicBezTo>
                  <a:cubicBezTo>
                    <a:pt x="8545" y="988"/>
                    <a:pt x="6978" y="1"/>
                    <a:pt x="543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-4685300" y="3603388"/>
              <a:ext cx="193800" cy="236350"/>
            </a:xfrm>
            <a:custGeom>
              <a:rect b="b" l="l" r="r" t="t"/>
              <a:pathLst>
                <a:path extrusionOk="0" h="9454" w="7752">
                  <a:moveTo>
                    <a:pt x="7235" y="0"/>
                  </a:moveTo>
                  <a:lnTo>
                    <a:pt x="0" y="335"/>
                  </a:lnTo>
                  <a:lnTo>
                    <a:pt x="1186" y="8663"/>
                  </a:lnTo>
                  <a:cubicBezTo>
                    <a:pt x="1216" y="8967"/>
                    <a:pt x="1307" y="9210"/>
                    <a:pt x="1368" y="9453"/>
                  </a:cubicBezTo>
                  <a:cubicBezTo>
                    <a:pt x="2039" y="8165"/>
                    <a:pt x="3795" y="7420"/>
                    <a:pt x="5317" y="7420"/>
                  </a:cubicBezTo>
                  <a:cubicBezTo>
                    <a:pt x="6417" y="7420"/>
                    <a:pt x="7394" y="7809"/>
                    <a:pt x="7751" y="8663"/>
                  </a:cubicBezTo>
                  <a:lnTo>
                    <a:pt x="72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42"/>
            <p:cNvSpPr/>
            <p:nvPr/>
          </p:nvSpPr>
          <p:spPr>
            <a:xfrm>
              <a:off x="-4597925" y="4095788"/>
              <a:ext cx="188500" cy="100325"/>
            </a:xfrm>
            <a:custGeom>
              <a:rect b="b" l="l" r="r" t="t"/>
              <a:pathLst>
                <a:path extrusionOk="0" h="4013" w="7540">
                  <a:moveTo>
                    <a:pt x="7144" y="1"/>
                  </a:moveTo>
                  <a:cubicBezTo>
                    <a:pt x="7144" y="1521"/>
                    <a:pt x="6354" y="2797"/>
                    <a:pt x="5016" y="3344"/>
                  </a:cubicBezTo>
                  <a:cubicBezTo>
                    <a:pt x="4555" y="3547"/>
                    <a:pt x="4071" y="3647"/>
                    <a:pt x="3580" y="3647"/>
                  </a:cubicBezTo>
                  <a:cubicBezTo>
                    <a:pt x="2454" y="3647"/>
                    <a:pt x="1291" y="3123"/>
                    <a:pt x="274" y="2128"/>
                  </a:cubicBezTo>
                  <a:lnTo>
                    <a:pt x="1" y="2402"/>
                  </a:lnTo>
                  <a:cubicBezTo>
                    <a:pt x="1065" y="3435"/>
                    <a:pt x="2372" y="4013"/>
                    <a:pt x="3618" y="4013"/>
                  </a:cubicBezTo>
                  <a:cubicBezTo>
                    <a:pt x="4165" y="4013"/>
                    <a:pt x="4682" y="3891"/>
                    <a:pt x="5168" y="3709"/>
                  </a:cubicBezTo>
                  <a:cubicBezTo>
                    <a:pt x="6627" y="3101"/>
                    <a:pt x="7539" y="1673"/>
                    <a:pt x="7539" y="1"/>
                  </a:cubicBez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42"/>
            <p:cNvSpPr/>
            <p:nvPr/>
          </p:nvSpPr>
          <p:spPr>
            <a:xfrm>
              <a:off x="-4084975" y="3665588"/>
              <a:ext cx="362475" cy="550075"/>
            </a:xfrm>
            <a:custGeom>
              <a:rect b="b" l="l" r="r" t="t"/>
              <a:pathLst>
                <a:path extrusionOk="0" h="22003" w="14499">
                  <a:moveTo>
                    <a:pt x="9115" y="1"/>
                  </a:moveTo>
                  <a:cubicBezTo>
                    <a:pt x="7552" y="1"/>
                    <a:pt x="5985" y="988"/>
                    <a:pt x="5623" y="2588"/>
                  </a:cubicBezTo>
                  <a:cubicBezTo>
                    <a:pt x="5623" y="2588"/>
                    <a:pt x="3769" y="8972"/>
                    <a:pt x="3252" y="11251"/>
                  </a:cubicBezTo>
                  <a:cubicBezTo>
                    <a:pt x="2705" y="13531"/>
                    <a:pt x="0" y="20917"/>
                    <a:pt x="5106" y="21890"/>
                  </a:cubicBezTo>
                  <a:cubicBezTo>
                    <a:pt x="5499" y="21967"/>
                    <a:pt x="5869" y="22003"/>
                    <a:pt x="6218" y="22003"/>
                  </a:cubicBezTo>
                  <a:cubicBezTo>
                    <a:pt x="10386" y="22003"/>
                    <a:pt x="11550" y="16905"/>
                    <a:pt x="11550" y="16905"/>
                  </a:cubicBezTo>
                  <a:cubicBezTo>
                    <a:pt x="11550" y="16905"/>
                    <a:pt x="14499" y="3348"/>
                    <a:pt x="12675" y="2254"/>
                  </a:cubicBezTo>
                  <a:cubicBezTo>
                    <a:pt x="12128" y="1160"/>
                    <a:pt x="11094" y="339"/>
                    <a:pt x="9939" y="96"/>
                  </a:cubicBezTo>
                  <a:cubicBezTo>
                    <a:pt x="9669" y="32"/>
                    <a:pt x="9393" y="1"/>
                    <a:pt x="9115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42"/>
            <p:cNvSpPr/>
            <p:nvPr/>
          </p:nvSpPr>
          <p:spPr>
            <a:xfrm>
              <a:off x="-3945175" y="3603388"/>
              <a:ext cx="193800" cy="236350"/>
            </a:xfrm>
            <a:custGeom>
              <a:rect b="b" l="l" r="r" t="t"/>
              <a:pathLst>
                <a:path extrusionOk="0" h="9454" w="7752">
                  <a:moveTo>
                    <a:pt x="518" y="0"/>
                  </a:moveTo>
                  <a:lnTo>
                    <a:pt x="1" y="8663"/>
                  </a:lnTo>
                  <a:cubicBezTo>
                    <a:pt x="371" y="7809"/>
                    <a:pt x="1355" y="7420"/>
                    <a:pt x="2457" y="7420"/>
                  </a:cubicBezTo>
                  <a:cubicBezTo>
                    <a:pt x="3982" y="7420"/>
                    <a:pt x="5731" y="8165"/>
                    <a:pt x="6384" y="9453"/>
                  </a:cubicBezTo>
                  <a:cubicBezTo>
                    <a:pt x="6475" y="9210"/>
                    <a:pt x="6536" y="8967"/>
                    <a:pt x="6566" y="8663"/>
                  </a:cubicBezTo>
                  <a:lnTo>
                    <a:pt x="7752" y="3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42"/>
            <p:cNvSpPr/>
            <p:nvPr/>
          </p:nvSpPr>
          <p:spPr>
            <a:xfrm>
              <a:off x="-4026475" y="4095788"/>
              <a:ext cx="187725" cy="100325"/>
            </a:xfrm>
            <a:custGeom>
              <a:rect b="b" l="l" r="r" t="t"/>
              <a:pathLst>
                <a:path extrusionOk="0" h="4013" w="7509">
                  <a:moveTo>
                    <a:pt x="0" y="1"/>
                  </a:moveTo>
                  <a:cubicBezTo>
                    <a:pt x="0" y="1642"/>
                    <a:pt x="852" y="3101"/>
                    <a:pt x="2341" y="3709"/>
                  </a:cubicBezTo>
                  <a:cubicBezTo>
                    <a:pt x="2827" y="3891"/>
                    <a:pt x="3374" y="4013"/>
                    <a:pt x="3891" y="4013"/>
                  </a:cubicBezTo>
                  <a:cubicBezTo>
                    <a:pt x="5168" y="4013"/>
                    <a:pt x="6444" y="3435"/>
                    <a:pt x="7508" y="2402"/>
                  </a:cubicBezTo>
                  <a:lnTo>
                    <a:pt x="7235" y="2128"/>
                  </a:lnTo>
                  <a:cubicBezTo>
                    <a:pt x="6261" y="3123"/>
                    <a:pt x="5095" y="3647"/>
                    <a:pt x="3954" y="3647"/>
                  </a:cubicBezTo>
                  <a:cubicBezTo>
                    <a:pt x="3456" y="3647"/>
                    <a:pt x="2963" y="3547"/>
                    <a:pt x="2493" y="3344"/>
                  </a:cubicBezTo>
                  <a:cubicBezTo>
                    <a:pt x="1156" y="2797"/>
                    <a:pt x="365" y="1521"/>
                    <a:pt x="365" y="1"/>
                  </a:cubicBez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-4990025" y="2549638"/>
              <a:ext cx="1528175" cy="1215200"/>
            </a:xfrm>
            <a:custGeom>
              <a:rect b="b" l="l" r="r" t="t"/>
              <a:pathLst>
                <a:path extrusionOk="0" h="48608" w="61127">
                  <a:moveTo>
                    <a:pt x="16908" y="0"/>
                  </a:moveTo>
                  <a:cubicBezTo>
                    <a:pt x="14375" y="0"/>
                    <a:pt x="8363" y="621"/>
                    <a:pt x="4925" y="6132"/>
                  </a:cubicBezTo>
                  <a:cubicBezTo>
                    <a:pt x="1" y="13518"/>
                    <a:pt x="11217" y="47652"/>
                    <a:pt x="11217" y="47652"/>
                  </a:cubicBezTo>
                  <a:cubicBezTo>
                    <a:pt x="12390" y="48197"/>
                    <a:pt x="13709" y="48424"/>
                    <a:pt x="15017" y="48424"/>
                  </a:cubicBezTo>
                  <a:cubicBezTo>
                    <a:pt x="17503" y="48424"/>
                    <a:pt x="19954" y="47604"/>
                    <a:pt x="21308" y="46588"/>
                  </a:cubicBezTo>
                  <a:cubicBezTo>
                    <a:pt x="20548" y="34795"/>
                    <a:pt x="20974" y="23943"/>
                    <a:pt x="19849" y="15858"/>
                  </a:cubicBezTo>
                  <a:lnTo>
                    <a:pt x="41886" y="15858"/>
                  </a:lnTo>
                  <a:cubicBezTo>
                    <a:pt x="39819" y="24308"/>
                    <a:pt x="40275" y="35676"/>
                    <a:pt x="40305" y="46588"/>
                  </a:cubicBezTo>
                  <a:cubicBezTo>
                    <a:pt x="42248" y="47902"/>
                    <a:pt x="44309" y="48608"/>
                    <a:pt x="46520" y="48608"/>
                  </a:cubicBezTo>
                  <a:cubicBezTo>
                    <a:pt x="47838" y="48608"/>
                    <a:pt x="49209" y="48357"/>
                    <a:pt x="50640" y="47834"/>
                  </a:cubicBezTo>
                  <a:cubicBezTo>
                    <a:pt x="50640" y="47834"/>
                    <a:pt x="61126" y="13518"/>
                    <a:pt x="56962" y="6831"/>
                  </a:cubicBezTo>
                  <a:cubicBezTo>
                    <a:pt x="52707" y="113"/>
                    <a:pt x="44530" y="83"/>
                    <a:pt x="44530" y="83"/>
                  </a:cubicBezTo>
                  <a:lnTo>
                    <a:pt x="18086" y="53"/>
                  </a:lnTo>
                  <a:cubicBezTo>
                    <a:pt x="18086" y="53"/>
                    <a:pt x="17644" y="0"/>
                    <a:pt x="16908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42"/>
            <p:cNvSpPr/>
            <p:nvPr/>
          </p:nvSpPr>
          <p:spPr>
            <a:xfrm>
              <a:off x="-4633625" y="2680888"/>
              <a:ext cx="142125" cy="265225"/>
            </a:xfrm>
            <a:custGeom>
              <a:rect b="b" l="l" r="r" t="t"/>
              <a:pathLst>
                <a:path extrusionOk="0" h="10609" w="5685">
                  <a:moveTo>
                    <a:pt x="61" y="0"/>
                  </a:moveTo>
                  <a:lnTo>
                    <a:pt x="0" y="365"/>
                  </a:lnTo>
                  <a:cubicBezTo>
                    <a:pt x="4894" y="1550"/>
                    <a:pt x="5350" y="10517"/>
                    <a:pt x="5350" y="10608"/>
                  </a:cubicBezTo>
                  <a:lnTo>
                    <a:pt x="5684" y="10608"/>
                  </a:lnTo>
                  <a:cubicBezTo>
                    <a:pt x="5684" y="10547"/>
                    <a:pt x="5593" y="8237"/>
                    <a:pt x="4864" y="5806"/>
                  </a:cubicBezTo>
                  <a:cubicBezTo>
                    <a:pt x="3861" y="2553"/>
                    <a:pt x="2219" y="517"/>
                    <a:pt x="61" y="0"/>
                  </a:cubicBezTo>
                  <a:close/>
                </a:path>
              </a:pathLst>
            </a:custGeom>
            <a:solidFill>
              <a:srgbClr val="0506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42"/>
            <p:cNvSpPr/>
            <p:nvPr/>
          </p:nvSpPr>
          <p:spPr>
            <a:xfrm>
              <a:off x="-3948200" y="2680888"/>
              <a:ext cx="142875" cy="265225"/>
            </a:xfrm>
            <a:custGeom>
              <a:rect b="b" l="l" r="r" t="t"/>
              <a:pathLst>
                <a:path extrusionOk="0" h="10609" w="5715">
                  <a:moveTo>
                    <a:pt x="5623" y="0"/>
                  </a:moveTo>
                  <a:cubicBezTo>
                    <a:pt x="3496" y="517"/>
                    <a:pt x="1824" y="2523"/>
                    <a:pt x="851" y="5806"/>
                  </a:cubicBezTo>
                  <a:cubicBezTo>
                    <a:pt x="122" y="8237"/>
                    <a:pt x="0" y="10547"/>
                    <a:pt x="0" y="10608"/>
                  </a:cubicBezTo>
                  <a:lnTo>
                    <a:pt x="395" y="10608"/>
                  </a:lnTo>
                  <a:cubicBezTo>
                    <a:pt x="426" y="10517"/>
                    <a:pt x="882" y="1550"/>
                    <a:pt x="5715" y="365"/>
                  </a:cubicBezTo>
                  <a:lnTo>
                    <a:pt x="5623" y="0"/>
                  </a:lnTo>
                  <a:close/>
                </a:path>
              </a:pathLst>
            </a:custGeom>
            <a:solidFill>
              <a:srgbClr val="0506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42"/>
            <p:cNvSpPr/>
            <p:nvPr/>
          </p:nvSpPr>
          <p:spPr>
            <a:xfrm>
              <a:off x="-4510525" y="1329038"/>
              <a:ext cx="561575" cy="344075"/>
            </a:xfrm>
            <a:custGeom>
              <a:rect b="b" l="l" r="r" t="t"/>
              <a:pathLst>
                <a:path extrusionOk="0" h="13763" w="22463">
                  <a:moveTo>
                    <a:pt x="6049" y="0"/>
                  </a:moveTo>
                  <a:lnTo>
                    <a:pt x="6019" y="8906"/>
                  </a:lnTo>
                  <a:lnTo>
                    <a:pt x="0" y="10426"/>
                  </a:lnTo>
                  <a:cubicBezTo>
                    <a:pt x="2432" y="12929"/>
                    <a:pt x="5738" y="13763"/>
                    <a:pt x="9066" y="13763"/>
                  </a:cubicBezTo>
                  <a:cubicBezTo>
                    <a:pt x="15722" y="13763"/>
                    <a:pt x="22463" y="10426"/>
                    <a:pt x="22463" y="10426"/>
                  </a:cubicBezTo>
                  <a:cubicBezTo>
                    <a:pt x="22463" y="10426"/>
                    <a:pt x="16323" y="9119"/>
                    <a:pt x="15654" y="8937"/>
                  </a:cubicBezTo>
                  <a:lnTo>
                    <a:pt x="15563" y="0"/>
                  </a:ln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42"/>
            <p:cNvSpPr/>
            <p:nvPr/>
          </p:nvSpPr>
          <p:spPr>
            <a:xfrm>
              <a:off x="-4360825" y="1329038"/>
              <a:ext cx="240150" cy="219575"/>
            </a:xfrm>
            <a:custGeom>
              <a:rect b="b" l="l" r="r" t="t"/>
              <a:pathLst>
                <a:path extrusionOk="0" h="8783" w="9606">
                  <a:moveTo>
                    <a:pt x="31" y="0"/>
                  </a:moveTo>
                  <a:lnTo>
                    <a:pt x="0" y="7903"/>
                  </a:lnTo>
                  <a:cubicBezTo>
                    <a:pt x="1386" y="8503"/>
                    <a:pt x="2678" y="8782"/>
                    <a:pt x="3885" y="8782"/>
                  </a:cubicBezTo>
                  <a:cubicBezTo>
                    <a:pt x="6042" y="8782"/>
                    <a:pt x="7930" y="7893"/>
                    <a:pt x="9605" y="6353"/>
                  </a:cubicBezTo>
                  <a:lnTo>
                    <a:pt x="9514" y="0"/>
                  </a:lnTo>
                  <a:close/>
                </a:path>
              </a:pathLst>
            </a:custGeom>
            <a:solidFill>
              <a:srgbClr val="D882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42"/>
            <p:cNvSpPr/>
            <p:nvPr/>
          </p:nvSpPr>
          <p:spPr>
            <a:xfrm>
              <a:off x="-4496100" y="934438"/>
              <a:ext cx="474975" cy="564850"/>
            </a:xfrm>
            <a:custGeom>
              <a:rect b="b" l="l" r="r" t="t"/>
              <a:pathLst>
                <a:path extrusionOk="0" h="22594" w="18999">
                  <a:moveTo>
                    <a:pt x="10317" y="0"/>
                  </a:moveTo>
                  <a:cubicBezTo>
                    <a:pt x="7779" y="0"/>
                    <a:pt x="5191" y="843"/>
                    <a:pt x="3588" y="2380"/>
                  </a:cubicBezTo>
                  <a:cubicBezTo>
                    <a:pt x="2615" y="3231"/>
                    <a:pt x="2524" y="4234"/>
                    <a:pt x="2524" y="4933"/>
                  </a:cubicBezTo>
                  <a:cubicBezTo>
                    <a:pt x="1" y="7122"/>
                    <a:pt x="1490" y="11134"/>
                    <a:pt x="1855" y="13900"/>
                  </a:cubicBezTo>
                  <a:cubicBezTo>
                    <a:pt x="2098" y="15632"/>
                    <a:pt x="2159" y="18064"/>
                    <a:pt x="3314" y="19432"/>
                  </a:cubicBezTo>
                  <a:cubicBezTo>
                    <a:pt x="4196" y="20496"/>
                    <a:pt x="7721" y="22593"/>
                    <a:pt x="10275" y="22593"/>
                  </a:cubicBezTo>
                  <a:cubicBezTo>
                    <a:pt x="12858" y="22593"/>
                    <a:pt x="16567" y="20496"/>
                    <a:pt x="17357" y="19554"/>
                  </a:cubicBezTo>
                  <a:cubicBezTo>
                    <a:pt x="18178" y="18611"/>
                    <a:pt x="18421" y="15663"/>
                    <a:pt x="18725" y="13444"/>
                  </a:cubicBezTo>
                  <a:cubicBezTo>
                    <a:pt x="18998" y="11468"/>
                    <a:pt x="18968" y="9371"/>
                    <a:pt x="18573" y="7304"/>
                  </a:cubicBezTo>
                  <a:cubicBezTo>
                    <a:pt x="18542" y="7152"/>
                    <a:pt x="18542" y="7000"/>
                    <a:pt x="18512" y="6848"/>
                  </a:cubicBezTo>
                  <a:cubicBezTo>
                    <a:pt x="18178" y="5146"/>
                    <a:pt x="17418" y="3201"/>
                    <a:pt x="16080" y="1954"/>
                  </a:cubicBezTo>
                  <a:cubicBezTo>
                    <a:pt x="14634" y="621"/>
                    <a:pt x="12494" y="0"/>
                    <a:pt x="10317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42"/>
            <p:cNvSpPr/>
            <p:nvPr/>
          </p:nvSpPr>
          <p:spPr>
            <a:xfrm>
              <a:off x="-4501550" y="1234963"/>
              <a:ext cx="171075" cy="126200"/>
            </a:xfrm>
            <a:custGeom>
              <a:rect b="b" l="l" r="r" t="t"/>
              <a:pathLst>
                <a:path extrusionOk="0" h="5048" w="6843">
                  <a:moveTo>
                    <a:pt x="1740" y="1"/>
                  </a:moveTo>
                  <a:cubicBezTo>
                    <a:pt x="1404" y="1"/>
                    <a:pt x="1023" y="123"/>
                    <a:pt x="705" y="542"/>
                  </a:cubicBezTo>
                  <a:cubicBezTo>
                    <a:pt x="0" y="1500"/>
                    <a:pt x="394" y="5047"/>
                    <a:pt x="2928" y="5047"/>
                  </a:cubicBezTo>
                  <a:cubicBezTo>
                    <a:pt x="3126" y="5047"/>
                    <a:pt x="3338" y="5026"/>
                    <a:pt x="3562" y="4979"/>
                  </a:cubicBezTo>
                  <a:cubicBezTo>
                    <a:pt x="6843" y="4341"/>
                    <a:pt x="3442" y="209"/>
                    <a:pt x="2679" y="209"/>
                  </a:cubicBezTo>
                  <a:cubicBezTo>
                    <a:pt x="2643" y="209"/>
                    <a:pt x="2613" y="218"/>
                    <a:pt x="2590" y="238"/>
                  </a:cubicBezTo>
                  <a:cubicBezTo>
                    <a:pt x="2590" y="238"/>
                    <a:pt x="2208" y="1"/>
                    <a:pt x="1740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42"/>
            <p:cNvSpPr/>
            <p:nvPr/>
          </p:nvSpPr>
          <p:spPr>
            <a:xfrm>
              <a:off x="-4476325" y="1257613"/>
              <a:ext cx="25100" cy="53200"/>
            </a:xfrm>
            <a:custGeom>
              <a:rect b="b" l="l" r="r" t="t"/>
              <a:pathLst>
                <a:path extrusionOk="0" h="2128" w="1004">
                  <a:moveTo>
                    <a:pt x="973" y="0"/>
                  </a:moveTo>
                  <a:cubicBezTo>
                    <a:pt x="973" y="0"/>
                    <a:pt x="517" y="91"/>
                    <a:pt x="243" y="517"/>
                  </a:cubicBezTo>
                  <a:cubicBezTo>
                    <a:pt x="0" y="882"/>
                    <a:pt x="0" y="1459"/>
                    <a:pt x="243" y="2128"/>
                  </a:cubicBezTo>
                  <a:lnTo>
                    <a:pt x="578" y="2037"/>
                  </a:lnTo>
                  <a:cubicBezTo>
                    <a:pt x="395" y="1459"/>
                    <a:pt x="365" y="1003"/>
                    <a:pt x="547" y="699"/>
                  </a:cubicBezTo>
                  <a:cubicBezTo>
                    <a:pt x="699" y="426"/>
                    <a:pt x="1003" y="395"/>
                    <a:pt x="1003" y="395"/>
                  </a:cubicBezTo>
                  <a:lnTo>
                    <a:pt x="973" y="0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42"/>
            <p:cNvSpPr/>
            <p:nvPr/>
          </p:nvSpPr>
          <p:spPr>
            <a:xfrm>
              <a:off x="-4470250" y="1284213"/>
              <a:ext cx="27375" cy="22800"/>
            </a:xfrm>
            <a:custGeom>
              <a:rect b="b" l="l" r="r" t="t"/>
              <a:pathLst>
                <a:path extrusionOk="0" h="912" w="1095">
                  <a:moveTo>
                    <a:pt x="31" y="0"/>
                  </a:moveTo>
                  <a:lnTo>
                    <a:pt x="0" y="395"/>
                  </a:lnTo>
                  <a:cubicBezTo>
                    <a:pt x="487" y="426"/>
                    <a:pt x="760" y="912"/>
                    <a:pt x="760" y="912"/>
                  </a:cubicBezTo>
                  <a:lnTo>
                    <a:pt x="1095" y="760"/>
                  </a:lnTo>
                  <a:cubicBezTo>
                    <a:pt x="1095" y="730"/>
                    <a:pt x="760" y="91"/>
                    <a:pt x="31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42"/>
            <p:cNvSpPr/>
            <p:nvPr/>
          </p:nvSpPr>
          <p:spPr>
            <a:xfrm>
              <a:off x="-4145150" y="1234963"/>
              <a:ext cx="169275" cy="125550"/>
            </a:xfrm>
            <a:custGeom>
              <a:rect b="b" l="l" r="r" t="t"/>
              <a:pathLst>
                <a:path extrusionOk="0" h="5022" w="6771">
                  <a:moveTo>
                    <a:pt x="5031" y="1"/>
                  </a:moveTo>
                  <a:cubicBezTo>
                    <a:pt x="4571" y="1"/>
                    <a:pt x="4200" y="238"/>
                    <a:pt x="4200" y="238"/>
                  </a:cubicBezTo>
                  <a:cubicBezTo>
                    <a:pt x="4195" y="235"/>
                    <a:pt x="4189" y="234"/>
                    <a:pt x="4182" y="234"/>
                  </a:cubicBezTo>
                  <a:cubicBezTo>
                    <a:pt x="3765" y="234"/>
                    <a:pt x="0" y="4501"/>
                    <a:pt x="3197" y="4979"/>
                  </a:cubicBezTo>
                  <a:cubicBezTo>
                    <a:pt x="3382" y="5008"/>
                    <a:pt x="3557" y="5021"/>
                    <a:pt x="3724" y="5021"/>
                  </a:cubicBezTo>
                  <a:cubicBezTo>
                    <a:pt x="6408" y="5021"/>
                    <a:pt x="6770" y="1515"/>
                    <a:pt x="6054" y="542"/>
                  </a:cubicBezTo>
                  <a:cubicBezTo>
                    <a:pt x="5737" y="123"/>
                    <a:pt x="5361" y="1"/>
                    <a:pt x="5031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42"/>
            <p:cNvSpPr/>
            <p:nvPr/>
          </p:nvSpPr>
          <p:spPr>
            <a:xfrm>
              <a:off x="-4025725" y="1257613"/>
              <a:ext cx="25875" cy="53200"/>
            </a:xfrm>
            <a:custGeom>
              <a:rect b="b" l="l" r="r" t="t"/>
              <a:pathLst>
                <a:path extrusionOk="0" h="2128" w="1035">
                  <a:moveTo>
                    <a:pt x="31" y="0"/>
                  </a:moveTo>
                  <a:lnTo>
                    <a:pt x="1" y="395"/>
                  </a:lnTo>
                  <a:cubicBezTo>
                    <a:pt x="1" y="395"/>
                    <a:pt x="305" y="426"/>
                    <a:pt x="457" y="699"/>
                  </a:cubicBezTo>
                  <a:cubicBezTo>
                    <a:pt x="639" y="1003"/>
                    <a:pt x="609" y="1459"/>
                    <a:pt x="426" y="2037"/>
                  </a:cubicBezTo>
                  <a:lnTo>
                    <a:pt x="761" y="2128"/>
                  </a:lnTo>
                  <a:cubicBezTo>
                    <a:pt x="1034" y="1459"/>
                    <a:pt x="1034" y="882"/>
                    <a:pt x="761" y="517"/>
                  </a:cubicBezTo>
                  <a:cubicBezTo>
                    <a:pt x="487" y="91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42"/>
            <p:cNvSpPr/>
            <p:nvPr/>
          </p:nvSpPr>
          <p:spPr>
            <a:xfrm>
              <a:off x="-4034075" y="1283438"/>
              <a:ext cx="27375" cy="23575"/>
            </a:xfrm>
            <a:custGeom>
              <a:rect b="b" l="l" r="r" t="t"/>
              <a:pathLst>
                <a:path extrusionOk="0" h="943" w="1095">
                  <a:moveTo>
                    <a:pt x="1064" y="1"/>
                  </a:moveTo>
                  <a:cubicBezTo>
                    <a:pt x="335" y="92"/>
                    <a:pt x="1" y="730"/>
                    <a:pt x="1" y="761"/>
                  </a:cubicBezTo>
                  <a:lnTo>
                    <a:pt x="335" y="943"/>
                  </a:lnTo>
                  <a:cubicBezTo>
                    <a:pt x="335" y="943"/>
                    <a:pt x="608" y="457"/>
                    <a:pt x="1095" y="396"/>
                  </a:cubicBezTo>
                  <a:lnTo>
                    <a:pt x="1064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42"/>
            <p:cNvSpPr/>
            <p:nvPr/>
          </p:nvSpPr>
          <p:spPr>
            <a:xfrm>
              <a:off x="-4434550" y="984038"/>
              <a:ext cx="391375" cy="536525"/>
            </a:xfrm>
            <a:custGeom>
              <a:rect b="b" l="l" r="r" t="t"/>
              <a:pathLst>
                <a:path extrusionOk="0" h="21461" w="15655">
                  <a:moveTo>
                    <a:pt x="7843" y="1"/>
                  </a:moveTo>
                  <a:cubicBezTo>
                    <a:pt x="427" y="1"/>
                    <a:pt x="1" y="6323"/>
                    <a:pt x="1" y="6323"/>
                  </a:cubicBezTo>
                  <a:lnTo>
                    <a:pt x="1" y="12554"/>
                  </a:lnTo>
                  <a:cubicBezTo>
                    <a:pt x="275" y="14864"/>
                    <a:pt x="974" y="17448"/>
                    <a:pt x="1794" y="18603"/>
                  </a:cubicBezTo>
                  <a:cubicBezTo>
                    <a:pt x="2615" y="19697"/>
                    <a:pt x="5442" y="21460"/>
                    <a:pt x="7843" y="21460"/>
                  </a:cubicBezTo>
                  <a:cubicBezTo>
                    <a:pt x="10214" y="21460"/>
                    <a:pt x="13071" y="19697"/>
                    <a:pt x="13861" y="18603"/>
                  </a:cubicBezTo>
                  <a:cubicBezTo>
                    <a:pt x="14713" y="17478"/>
                    <a:pt x="15351" y="14895"/>
                    <a:pt x="15655" y="12554"/>
                  </a:cubicBezTo>
                  <a:lnTo>
                    <a:pt x="15655" y="6323"/>
                  </a:lnTo>
                  <a:cubicBezTo>
                    <a:pt x="15655" y="6323"/>
                    <a:pt x="15260" y="1"/>
                    <a:pt x="7843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42"/>
            <p:cNvSpPr/>
            <p:nvPr/>
          </p:nvSpPr>
          <p:spPr>
            <a:xfrm>
              <a:off x="-4433025" y="1318388"/>
              <a:ext cx="14475" cy="43350"/>
            </a:xfrm>
            <a:custGeom>
              <a:rect b="b" l="l" r="r" t="t"/>
              <a:pathLst>
                <a:path extrusionOk="0" h="1734" w="579">
                  <a:moveTo>
                    <a:pt x="366" y="1"/>
                  </a:moveTo>
                  <a:lnTo>
                    <a:pt x="1" y="31"/>
                  </a:lnTo>
                  <a:lnTo>
                    <a:pt x="214" y="1733"/>
                  </a:lnTo>
                  <a:lnTo>
                    <a:pt x="578" y="170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2"/>
            <p:cNvSpPr/>
            <p:nvPr/>
          </p:nvSpPr>
          <p:spPr>
            <a:xfrm>
              <a:off x="-4058400" y="1319913"/>
              <a:ext cx="13700" cy="41825"/>
            </a:xfrm>
            <a:custGeom>
              <a:rect b="b" l="l" r="r" t="t"/>
              <a:pathLst>
                <a:path extrusionOk="0" h="1673" w="548">
                  <a:moveTo>
                    <a:pt x="183" y="1"/>
                  </a:moveTo>
                  <a:lnTo>
                    <a:pt x="1" y="1612"/>
                  </a:lnTo>
                  <a:lnTo>
                    <a:pt x="366" y="1672"/>
                  </a:lnTo>
                  <a:lnTo>
                    <a:pt x="548" y="31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2"/>
            <p:cNvSpPr/>
            <p:nvPr/>
          </p:nvSpPr>
          <p:spPr>
            <a:xfrm>
              <a:off x="-4439850" y="936988"/>
              <a:ext cx="485600" cy="335850"/>
            </a:xfrm>
            <a:custGeom>
              <a:rect b="b" l="l" r="r" t="t"/>
              <a:pathLst>
                <a:path extrusionOk="0" h="13434" w="19424">
                  <a:moveTo>
                    <a:pt x="13064" y="0"/>
                  </a:moveTo>
                  <a:cubicBezTo>
                    <a:pt x="11672" y="0"/>
                    <a:pt x="10608" y="454"/>
                    <a:pt x="10608" y="454"/>
                  </a:cubicBezTo>
                  <a:lnTo>
                    <a:pt x="8177" y="1518"/>
                  </a:lnTo>
                  <a:lnTo>
                    <a:pt x="5016" y="1883"/>
                  </a:lnTo>
                  <a:lnTo>
                    <a:pt x="2645" y="3099"/>
                  </a:lnTo>
                  <a:lnTo>
                    <a:pt x="912" y="4922"/>
                  </a:lnTo>
                  <a:lnTo>
                    <a:pt x="0" y="7719"/>
                  </a:lnTo>
                  <a:lnTo>
                    <a:pt x="0" y="10971"/>
                  </a:lnTo>
                  <a:lnTo>
                    <a:pt x="122" y="12157"/>
                  </a:lnTo>
                  <a:cubicBezTo>
                    <a:pt x="608" y="12430"/>
                    <a:pt x="973" y="13433"/>
                    <a:pt x="973" y="13433"/>
                  </a:cubicBezTo>
                  <a:cubicBezTo>
                    <a:pt x="973" y="13433"/>
                    <a:pt x="669" y="7354"/>
                    <a:pt x="2158" y="6503"/>
                  </a:cubicBezTo>
                  <a:cubicBezTo>
                    <a:pt x="5024" y="8036"/>
                    <a:pt x="7943" y="8441"/>
                    <a:pt x="10229" y="8441"/>
                  </a:cubicBezTo>
                  <a:cubicBezTo>
                    <a:pt x="12793" y="8441"/>
                    <a:pt x="14560" y="7932"/>
                    <a:pt x="14560" y="7932"/>
                  </a:cubicBezTo>
                  <a:lnTo>
                    <a:pt x="15198" y="13190"/>
                  </a:lnTo>
                  <a:cubicBezTo>
                    <a:pt x="15320" y="12764"/>
                    <a:pt x="15624" y="12430"/>
                    <a:pt x="15958" y="12157"/>
                  </a:cubicBezTo>
                  <a:lnTo>
                    <a:pt x="16323" y="7202"/>
                  </a:lnTo>
                  <a:cubicBezTo>
                    <a:pt x="16323" y="7202"/>
                    <a:pt x="19423" y="4011"/>
                    <a:pt x="16292" y="1032"/>
                  </a:cubicBezTo>
                  <a:cubicBezTo>
                    <a:pt x="15227" y="233"/>
                    <a:pt x="14061" y="0"/>
                    <a:pt x="13064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2"/>
            <p:cNvSpPr/>
            <p:nvPr/>
          </p:nvSpPr>
          <p:spPr>
            <a:xfrm>
              <a:off x="-4307625" y="1360188"/>
              <a:ext cx="145150" cy="26625"/>
            </a:xfrm>
            <a:custGeom>
              <a:rect b="b" l="l" r="r" t="t"/>
              <a:pathLst>
                <a:path extrusionOk="0" h="1065" w="5806">
                  <a:moveTo>
                    <a:pt x="152" y="1"/>
                  </a:moveTo>
                  <a:lnTo>
                    <a:pt x="0" y="335"/>
                  </a:lnTo>
                  <a:cubicBezTo>
                    <a:pt x="973" y="852"/>
                    <a:pt x="1976" y="1065"/>
                    <a:pt x="2948" y="1065"/>
                  </a:cubicBezTo>
                  <a:cubicBezTo>
                    <a:pt x="3891" y="1065"/>
                    <a:pt x="4863" y="852"/>
                    <a:pt x="5806" y="335"/>
                  </a:cubicBezTo>
                  <a:lnTo>
                    <a:pt x="5593" y="1"/>
                  </a:lnTo>
                  <a:cubicBezTo>
                    <a:pt x="4727" y="457"/>
                    <a:pt x="3838" y="685"/>
                    <a:pt x="2929" y="685"/>
                  </a:cubicBezTo>
                  <a:cubicBezTo>
                    <a:pt x="2021" y="685"/>
                    <a:pt x="1094" y="457"/>
                    <a:pt x="152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42"/>
            <p:cNvSpPr/>
            <p:nvPr/>
          </p:nvSpPr>
          <p:spPr>
            <a:xfrm>
              <a:off x="-4268875" y="1395138"/>
              <a:ext cx="68400" cy="17500"/>
            </a:xfrm>
            <a:custGeom>
              <a:rect b="b" l="l" r="r" t="t"/>
              <a:pathLst>
                <a:path extrusionOk="0" h="700" w="2736">
                  <a:moveTo>
                    <a:pt x="152" y="1"/>
                  </a:moveTo>
                  <a:lnTo>
                    <a:pt x="0" y="366"/>
                  </a:lnTo>
                  <a:cubicBezTo>
                    <a:pt x="456" y="578"/>
                    <a:pt x="912" y="700"/>
                    <a:pt x="1368" y="700"/>
                  </a:cubicBezTo>
                  <a:cubicBezTo>
                    <a:pt x="1824" y="700"/>
                    <a:pt x="2280" y="578"/>
                    <a:pt x="2736" y="366"/>
                  </a:cubicBezTo>
                  <a:lnTo>
                    <a:pt x="2523" y="1"/>
                  </a:lnTo>
                  <a:cubicBezTo>
                    <a:pt x="2143" y="198"/>
                    <a:pt x="1756" y="297"/>
                    <a:pt x="1360" y="297"/>
                  </a:cubicBezTo>
                  <a:cubicBezTo>
                    <a:pt x="965" y="297"/>
                    <a:pt x="563" y="198"/>
                    <a:pt x="152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42"/>
            <p:cNvSpPr/>
            <p:nvPr/>
          </p:nvSpPr>
          <p:spPr>
            <a:xfrm>
              <a:off x="-4246075" y="1240888"/>
              <a:ext cx="48650" cy="98825"/>
            </a:xfrm>
            <a:custGeom>
              <a:rect b="b" l="l" r="r" t="t"/>
              <a:pathLst>
                <a:path extrusionOk="0" h="3953" w="1946">
                  <a:moveTo>
                    <a:pt x="152" y="1"/>
                  </a:moveTo>
                  <a:cubicBezTo>
                    <a:pt x="0" y="669"/>
                    <a:pt x="608" y="1520"/>
                    <a:pt x="1094" y="2189"/>
                  </a:cubicBezTo>
                  <a:cubicBezTo>
                    <a:pt x="1277" y="2463"/>
                    <a:pt x="1520" y="2767"/>
                    <a:pt x="1520" y="2827"/>
                  </a:cubicBezTo>
                  <a:cubicBezTo>
                    <a:pt x="1490" y="3010"/>
                    <a:pt x="912" y="3344"/>
                    <a:pt x="274" y="3587"/>
                  </a:cubicBezTo>
                  <a:lnTo>
                    <a:pt x="426" y="3952"/>
                  </a:lnTo>
                  <a:cubicBezTo>
                    <a:pt x="973" y="3709"/>
                    <a:pt x="1885" y="3314"/>
                    <a:pt x="1945" y="2797"/>
                  </a:cubicBezTo>
                  <a:cubicBezTo>
                    <a:pt x="1945" y="2615"/>
                    <a:pt x="1793" y="2402"/>
                    <a:pt x="1429" y="1946"/>
                  </a:cubicBezTo>
                  <a:cubicBezTo>
                    <a:pt x="1034" y="1399"/>
                    <a:pt x="426" y="548"/>
                    <a:pt x="517" y="61"/>
                  </a:cubicBezTo>
                  <a:lnTo>
                    <a:pt x="152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42"/>
            <p:cNvSpPr/>
            <p:nvPr/>
          </p:nvSpPr>
          <p:spPr>
            <a:xfrm>
              <a:off x="-4340300" y="1262938"/>
              <a:ext cx="28125" cy="28125"/>
            </a:xfrm>
            <a:custGeom>
              <a:rect b="b" l="l" r="r" t="t"/>
              <a:pathLst>
                <a:path extrusionOk="0" h="1125" w="1125">
                  <a:moveTo>
                    <a:pt x="578" y="0"/>
                  </a:moveTo>
                  <a:cubicBezTo>
                    <a:pt x="243" y="0"/>
                    <a:pt x="0" y="243"/>
                    <a:pt x="0" y="547"/>
                  </a:cubicBezTo>
                  <a:cubicBezTo>
                    <a:pt x="0" y="882"/>
                    <a:pt x="243" y="1125"/>
                    <a:pt x="578" y="1125"/>
                  </a:cubicBezTo>
                  <a:cubicBezTo>
                    <a:pt x="882" y="1125"/>
                    <a:pt x="1125" y="882"/>
                    <a:pt x="1125" y="547"/>
                  </a:cubicBezTo>
                  <a:cubicBezTo>
                    <a:pt x="1125" y="243"/>
                    <a:pt x="882" y="0"/>
                    <a:pt x="578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42"/>
            <p:cNvSpPr/>
            <p:nvPr/>
          </p:nvSpPr>
          <p:spPr>
            <a:xfrm>
              <a:off x="-4360825" y="1254188"/>
              <a:ext cx="70700" cy="13325"/>
            </a:xfrm>
            <a:custGeom>
              <a:rect b="b" l="l" r="r" t="t"/>
              <a:pathLst>
                <a:path extrusionOk="0" h="533" w="2828">
                  <a:moveTo>
                    <a:pt x="1471" y="1"/>
                  </a:moveTo>
                  <a:cubicBezTo>
                    <a:pt x="996" y="1"/>
                    <a:pt x="502" y="46"/>
                    <a:pt x="0" y="137"/>
                  </a:cubicBezTo>
                  <a:lnTo>
                    <a:pt x="61" y="532"/>
                  </a:lnTo>
                  <a:cubicBezTo>
                    <a:pt x="532" y="441"/>
                    <a:pt x="996" y="396"/>
                    <a:pt x="1448" y="396"/>
                  </a:cubicBezTo>
                  <a:cubicBezTo>
                    <a:pt x="1900" y="396"/>
                    <a:pt x="2341" y="441"/>
                    <a:pt x="2766" y="532"/>
                  </a:cubicBezTo>
                  <a:lnTo>
                    <a:pt x="2827" y="137"/>
                  </a:lnTo>
                  <a:cubicBezTo>
                    <a:pt x="2402" y="46"/>
                    <a:pt x="1946" y="1"/>
                    <a:pt x="1471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42"/>
            <p:cNvSpPr/>
            <p:nvPr/>
          </p:nvSpPr>
          <p:spPr>
            <a:xfrm>
              <a:off x="-4164025" y="1262938"/>
              <a:ext cx="28900" cy="28125"/>
            </a:xfrm>
            <a:custGeom>
              <a:rect b="b" l="l" r="r" t="t"/>
              <a:pathLst>
                <a:path extrusionOk="0" h="1125" w="1156">
                  <a:moveTo>
                    <a:pt x="578" y="0"/>
                  </a:moveTo>
                  <a:cubicBezTo>
                    <a:pt x="274" y="0"/>
                    <a:pt x="1" y="243"/>
                    <a:pt x="1" y="547"/>
                  </a:cubicBezTo>
                  <a:cubicBezTo>
                    <a:pt x="1" y="882"/>
                    <a:pt x="274" y="1125"/>
                    <a:pt x="578" y="1125"/>
                  </a:cubicBezTo>
                  <a:cubicBezTo>
                    <a:pt x="913" y="1125"/>
                    <a:pt x="1156" y="882"/>
                    <a:pt x="1156" y="547"/>
                  </a:cubicBezTo>
                  <a:cubicBezTo>
                    <a:pt x="1156" y="243"/>
                    <a:pt x="913" y="0"/>
                    <a:pt x="578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42"/>
            <p:cNvSpPr/>
            <p:nvPr/>
          </p:nvSpPr>
          <p:spPr>
            <a:xfrm>
              <a:off x="-4185300" y="1254188"/>
              <a:ext cx="71450" cy="13325"/>
            </a:xfrm>
            <a:custGeom>
              <a:rect b="b" l="l" r="r" t="t"/>
              <a:pathLst>
                <a:path extrusionOk="0" h="533" w="2858">
                  <a:moveTo>
                    <a:pt x="1486" y="1"/>
                  </a:moveTo>
                  <a:cubicBezTo>
                    <a:pt x="1011" y="1"/>
                    <a:pt x="518" y="46"/>
                    <a:pt x="1" y="137"/>
                  </a:cubicBezTo>
                  <a:lnTo>
                    <a:pt x="62" y="532"/>
                  </a:lnTo>
                  <a:cubicBezTo>
                    <a:pt x="563" y="441"/>
                    <a:pt x="1034" y="396"/>
                    <a:pt x="1483" y="396"/>
                  </a:cubicBezTo>
                  <a:cubicBezTo>
                    <a:pt x="1931" y="396"/>
                    <a:pt x="2356" y="441"/>
                    <a:pt x="2767" y="532"/>
                  </a:cubicBezTo>
                  <a:lnTo>
                    <a:pt x="2858" y="137"/>
                  </a:lnTo>
                  <a:cubicBezTo>
                    <a:pt x="2417" y="46"/>
                    <a:pt x="1961" y="1"/>
                    <a:pt x="1486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42"/>
            <p:cNvSpPr/>
            <p:nvPr/>
          </p:nvSpPr>
          <p:spPr>
            <a:xfrm>
              <a:off x="-4382100" y="1201788"/>
              <a:ext cx="113325" cy="29200"/>
            </a:xfrm>
            <a:custGeom>
              <a:rect b="b" l="l" r="r" t="t"/>
              <a:pathLst>
                <a:path extrusionOk="0" h="1168" w="4533">
                  <a:moveTo>
                    <a:pt x="1593" y="0"/>
                  </a:moveTo>
                  <a:cubicBezTo>
                    <a:pt x="1453" y="0"/>
                    <a:pt x="1335" y="14"/>
                    <a:pt x="1247" y="45"/>
                  </a:cubicBezTo>
                  <a:cubicBezTo>
                    <a:pt x="578" y="318"/>
                    <a:pt x="0" y="835"/>
                    <a:pt x="122" y="1017"/>
                  </a:cubicBezTo>
                  <a:cubicBezTo>
                    <a:pt x="177" y="1114"/>
                    <a:pt x="1008" y="1167"/>
                    <a:pt x="1920" y="1167"/>
                  </a:cubicBezTo>
                  <a:cubicBezTo>
                    <a:pt x="3010" y="1167"/>
                    <a:pt x="4214" y="1092"/>
                    <a:pt x="4347" y="926"/>
                  </a:cubicBezTo>
                  <a:cubicBezTo>
                    <a:pt x="4533" y="661"/>
                    <a:pt x="2560" y="0"/>
                    <a:pt x="1593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42"/>
            <p:cNvSpPr/>
            <p:nvPr/>
          </p:nvSpPr>
          <p:spPr>
            <a:xfrm>
              <a:off x="-4207425" y="1201788"/>
              <a:ext cx="113350" cy="29200"/>
            </a:xfrm>
            <a:custGeom>
              <a:rect b="b" l="l" r="r" t="t"/>
              <a:pathLst>
                <a:path extrusionOk="0" h="1168" w="4534">
                  <a:moveTo>
                    <a:pt x="2941" y="0"/>
                  </a:moveTo>
                  <a:cubicBezTo>
                    <a:pt x="1974" y="0"/>
                    <a:pt x="1" y="661"/>
                    <a:pt x="187" y="926"/>
                  </a:cubicBezTo>
                  <a:cubicBezTo>
                    <a:pt x="319" y="1092"/>
                    <a:pt x="1524" y="1167"/>
                    <a:pt x="2613" y="1167"/>
                  </a:cubicBezTo>
                  <a:cubicBezTo>
                    <a:pt x="3525" y="1167"/>
                    <a:pt x="4356" y="1114"/>
                    <a:pt x="4412" y="1017"/>
                  </a:cubicBezTo>
                  <a:cubicBezTo>
                    <a:pt x="4533" y="835"/>
                    <a:pt x="3956" y="318"/>
                    <a:pt x="3287" y="45"/>
                  </a:cubicBezTo>
                  <a:cubicBezTo>
                    <a:pt x="3199" y="14"/>
                    <a:pt x="3080" y="0"/>
                    <a:pt x="2941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42"/>
            <p:cNvSpPr/>
            <p:nvPr/>
          </p:nvSpPr>
          <p:spPr>
            <a:xfrm>
              <a:off x="-4077400" y="1113238"/>
              <a:ext cx="48675" cy="26600"/>
            </a:xfrm>
            <a:custGeom>
              <a:rect b="b" l="l" r="r" t="t"/>
              <a:pathLst>
                <a:path extrusionOk="0" h="1064" w="1947">
                  <a:moveTo>
                    <a:pt x="1764" y="0"/>
                  </a:moveTo>
                  <a:cubicBezTo>
                    <a:pt x="1278" y="304"/>
                    <a:pt x="670" y="547"/>
                    <a:pt x="1" y="699"/>
                  </a:cubicBezTo>
                  <a:lnTo>
                    <a:pt x="92" y="1064"/>
                  </a:lnTo>
                  <a:cubicBezTo>
                    <a:pt x="761" y="882"/>
                    <a:pt x="1369" y="669"/>
                    <a:pt x="1946" y="365"/>
                  </a:cubicBezTo>
                  <a:lnTo>
                    <a:pt x="1764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42"/>
            <p:cNvSpPr/>
            <p:nvPr/>
          </p:nvSpPr>
          <p:spPr>
            <a:xfrm>
              <a:off x="-4240775" y="939963"/>
              <a:ext cx="74500" cy="81350"/>
            </a:xfrm>
            <a:custGeom>
              <a:rect b="b" l="l" r="r" t="t"/>
              <a:pathLst>
                <a:path extrusionOk="0" h="3254" w="2980">
                  <a:moveTo>
                    <a:pt x="2888" y="1"/>
                  </a:moveTo>
                  <a:cubicBezTo>
                    <a:pt x="2828" y="31"/>
                    <a:pt x="700" y="548"/>
                    <a:pt x="1" y="3132"/>
                  </a:cubicBezTo>
                  <a:lnTo>
                    <a:pt x="396" y="3253"/>
                  </a:lnTo>
                  <a:cubicBezTo>
                    <a:pt x="1034" y="913"/>
                    <a:pt x="2949" y="396"/>
                    <a:pt x="2980" y="366"/>
                  </a:cubicBezTo>
                  <a:lnTo>
                    <a:pt x="2888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42"/>
            <p:cNvSpPr/>
            <p:nvPr/>
          </p:nvSpPr>
          <p:spPr>
            <a:xfrm>
              <a:off x="-4784100" y="1551688"/>
              <a:ext cx="1090475" cy="1025875"/>
            </a:xfrm>
            <a:custGeom>
              <a:rect b="b" l="l" r="r" t="t"/>
              <a:pathLst>
                <a:path extrusionOk="0" h="41035" w="43619">
                  <a:moveTo>
                    <a:pt x="16719" y="0"/>
                  </a:moveTo>
                  <a:cubicBezTo>
                    <a:pt x="16719" y="0"/>
                    <a:pt x="578" y="912"/>
                    <a:pt x="730" y="9818"/>
                  </a:cubicBezTo>
                  <a:cubicBezTo>
                    <a:pt x="1" y="14074"/>
                    <a:pt x="5533" y="37387"/>
                    <a:pt x="7266" y="39971"/>
                  </a:cubicBezTo>
                  <a:cubicBezTo>
                    <a:pt x="7266" y="39971"/>
                    <a:pt x="13071" y="41034"/>
                    <a:pt x="21825" y="41034"/>
                  </a:cubicBezTo>
                  <a:cubicBezTo>
                    <a:pt x="30549" y="40974"/>
                    <a:pt x="36385" y="39971"/>
                    <a:pt x="36385" y="39971"/>
                  </a:cubicBezTo>
                  <a:cubicBezTo>
                    <a:pt x="38087" y="37326"/>
                    <a:pt x="43619" y="14043"/>
                    <a:pt x="42920" y="9818"/>
                  </a:cubicBezTo>
                  <a:cubicBezTo>
                    <a:pt x="43406" y="791"/>
                    <a:pt x="26901" y="0"/>
                    <a:pt x="26901" y="0"/>
                  </a:cubicBezTo>
                  <a:lnTo>
                    <a:pt x="21825" y="2006"/>
                  </a:lnTo>
                  <a:lnTo>
                    <a:pt x="167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42"/>
            <p:cNvSpPr/>
            <p:nvPr/>
          </p:nvSpPr>
          <p:spPr>
            <a:xfrm>
              <a:off x="-4319025" y="1605638"/>
              <a:ext cx="164900" cy="1179375"/>
            </a:xfrm>
            <a:custGeom>
              <a:rect b="b" l="l" r="r" t="t"/>
              <a:pathLst>
                <a:path extrusionOk="0" h="47175" w="6596">
                  <a:moveTo>
                    <a:pt x="3100" y="0"/>
                  </a:moveTo>
                  <a:lnTo>
                    <a:pt x="1429" y="2311"/>
                  </a:lnTo>
                  <a:lnTo>
                    <a:pt x="2037" y="2706"/>
                  </a:lnTo>
                  <a:lnTo>
                    <a:pt x="0" y="42281"/>
                  </a:lnTo>
                  <a:cubicBezTo>
                    <a:pt x="0" y="42281"/>
                    <a:pt x="2432" y="47174"/>
                    <a:pt x="3131" y="47174"/>
                  </a:cubicBezTo>
                  <a:cubicBezTo>
                    <a:pt x="3860" y="47174"/>
                    <a:pt x="6596" y="42372"/>
                    <a:pt x="6596" y="42372"/>
                  </a:cubicBezTo>
                  <a:lnTo>
                    <a:pt x="4195" y="2675"/>
                  </a:lnTo>
                  <a:lnTo>
                    <a:pt x="4772" y="2280"/>
                  </a:lnTo>
                  <a:lnTo>
                    <a:pt x="31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42"/>
            <p:cNvSpPr/>
            <p:nvPr/>
          </p:nvSpPr>
          <p:spPr>
            <a:xfrm>
              <a:off x="-4268875" y="1667188"/>
              <a:ext cx="57775" cy="13700"/>
            </a:xfrm>
            <a:custGeom>
              <a:rect b="b" l="l" r="r" t="t"/>
              <a:pathLst>
                <a:path extrusionOk="0" h="548" w="2311">
                  <a:moveTo>
                    <a:pt x="122" y="1"/>
                  </a:moveTo>
                  <a:lnTo>
                    <a:pt x="0" y="396"/>
                  </a:lnTo>
                  <a:cubicBezTo>
                    <a:pt x="426" y="487"/>
                    <a:pt x="791" y="548"/>
                    <a:pt x="1186" y="548"/>
                  </a:cubicBezTo>
                  <a:cubicBezTo>
                    <a:pt x="1550" y="548"/>
                    <a:pt x="1885" y="487"/>
                    <a:pt x="2310" y="396"/>
                  </a:cubicBezTo>
                  <a:lnTo>
                    <a:pt x="2189" y="1"/>
                  </a:lnTo>
                  <a:cubicBezTo>
                    <a:pt x="1854" y="92"/>
                    <a:pt x="1528" y="137"/>
                    <a:pt x="1189" y="137"/>
                  </a:cubicBezTo>
                  <a:cubicBezTo>
                    <a:pt x="851" y="137"/>
                    <a:pt x="502" y="92"/>
                    <a:pt x="122" y="1"/>
                  </a:cubicBezTo>
                  <a:close/>
                </a:path>
              </a:pathLst>
            </a:custGeom>
            <a:solidFill>
              <a:srgbClr val="C639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42"/>
            <p:cNvSpPr/>
            <p:nvPr/>
          </p:nvSpPr>
          <p:spPr>
            <a:xfrm>
              <a:off x="-4398075" y="1495463"/>
              <a:ext cx="315400" cy="180100"/>
            </a:xfrm>
            <a:custGeom>
              <a:rect b="b" l="l" r="r" t="t"/>
              <a:pathLst>
                <a:path extrusionOk="0" h="7204" w="12616">
                  <a:moveTo>
                    <a:pt x="1369" y="0"/>
                  </a:moveTo>
                  <a:lnTo>
                    <a:pt x="1" y="2401"/>
                  </a:lnTo>
                  <a:cubicBezTo>
                    <a:pt x="1338" y="5806"/>
                    <a:pt x="4773" y="7204"/>
                    <a:pt x="4773" y="7204"/>
                  </a:cubicBezTo>
                  <a:lnTo>
                    <a:pt x="6293" y="4407"/>
                  </a:lnTo>
                  <a:lnTo>
                    <a:pt x="7813" y="7204"/>
                  </a:lnTo>
                  <a:cubicBezTo>
                    <a:pt x="7813" y="7204"/>
                    <a:pt x="11278" y="5806"/>
                    <a:pt x="12615" y="2401"/>
                  </a:cubicBezTo>
                  <a:lnTo>
                    <a:pt x="11247" y="0"/>
                  </a:lnTo>
                  <a:cubicBezTo>
                    <a:pt x="10001" y="1824"/>
                    <a:pt x="8360" y="3222"/>
                    <a:pt x="6293" y="4225"/>
                  </a:cubicBezTo>
                  <a:cubicBezTo>
                    <a:pt x="4256" y="3222"/>
                    <a:pt x="2615" y="1763"/>
                    <a:pt x="13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42"/>
            <p:cNvSpPr/>
            <p:nvPr/>
          </p:nvSpPr>
          <p:spPr>
            <a:xfrm>
              <a:off x="-4401850" y="1553213"/>
              <a:ext cx="126150" cy="127675"/>
            </a:xfrm>
            <a:custGeom>
              <a:rect b="b" l="l" r="r" t="t"/>
              <a:pathLst>
                <a:path extrusionOk="0" h="5107" w="5046">
                  <a:moveTo>
                    <a:pt x="334" y="0"/>
                  </a:moveTo>
                  <a:lnTo>
                    <a:pt x="0" y="152"/>
                  </a:lnTo>
                  <a:cubicBezTo>
                    <a:pt x="821" y="2280"/>
                    <a:pt x="2492" y="3952"/>
                    <a:pt x="4863" y="5107"/>
                  </a:cubicBezTo>
                  <a:lnTo>
                    <a:pt x="5046" y="4742"/>
                  </a:lnTo>
                  <a:cubicBezTo>
                    <a:pt x="2766" y="3648"/>
                    <a:pt x="1185" y="2067"/>
                    <a:pt x="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42"/>
            <p:cNvSpPr/>
            <p:nvPr/>
          </p:nvSpPr>
          <p:spPr>
            <a:xfrm>
              <a:off x="-4204300" y="1553213"/>
              <a:ext cx="126175" cy="127675"/>
            </a:xfrm>
            <a:custGeom>
              <a:rect b="b" l="l" r="r" t="t"/>
              <a:pathLst>
                <a:path extrusionOk="0" h="5107" w="5047">
                  <a:moveTo>
                    <a:pt x="4712" y="0"/>
                  </a:moveTo>
                  <a:cubicBezTo>
                    <a:pt x="3861" y="2067"/>
                    <a:pt x="2281" y="3648"/>
                    <a:pt x="1" y="4742"/>
                  </a:cubicBezTo>
                  <a:lnTo>
                    <a:pt x="153" y="5107"/>
                  </a:lnTo>
                  <a:cubicBezTo>
                    <a:pt x="2554" y="3952"/>
                    <a:pt x="4165" y="2280"/>
                    <a:pt x="5047" y="152"/>
                  </a:cubicBezTo>
                  <a:lnTo>
                    <a:pt x="47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42"/>
            <p:cNvSpPr/>
            <p:nvPr/>
          </p:nvSpPr>
          <p:spPr>
            <a:xfrm>
              <a:off x="-4628300" y="1996013"/>
              <a:ext cx="272825" cy="83825"/>
            </a:xfrm>
            <a:custGeom>
              <a:rect b="b" l="l" r="r" t="t"/>
              <a:pathLst>
                <a:path extrusionOk="0" h="3353" w="10913">
                  <a:moveTo>
                    <a:pt x="7825" y="431"/>
                  </a:moveTo>
                  <a:cubicBezTo>
                    <a:pt x="9072" y="431"/>
                    <a:pt x="10044" y="458"/>
                    <a:pt x="10274" y="526"/>
                  </a:cubicBezTo>
                  <a:cubicBezTo>
                    <a:pt x="10456" y="799"/>
                    <a:pt x="10487" y="2288"/>
                    <a:pt x="10274" y="2623"/>
                  </a:cubicBezTo>
                  <a:cubicBezTo>
                    <a:pt x="9787" y="2835"/>
                    <a:pt x="5776" y="3002"/>
                    <a:pt x="3099" y="3002"/>
                  </a:cubicBezTo>
                  <a:cubicBezTo>
                    <a:pt x="1932" y="3002"/>
                    <a:pt x="1018" y="2970"/>
                    <a:pt x="760" y="2896"/>
                  </a:cubicBezTo>
                  <a:cubicBezTo>
                    <a:pt x="669" y="2440"/>
                    <a:pt x="456" y="981"/>
                    <a:pt x="578" y="708"/>
                  </a:cubicBezTo>
                  <a:cubicBezTo>
                    <a:pt x="1098" y="562"/>
                    <a:pt x="5113" y="431"/>
                    <a:pt x="7825" y="431"/>
                  </a:cubicBezTo>
                  <a:close/>
                  <a:moveTo>
                    <a:pt x="7605" y="1"/>
                  </a:moveTo>
                  <a:cubicBezTo>
                    <a:pt x="5495" y="1"/>
                    <a:pt x="2878" y="91"/>
                    <a:pt x="1915" y="161"/>
                  </a:cubicBezTo>
                  <a:cubicBezTo>
                    <a:pt x="426" y="252"/>
                    <a:pt x="395" y="343"/>
                    <a:pt x="304" y="404"/>
                  </a:cubicBezTo>
                  <a:cubicBezTo>
                    <a:pt x="0" y="829"/>
                    <a:pt x="334" y="2775"/>
                    <a:pt x="456" y="3079"/>
                  </a:cubicBezTo>
                  <a:cubicBezTo>
                    <a:pt x="517" y="3200"/>
                    <a:pt x="669" y="3231"/>
                    <a:pt x="882" y="3261"/>
                  </a:cubicBezTo>
                  <a:cubicBezTo>
                    <a:pt x="1186" y="3292"/>
                    <a:pt x="2097" y="3352"/>
                    <a:pt x="3252" y="3352"/>
                  </a:cubicBezTo>
                  <a:cubicBezTo>
                    <a:pt x="6049" y="3352"/>
                    <a:pt x="10274" y="3200"/>
                    <a:pt x="10578" y="2805"/>
                  </a:cubicBezTo>
                  <a:cubicBezTo>
                    <a:pt x="10912" y="2380"/>
                    <a:pt x="10912" y="526"/>
                    <a:pt x="10578" y="191"/>
                  </a:cubicBezTo>
                  <a:cubicBezTo>
                    <a:pt x="10436" y="49"/>
                    <a:pt x="9158" y="1"/>
                    <a:pt x="76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42"/>
            <p:cNvSpPr/>
            <p:nvPr/>
          </p:nvSpPr>
          <p:spPr>
            <a:xfrm>
              <a:off x="-4761300" y="1936188"/>
              <a:ext cx="63875" cy="274350"/>
            </a:xfrm>
            <a:custGeom>
              <a:rect b="b" l="l" r="r" t="t"/>
              <a:pathLst>
                <a:path extrusionOk="0" h="10974" w="2555">
                  <a:moveTo>
                    <a:pt x="396" y="1"/>
                  </a:moveTo>
                  <a:lnTo>
                    <a:pt x="1" y="61"/>
                  </a:lnTo>
                  <a:cubicBezTo>
                    <a:pt x="548" y="3374"/>
                    <a:pt x="1277" y="6961"/>
                    <a:pt x="2220" y="10973"/>
                  </a:cubicBezTo>
                  <a:lnTo>
                    <a:pt x="2554" y="10913"/>
                  </a:lnTo>
                  <a:cubicBezTo>
                    <a:pt x="1612" y="6870"/>
                    <a:pt x="913" y="3314"/>
                    <a:pt x="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42"/>
            <p:cNvSpPr/>
            <p:nvPr/>
          </p:nvSpPr>
          <p:spPr>
            <a:xfrm>
              <a:off x="-3779500" y="1936188"/>
              <a:ext cx="63075" cy="274350"/>
            </a:xfrm>
            <a:custGeom>
              <a:rect b="b" l="l" r="r" t="t"/>
              <a:pathLst>
                <a:path extrusionOk="0" h="10974" w="2523">
                  <a:moveTo>
                    <a:pt x="2158" y="1"/>
                  </a:moveTo>
                  <a:cubicBezTo>
                    <a:pt x="1672" y="3314"/>
                    <a:pt x="942" y="6870"/>
                    <a:pt x="0" y="10913"/>
                  </a:cubicBezTo>
                  <a:lnTo>
                    <a:pt x="365" y="10973"/>
                  </a:lnTo>
                  <a:cubicBezTo>
                    <a:pt x="1307" y="6961"/>
                    <a:pt x="2037" y="3374"/>
                    <a:pt x="2523" y="61"/>
                  </a:cubicBezTo>
                  <a:lnTo>
                    <a:pt x="21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42"/>
            <p:cNvSpPr/>
            <p:nvPr/>
          </p:nvSpPr>
          <p:spPr>
            <a:xfrm>
              <a:off x="-3037100" y="564388"/>
              <a:ext cx="952925" cy="592950"/>
            </a:xfrm>
            <a:custGeom>
              <a:rect b="b" l="l" r="r" t="t"/>
              <a:pathLst>
                <a:path extrusionOk="0" h="23718" w="38117">
                  <a:moveTo>
                    <a:pt x="27992" y="1"/>
                  </a:moveTo>
                  <a:cubicBezTo>
                    <a:pt x="17449" y="1"/>
                    <a:pt x="1642" y="2714"/>
                    <a:pt x="1642" y="2714"/>
                  </a:cubicBezTo>
                  <a:lnTo>
                    <a:pt x="1" y="23717"/>
                  </a:lnTo>
                  <a:lnTo>
                    <a:pt x="1" y="23717"/>
                  </a:lnTo>
                  <a:cubicBezTo>
                    <a:pt x="1" y="23717"/>
                    <a:pt x="24111" y="19777"/>
                    <a:pt x="32813" y="19777"/>
                  </a:cubicBezTo>
                  <a:cubicBezTo>
                    <a:pt x="34729" y="19777"/>
                    <a:pt x="35898" y="19968"/>
                    <a:pt x="35898" y="20434"/>
                  </a:cubicBezTo>
                  <a:cubicBezTo>
                    <a:pt x="37387" y="19036"/>
                    <a:pt x="38117" y="3170"/>
                    <a:pt x="36901" y="1802"/>
                  </a:cubicBezTo>
                  <a:cubicBezTo>
                    <a:pt x="35856" y="471"/>
                    <a:pt x="32380" y="1"/>
                    <a:pt x="27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42"/>
            <p:cNvSpPr/>
            <p:nvPr/>
          </p:nvSpPr>
          <p:spPr>
            <a:xfrm>
              <a:off x="-3219475" y="581313"/>
              <a:ext cx="237125" cy="2357950"/>
            </a:xfrm>
            <a:custGeom>
              <a:rect b="b" l="l" r="r" t="t"/>
              <a:pathLst>
                <a:path extrusionOk="0" h="94318" w="9485">
                  <a:moveTo>
                    <a:pt x="8724" y="0"/>
                  </a:moveTo>
                  <a:lnTo>
                    <a:pt x="1" y="94227"/>
                  </a:lnTo>
                  <a:lnTo>
                    <a:pt x="761" y="94318"/>
                  </a:lnTo>
                  <a:lnTo>
                    <a:pt x="9484" y="61"/>
                  </a:lnTo>
                  <a:lnTo>
                    <a:pt x="8724" y="0"/>
                  </a:lnTo>
                  <a:close/>
                </a:path>
              </a:pathLst>
            </a:custGeom>
            <a:solidFill>
              <a:srgbClr val="05060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42"/>
            <p:cNvSpPr/>
            <p:nvPr/>
          </p:nvSpPr>
          <p:spPr>
            <a:xfrm>
              <a:off x="-3184525" y="1688463"/>
              <a:ext cx="157325" cy="209000"/>
            </a:xfrm>
            <a:custGeom>
              <a:rect b="b" l="l" r="r" t="t"/>
              <a:pathLst>
                <a:path extrusionOk="0" h="8360" w="6293">
                  <a:moveTo>
                    <a:pt x="3922" y="1"/>
                  </a:moveTo>
                  <a:lnTo>
                    <a:pt x="1460" y="244"/>
                  </a:lnTo>
                  <a:cubicBezTo>
                    <a:pt x="457" y="335"/>
                    <a:pt x="153" y="1916"/>
                    <a:pt x="1338" y="2159"/>
                  </a:cubicBezTo>
                  <a:cubicBezTo>
                    <a:pt x="578" y="2341"/>
                    <a:pt x="366" y="3800"/>
                    <a:pt x="1430" y="4286"/>
                  </a:cubicBezTo>
                  <a:cubicBezTo>
                    <a:pt x="305" y="4286"/>
                    <a:pt x="1" y="6262"/>
                    <a:pt x="1581" y="6323"/>
                  </a:cubicBezTo>
                  <a:cubicBezTo>
                    <a:pt x="396" y="6384"/>
                    <a:pt x="274" y="8086"/>
                    <a:pt x="1673" y="8207"/>
                  </a:cubicBezTo>
                  <a:cubicBezTo>
                    <a:pt x="2554" y="8299"/>
                    <a:pt x="3436" y="8359"/>
                    <a:pt x="4348" y="8359"/>
                  </a:cubicBezTo>
                  <a:cubicBezTo>
                    <a:pt x="5442" y="8238"/>
                    <a:pt x="5776" y="7387"/>
                    <a:pt x="5442" y="6536"/>
                  </a:cubicBezTo>
                  <a:cubicBezTo>
                    <a:pt x="6293" y="6080"/>
                    <a:pt x="6019" y="4651"/>
                    <a:pt x="5320" y="4560"/>
                  </a:cubicBezTo>
                  <a:cubicBezTo>
                    <a:pt x="6232" y="3982"/>
                    <a:pt x="5928" y="2371"/>
                    <a:pt x="4864" y="2311"/>
                  </a:cubicBezTo>
                  <a:cubicBezTo>
                    <a:pt x="5989" y="1551"/>
                    <a:pt x="5381" y="153"/>
                    <a:pt x="3922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42"/>
            <p:cNvSpPr/>
            <p:nvPr/>
          </p:nvSpPr>
          <p:spPr>
            <a:xfrm>
              <a:off x="-3151850" y="1738613"/>
              <a:ext cx="88950" cy="12950"/>
            </a:xfrm>
            <a:custGeom>
              <a:rect b="b" l="l" r="r" t="t"/>
              <a:pathLst>
                <a:path extrusionOk="0" h="518" w="3558">
                  <a:moveTo>
                    <a:pt x="31" y="1"/>
                  </a:moveTo>
                  <a:lnTo>
                    <a:pt x="1" y="396"/>
                  </a:lnTo>
                  <a:lnTo>
                    <a:pt x="3527" y="517"/>
                  </a:lnTo>
                  <a:lnTo>
                    <a:pt x="3557" y="153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42"/>
            <p:cNvSpPr/>
            <p:nvPr/>
          </p:nvSpPr>
          <p:spPr>
            <a:xfrm>
              <a:off x="-3149550" y="1791038"/>
              <a:ext cx="98800" cy="15225"/>
            </a:xfrm>
            <a:custGeom>
              <a:rect b="b" l="l" r="r" t="t"/>
              <a:pathLst>
                <a:path extrusionOk="0" h="609" w="3952">
                  <a:moveTo>
                    <a:pt x="31" y="1"/>
                  </a:moveTo>
                  <a:lnTo>
                    <a:pt x="0" y="366"/>
                  </a:lnTo>
                  <a:lnTo>
                    <a:pt x="3952" y="609"/>
                  </a:lnTo>
                  <a:lnTo>
                    <a:pt x="3952" y="244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42"/>
            <p:cNvSpPr/>
            <p:nvPr/>
          </p:nvSpPr>
          <p:spPr>
            <a:xfrm>
              <a:off x="-3145750" y="1843488"/>
              <a:ext cx="98800" cy="12925"/>
            </a:xfrm>
            <a:custGeom>
              <a:rect b="b" l="l" r="r" t="t"/>
              <a:pathLst>
                <a:path extrusionOk="0" h="517" w="3952">
                  <a:moveTo>
                    <a:pt x="30" y="0"/>
                  </a:moveTo>
                  <a:lnTo>
                    <a:pt x="0" y="365"/>
                  </a:lnTo>
                  <a:lnTo>
                    <a:pt x="3921" y="517"/>
                  </a:lnTo>
                  <a:lnTo>
                    <a:pt x="3952" y="12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42"/>
            <p:cNvSpPr/>
            <p:nvPr/>
          </p:nvSpPr>
          <p:spPr>
            <a:xfrm>
              <a:off x="-3228600" y="1633413"/>
              <a:ext cx="207475" cy="57350"/>
            </a:xfrm>
            <a:custGeom>
              <a:rect b="b" l="l" r="r" t="t"/>
              <a:pathLst>
                <a:path extrusionOk="0" h="2294" w="8299">
                  <a:moveTo>
                    <a:pt x="5642" y="1"/>
                  </a:moveTo>
                  <a:cubicBezTo>
                    <a:pt x="5111" y="1"/>
                    <a:pt x="4621" y="4"/>
                    <a:pt x="4348" y="14"/>
                  </a:cubicBezTo>
                  <a:cubicBezTo>
                    <a:pt x="3588" y="105"/>
                    <a:pt x="1855" y="14"/>
                    <a:pt x="548" y="1139"/>
                  </a:cubicBezTo>
                  <a:cubicBezTo>
                    <a:pt x="366" y="1291"/>
                    <a:pt x="183" y="1534"/>
                    <a:pt x="1" y="1929"/>
                  </a:cubicBezTo>
                  <a:cubicBezTo>
                    <a:pt x="1582" y="1959"/>
                    <a:pt x="1551" y="2294"/>
                    <a:pt x="3101" y="2294"/>
                  </a:cubicBezTo>
                  <a:cubicBezTo>
                    <a:pt x="4393" y="2127"/>
                    <a:pt x="5001" y="2073"/>
                    <a:pt x="5335" y="2073"/>
                  </a:cubicBezTo>
                  <a:cubicBezTo>
                    <a:pt x="5670" y="2073"/>
                    <a:pt x="5731" y="2127"/>
                    <a:pt x="5928" y="2172"/>
                  </a:cubicBezTo>
                  <a:cubicBezTo>
                    <a:pt x="8056" y="2172"/>
                    <a:pt x="8299" y="561"/>
                    <a:pt x="7934" y="14"/>
                  </a:cubicBezTo>
                  <a:cubicBezTo>
                    <a:pt x="7934" y="14"/>
                    <a:pt x="6705" y="1"/>
                    <a:pt x="5642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42"/>
            <p:cNvSpPr/>
            <p:nvPr/>
          </p:nvSpPr>
          <p:spPr>
            <a:xfrm>
              <a:off x="-3177675" y="1683138"/>
              <a:ext cx="101850" cy="219650"/>
            </a:xfrm>
            <a:custGeom>
              <a:rect b="b" l="l" r="r" t="t"/>
              <a:pathLst>
                <a:path extrusionOk="0" h="8786" w="4074">
                  <a:moveTo>
                    <a:pt x="3800" y="1"/>
                  </a:moveTo>
                  <a:lnTo>
                    <a:pt x="1216" y="214"/>
                  </a:lnTo>
                  <a:cubicBezTo>
                    <a:pt x="426" y="274"/>
                    <a:pt x="31" y="852"/>
                    <a:pt x="0" y="1369"/>
                  </a:cubicBezTo>
                  <a:cubicBezTo>
                    <a:pt x="0" y="1764"/>
                    <a:pt x="152" y="2220"/>
                    <a:pt x="578" y="2432"/>
                  </a:cubicBezTo>
                  <a:cubicBezTo>
                    <a:pt x="396" y="2645"/>
                    <a:pt x="244" y="2949"/>
                    <a:pt x="183" y="3284"/>
                  </a:cubicBezTo>
                  <a:cubicBezTo>
                    <a:pt x="183" y="3648"/>
                    <a:pt x="304" y="4074"/>
                    <a:pt x="639" y="4408"/>
                  </a:cubicBezTo>
                  <a:cubicBezTo>
                    <a:pt x="274" y="4621"/>
                    <a:pt x="0" y="5077"/>
                    <a:pt x="0" y="5533"/>
                  </a:cubicBezTo>
                  <a:cubicBezTo>
                    <a:pt x="0" y="5928"/>
                    <a:pt x="183" y="6353"/>
                    <a:pt x="608" y="6597"/>
                  </a:cubicBezTo>
                  <a:cubicBezTo>
                    <a:pt x="335" y="6809"/>
                    <a:pt x="183" y="7113"/>
                    <a:pt x="183" y="7417"/>
                  </a:cubicBezTo>
                  <a:cubicBezTo>
                    <a:pt x="183" y="7964"/>
                    <a:pt x="578" y="8572"/>
                    <a:pt x="1399" y="8633"/>
                  </a:cubicBezTo>
                  <a:cubicBezTo>
                    <a:pt x="2250" y="8755"/>
                    <a:pt x="3162" y="8785"/>
                    <a:pt x="4074" y="8785"/>
                  </a:cubicBezTo>
                  <a:lnTo>
                    <a:pt x="4074" y="8755"/>
                  </a:lnTo>
                  <a:lnTo>
                    <a:pt x="4074" y="8360"/>
                  </a:lnTo>
                  <a:cubicBezTo>
                    <a:pt x="3162" y="8360"/>
                    <a:pt x="2280" y="8329"/>
                    <a:pt x="1399" y="8208"/>
                  </a:cubicBezTo>
                  <a:cubicBezTo>
                    <a:pt x="791" y="8177"/>
                    <a:pt x="548" y="7812"/>
                    <a:pt x="548" y="7417"/>
                  </a:cubicBezTo>
                  <a:cubicBezTo>
                    <a:pt x="548" y="7083"/>
                    <a:pt x="760" y="6718"/>
                    <a:pt x="1247" y="6718"/>
                  </a:cubicBezTo>
                  <a:lnTo>
                    <a:pt x="1247" y="6353"/>
                  </a:lnTo>
                  <a:cubicBezTo>
                    <a:pt x="578" y="6323"/>
                    <a:pt x="335" y="5898"/>
                    <a:pt x="335" y="5533"/>
                  </a:cubicBezTo>
                  <a:cubicBezTo>
                    <a:pt x="396" y="5107"/>
                    <a:pt x="639" y="4682"/>
                    <a:pt x="1095" y="4682"/>
                  </a:cubicBezTo>
                  <a:lnTo>
                    <a:pt x="1976" y="4682"/>
                  </a:lnTo>
                  <a:lnTo>
                    <a:pt x="1186" y="4317"/>
                  </a:lnTo>
                  <a:cubicBezTo>
                    <a:pt x="578" y="4043"/>
                    <a:pt x="578" y="3436"/>
                    <a:pt x="578" y="3284"/>
                  </a:cubicBezTo>
                  <a:cubicBezTo>
                    <a:pt x="608" y="2949"/>
                    <a:pt x="791" y="2615"/>
                    <a:pt x="1064" y="2554"/>
                  </a:cubicBezTo>
                  <a:lnTo>
                    <a:pt x="1824" y="2372"/>
                  </a:lnTo>
                  <a:lnTo>
                    <a:pt x="1034" y="2220"/>
                  </a:lnTo>
                  <a:cubicBezTo>
                    <a:pt x="548" y="2129"/>
                    <a:pt x="396" y="1733"/>
                    <a:pt x="396" y="1429"/>
                  </a:cubicBezTo>
                  <a:cubicBezTo>
                    <a:pt x="426" y="1034"/>
                    <a:pt x="700" y="609"/>
                    <a:pt x="1247" y="578"/>
                  </a:cubicBezTo>
                  <a:lnTo>
                    <a:pt x="3830" y="396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42"/>
            <p:cNvSpPr/>
            <p:nvPr/>
          </p:nvSpPr>
          <p:spPr>
            <a:xfrm>
              <a:off x="-3088000" y="1632988"/>
              <a:ext cx="48650" cy="15225"/>
            </a:xfrm>
            <a:custGeom>
              <a:rect b="b" l="l" r="r" t="t"/>
              <a:pathLst>
                <a:path extrusionOk="0" h="609" w="1946">
                  <a:moveTo>
                    <a:pt x="1824" y="1"/>
                  </a:moveTo>
                  <a:cubicBezTo>
                    <a:pt x="1398" y="183"/>
                    <a:pt x="699" y="244"/>
                    <a:pt x="365" y="244"/>
                  </a:cubicBezTo>
                  <a:lnTo>
                    <a:pt x="365" y="31"/>
                  </a:lnTo>
                  <a:lnTo>
                    <a:pt x="0" y="31"/>
                  </a:lnTo>
                  <a:lnTo>
                    <a:pt x="0" y="609"/>
                  </a:lnTo>
                  <a:lnTo>
                    <a:pt x="213" y="609"/>
                  </a:lnTo>
                  <a:cubicBezTo>
                    <a:pt x="395" y="609"/>
                    <a:pt x="1368" y="578"/>
                    <a:pt x="1945" y="335"/>
                  </a:cubicBezTo>
                  <a:lnTo>
                    <a:pt x="1824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42"/>
            <p:cNvSpPr/>
            <p:nvPr/>
          </p:nvSpPr>
          <p:spPr>
            <a:xfrm>
              <a:off x="-4682275" y="2537363"/>
              <a:ext cx="317450" cy="335900"/>
            </a:xfrm>
            <a:custGeom>
              <a:rect b="b" l="l" r="r" t="t"/>
              <a:pathLst>
                <a:path extrusionOk="0" h="13436" w="12698">
                  <a:moveTo>
                    <a:pt x="3994" y="1"/>
                  </a:moveTo>
                  <a:cubicBezTo>
                    <a:pt x="3453" y="1"/>
                    <a:pt x="2909" y="129"/>
                    <a:pt x="2402" y="452"/>
                  </a:cubicBezTo>
                  <a:cubicBezTo>
                    <a:pt x="1" y="1972"/>
                    <a:pt x="1399" y="5255"/>
                    <a:pt x="1521" y="5711"/>
                  </a:cubicBezTo>
                  <a:cubicBezTo>
                    <a:pt x="2068" y="7899"/>
                    <a:pt x="5624" y="11972"/>
                    <a:pt x="5624" y="11972"/>
                  </a:cubicBezTo>
                  <a:cubicBezTo>
                    <a:pt x="5976" y="12424"/>
                    <a:pt x="6343" y="12581"/>
                    <a:pt x="6640" y="12581"/>
                  </a:cubicBezTo>
                  <a:cubicBezTo>
                    <a:pt x="7062" y="12581"/>
                    <a:pt x="7342" y="12265"/>
                    <a:pt x="7235" y="12033"/>
                  </a:cubicBezTo>
                  <a:lnTo>
                    <a:pt x="7235" y="12033"/>
                  </a:lnTo>
                  <a:lnTo>
                    <a:pt x="7782" y="12793"/>
                  </a:lnTo>
                  <a:cubicBezTo>
                    <a:pt x="8177" y="13262"/>
                    <a:pt x="8538" y="13436"/>
                    <a:pt x="8827" y="13436"/>
                  </a:cubicBezTo>
                  <a:cubicBezTo>
                    <a:pt x="9362" y="13436"/>
                    <a:pt x="9651" y="12842"/>
                    <a:pt x="9454" y="12428"/>
                  </a:cubicBezTo>
                  <a:lnTo>
                    <a:pt x="9454" y="12428"/>
                  </a:lnTo>
                  <a:cubicBezTo>
                    <a:pt x="9728" y="12892"/>
                    <a:pt x="10099" y="13072"/>
                    <a:pt x="10426" y="13072"/>
                  </a:cubicBezTo>
                  <a:cubicBezTo>
                    <a:pt x="10934" y="13072"/>
                    <a:pt x="11336" y="12636"/>
                    <a:pt x="11095" y="12155"/>
                  </a:cubicBezTo>
                  <a:lnTo>
                    <a:pt x="11095" y="12155"/>
                  </a:lnTo>
                  <a:cubicBezTo>
                    <a:pt x="11268" y="12391"/>
                    <a:pt x="11499" y="12500"/>
                    <a:pt x="11719" y="12500"/>
                  </a:cubicBezTo>
                  <a:cubicBezTo>
                    <a:pt x="12235" y="12500"/>
                    <a:pt x="12698" y="11906"/>
                    <a:pt x="12250" y="10969"/>
                  </a:cubicBezTo>
                  <a:cubicBezTo>
                    <a:pt x="11947" y="10209"/>
                    <a:pt x="8603" y="4465"/>
                    <a:pt x="8603" y="4465"/>
                  </a:cubicBezTo>
                  <a:cubicBezTo>
                    <a:pt x="8630" y="4452"/>
                    <a:pt x="8659" y="4446"/>
                    <a:pt x="8690" y="4446"/>
                  </a:cubicBezTo>
                  <a:cubicBezTo>
                    <a:pt x="9188" y="4446"/>
                    <a:pt x="10184" y="6002"/>
                    <a:pt x="11330" y="6002"/>
                  </a:cubicBezTo>
                  <a:cubicBezTo>
                    <a:pt x="11472" y="6002"/>
                    <a:pt x="11617" y="5978"/>
                    <a:pt x="11764" y="5924"/>
                  </a:cubicBezTo>
                  <a:cubicBezTo>
                    <a:pt x="11886" y="5832"/>
                    <a:pt x="11886" y="5680"/>
                    <a:pt x="11855" y="5589"/>
                  </a:cubicBezTo>
                  <a:cubicBezTo>
                    <a:pt x="9576" y="2398"/>
                    <a:pt x="7357" y="1334"/>
                    <a:pt x="6658" y="878"/>
                  </a:cubicBezTo>
                  <a:cubicBezTo>
                    <a:pt x="5951" y="427"/>
                    <a:pt x="4979" y="1"/>
                    <a:pt x="3994" y="1"/>
                  </a:cubicBezTo>
                  <a:close/>
                </a:path>
              </a:pathLst>
            </a:custGeom>
            <a:solidFill>
              <a:srgbClr val="E2A0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42"/>
            <p:cNvSpPr/>
            <p:nvPr/>
          </p:nvSpPr>
          <p:spPr>
            <a:xfrm>
              <a:off x="-4556875" y="2749263"/>
              <a:ext cx="57000" cy="88950"/>
            </a:xfrm>
            <a:custGeom>
              <a:rect b="b" l="l" r="r" t="t"/>
              <a:pathLst>
                <a:path extrusionOk="0" h="3558" w="2280">
                  <a:moveTo>
                    <a:pt x="274" y="1"/>
                  </a:moveTo>
                  <a:lnTo>
                    <a:pt x="0" y="153"/>
                  </a:lnTo>
                  <a:lnTo>
                    <a:pt x="2006" y="3557"/>
                  </a:lnTo>
                  <a:lnTo>
                    <a:pt x="2280" y="3405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CB82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42"/>
            <p:cNvSpPr/>
            <p:nvPr/>
          </p:nvSpPr>
          <p:spPr>
            <a:xfrm>
              <a:off x="-4520400" y="2734838"/>
              <a:ext cx="76775" cy="114775"/>
            </a:xfrm>
            <a:custGeom>
              <a:rect b="b" l="l" r="r" t="t"/>
              <a:pathLst>
                <a:path extrusionOk="0" h="4591" w="3071">
                  <a:moveTo>
                    <a:pt x="213" y="0"/>
                  </a:moveTo>
                  <a:lnTo>
                    <a:pt x="0" y="152"/>
                  </a:lnTo>
                  <a:lnTo>
                    <a:pt x="2857" y="4590"/>
                  </a:lnTo>
                  <a:lnTo>
                    <a:pt x="3070" y="4438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CB82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42"/>
            <p:cNvSpPr/>
            <p:nvPr/>
          </p:nvSpPr>
          <p:spPr>
            <a:xfrm>
              <a:off x="-4483175" y="2713563"/>
              <a:ext cx="82100" cy="128450"/>
            </a:xfrm>
            <a:custGeom>
              <a:rect b="b" l="l" r="r" t="t"/>
              <a:pathLst>
                <a:path extrusionOk="0" h="5138" w="3284">
                  <a:moveTo>
                    <a:pt x="274" y="0"/>
                  </a:moveTo>
                  <a:lnTo>
                    <a:pt x="1" y="183"/>
                  </a:lnTo>
                  <a:lnTo>
                    <a:pt x="3040" y="5137"/>
                  </a:lnTo>
                  <a:lnTo>
                    <a:pt x="3283" y="4985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CB82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42"/>
            <p:cNvSpPr/>
            <p:nvPr/>
          </p:nvSpPr>
          <p:spPr>
            <a:xfrm>
              <a:off x="-5090125" y="2122663"/>
              <a:ext cx="592550" cy="584850"/>
            </a:xfrm>
            <a:custGeom>
              <a:rect b="b" l="l" r="r" t="t"/>
              <a:pathLst>
                <a:path extrusionOk="0" h="23394" w="23702">
                  <a:moveTo>
                    <a:pt x="7250" y="1"/>
                  </a:moveTo>
                  <a:cubicBezTo>
                    <a:pt x="2895" y="1"/>
                    <a:pt x="0" y="5228"/>
                    <a:pt x="3792" y="10171"/>
                  </a:cubicBezTo>
                  <a:cubicBezTo>
                    <a:pt x="6588" y="14092"/>
                    <a:pt x="17257" y="23393"/>
                    <a:pt x="17257" y="23393"/>
                  </a:cubicBezTo>
                  <a:cubicBezTo>
                    <a:pt x="20206" y="18530"/>
                    <a:pt x="23701" y="17527"/>
                    <a:pt x="23701" y="17527"/>
                  </a:cubicBezTo>
                  <a:cubicBezTo>
                    <a:pt x="19051" y="10779"/>
                    <a:pt x="15464" y="5672"/>
                    <a:pt x="12090" y="2116"/>
                  </a:cubicBezTo>
                  <a:cubicBezTo>
                    <a:pt x="10447" y="629"/>
                    <a:pt x="8761" y="1"/>
                    <a:pt x="72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42"/>
            <p:cNvSpPr/>
            <p:nvPr/>
          </p:nvSpPr>
          <p:spPr>
            <a:xfrm>
              <a:off x="-4677700" y="2643313"/>
              <a:ext cx="24350" cy="21975"/>
            </a:xfrm>
            <a:custGeom>
              <a:rect b="b" l="l" r="r" t="t"/>
              <a:pathLst>
                <a:path extrusionOk="0" h="879" w="974">
                  <a:moveTo>
                    <a:pt x="511" y="0"/>
                  </a:moveTo>
                  <a:cubicBezTo>
                    <a:pt x="326" y="0"/>
                    <a:pt x="143" y="137"/>
                    <a:pt x="92" y="318"/>
                  </a:cubicBezTo>
                  <a:cubicBezTo>
                    <a:pt x="0" y="561"/>
                    <a:pt x="152" y="774"/>
                    <a:pt x="396" y="865"/>
                  </a:cubicBezTo>
                  <a:cubicBezTo>
                    <a:pt x="428" y="874"/>
                    <a:pt x="460" y="878"/>
                    <a:pt x="493" y="878"/>
                  </a:cubicBezTo>
                  <a:cubicBezTo>
                    <a:pt x="678" y="878"/>
                    <a:pt x="861" y="742"/>
                    <a:pt x="912" y="561"/>
                  </a:cubicBezTo>
                  <a:cubicBezTo>
                    <a:pt x="973" y="318"/>
                    <a:pt x="851" y="105"/>
                    <a:pt x="608" y="14"/>
                  </a:cubicBezTo>
                  <a:cubicBezTo>
                    <a:pt x="576" y="5"/>
                    <a:pt x="543" y="0"/>
                    <a:pt x="511" y="0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42"/>
            <p:cNvSpPr/>
            <p:nvPr/>
          </p:nvSpPr>
          <p:spPr>
            <a:xfrm>
              <a:off x="-4714175" y="2499263"/>
              <a:ext cx="177075" cy="163400"/>
            </a:xfrm>
            <a:custGeom>
              <a:rect b="b" l="l" r="r" t="t"/>
              <a:pathLst>
                <a:path extrusionOk="0" h="6536" w="7083">
                  <a:moveTo>
                    <a:pt x="7022" y="1"/>
                  </a:moveTo>
                  <a:cubicBezTo>
                    <a:pt x="4043" y="487"/>
                    <a:pt x="1125" y="4043"/>
                    <a:pt x="0" y="6384"/>
                  </a:cubicBezTo>
                  <a:lnTo>
                    <a:pt x="335" y="6536"/>
                  </a:lnTo>
                  <a:cubicBezTo>
                    <a:pt x="1429" y="4256"/>
                    <a:pt x="4256" y="791"/>
                    <a:pt x="7083" y="396"/>
                  </a:cubicBezTo>
                  <a:lnTo>
                    <a:pt x="7022" y="1"/>
                  </a:ln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42"/>
            <p:cNvSpPr/>
            <p:nvPr/>
          </p:nvSpPr>
          <p:spPr>
            <a:xfrm>
              <a:off x="-4925425" y="2154288"/>
              <a:ext cx="201400" cy="97275"/>
            </a:xfrm>
            <a:custGeom>
              <a:rect b="b" l="l" r="r" t="t"/>
              <a:pathLst>
                <a:path extrusionOk="0" h="3891" w="8056">
                  <a:moveTo>
                    <a:pt x="2584" y="0"/>
                  </a:moveTo>
                  <a:lnTo>
                    <a:pt x="2554" y="395"/>
                  </a:lnTo>
                  <a:cubicBezTo>
                    <a:pt x="2554" y="395"/>
                    <a:pt x="4894" y="760"/>
                    <a:pt x="6809" y="2675"/>
                  </a:cubicBezTo>
                  <a:cubicBezTo>
                    <a:pt x="5170" y="1673"/>
                    <a:pt x="3514" y="1166"/>
                    <a:pt x="1777" y="1166"/>
                  </a:cubicBezTo>
                  <a:cubicBezTo>
                    <a:pt x="1195" y="1166"/>
                    <a:pt x="603" y="1223"/>
                    <a:pt x="0" y="1337"/>
                  </a:cubicBezTo>
                  <a:lnTo>
                    <a:pt x="61" y="1733"/>
                  </a:lnTo>
                  <a:cubicBezTo>
                    <a:pt x="641" y="1623"/>
                    <a:pt x="1211" y="1568"/>
                    <a:pt x="1773" y="1568"/>
                  </a:cubicBezTo>
                  <a:cubicBezTo>
                    <a:pt x="3862" y="1568"/>
                    <a:pt x="5835" y="2327"/>
                    <a:pt x="7751" y="3860"/>
                  </a:cubicBezTo>
                  <a:cubicBezTo>
                    <a:pt x="7782" y="3891"/>
                    <a:pt x="7812" y="3891"/>
                    <a:pt x="7873" y="3891"/>
                  </a:cubicBezTo>
                  <a:cubicBezTo>
                    <a:pt x="7903" y="3891"/>
                    <a:pt x="7934" y="3891"/>
                    <a:pt x="7994" y="3769"/>
                  </a:cubicBezTo>
                  <a:cubicBezTo>
                    <a:pt x="8055" y="3739"/>
                    <a:pt x="8055" y="3617"/>
                    <a:pt x="8025" y="3556"/>
                  </a:cubicBezTo>
                  <a:cubicBezTo>
                    <a:pt x="5958" y="547"/>
                    <a:pt x="2736" y="61"/>
                    <a:pt x="25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42"/>
            <p:cNvSpPr/>
            <p:nvPr/>
          </p:nvSpPr>
          <p:spPr>
            <a:xfrm>
              <a:off x="-4682275" y="2304738"/>
              <a:ext cx="186975" cy="259150"/>
            </a:xfrm>
            <a:custGeom>
              <a:rect b="b" l="l" r="r" t="t"/>
              <a:pathLst>
                <a:path extrusionOk="0" h="10366" w="7479">
                  <a:moveTo>
                    <a:pt x="305" y="0"/>
                  </a:moveTo>
                  <a:lnTo>
                    <a:pt x="1" y="213"/>
                  </a:lnTo>
                  <a:cubicBezTo>
                    <a:pt x="31" y="304"/>
                    <a:pt x="6171" y="8967"/>
                    <a:pt x="7174" y="10365"/>
                  </a:cubicBezTo>
                  <a:lnTo>
                    <a:pt x="7478" y="10153"/>
                  </a:lnTo>
                  <a:cubicBezTo>
                    <a:pt x="6506" y="8724"/>
                    <a:pt x="396" y="61"/>
                    <a:pt x="3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0" name="Google Shape;1300;p42"/>
          <p:cNvGrpSpPr/>
          <p:nvPr/>
        </p:nvGrpSpPr>
        <p:grpSpPr>
          <a:xfrm>
            <a:off x="-161925" y="3615300"/>
            <a:ext cx="4373200" cy="1030900"/>
            <a:chOff x="2558825" y="1578175"/>
            <a:chExt cx="4373200" cy="1030900"/>
          </a:xfrm>
        </p:grpSpPr>
        <p:sp>
          <p:nvSpPr>
            <p:cNvPr id="1301" name="Google Shape;1301;p42"/>
            <p:cNvSpPr/>
            <p:nvPr/>
          </p:nvSpPr>
          <p:spPr>
            <a:xfrm>
              <a:off x="2558825" y="1621900"/>
              <a:ext cx="4373200" cy="950650"/>
            </a:xfrm>
            <a:custGeom>
              <a:rect b="b" l="l" r="r" t="t"/>
              <a:pathLst>
                <a:path extrusionOk="0" h="38026" w="174928">
                  <a:moveTo>
                    <a:pt x="49849" y="0"/>
                  </a:moveTo>
                  <a:lnTo>
                    <a:pt x="38299" y="20791"/>
                  </a:lnTo>
                  <a:lnTo>
                    <a:pt x="25077" y="22432"/>
                  </a:lnTo>
                  <a:lnTo>
                    <a:pt x="17326" y="15168"/>
                  </a:lnTo>
                  <a:lnTo>
                    <a:pt x="0" y="20548"/>
                  </a:lnTo>
                  <a:lnTo>
                    <a:pt x="122" y="20943"/>
                  </a:lnTo>
                  <a:lnTo>
                    <a:pt x="17235" y="15563"/>
                  </a:lnTo>
                  <a:lnTo>
                    <a:pt x="24925" y="22797"/>
                  </a:lnTo>
                  <a:lnTo>
                    <a:pt x="38512" y="21125"/>
                  </a:lnTo>
                  <a:lnTo>
                    <a:pt x="50001" y="487"/>
                  </a:lnTo>
                  <a:lnTo>
                    <a:pt x="63679" y="7903"/>
                  </a:lnTo>
                  <a:lnTo>
                    <a:pt x="66567" y="24286"/>
                  </a:lnTo>
                  <a:lnTo>
                    <a:pt x="78178" y="21885"/>
                  </a:lnTo>
                  <a:lnTo>
                    <a:pt x="86172" y="13374"/>
                  </a:lnTo>
                  <a:lnTo>
                    <a:pt x="94410" y="38025"/>
                  </a:lnTo>
                  <a:lnTo>
                    <a:pt x="108817" y="32615"/>
                  </a:lnTo>
                  <a:lnTo>
                    <a:pt x="115200" y="21125"/>
                  </a:lnTo>
                  <a:lnTo>
                    <a:pt x="125170" y="23435"/>
                  </a:lnTo>
                  <a:lnTo>
                    <a:pt x="131492" y="33679"/>
                  </a:lnTo>
                  <a:lnTo>
                    <a:pt x="151827" y="30730"/>
                  </a:lnTo>
                  <a:lnTo>
                    <a:pt x="151888" y="30700"/>
                  </a:lnTo>
                  <a:lnTo>
                    <a:pt x="160703" y="18086"/>
                  </a:lnTo>
                  <a:lnTo>
                    <a:pt x="174837" y="20791"/>
                  </a:lnTo>
                  <a:lnTo>
                    <a:pt x="174928" y="20396"/>
                  </a:lnTo>
                  <a:lnTo>
                    <a:pt x="160551" y="17660"/>
                  </a:lnTo>
                  <a:lnTo>
                    <a:pt x="151675" y="30365"/>
                  </a:lnTo>
                  <a:lnTo>
                    <a:pt x="131675" y="33253"/>
                  </a:lnTo>
                  <a:lnTo>
                    <a:pt x="125444" y="23192"/>
                  </a:lnTo>
                  <a:lnTo>
                    <a:pt x="125413" y="23101"/>
                  </a:lnTo>
                  <a:lnTo>
                    <a:pt x="115018" y="20700"/>
                  </a:lnTo>
                  <a:lnTo>
                    <a:pt x="108544" y="32311"/>
                  </a:lnTo>
                  <a:lnTo>
                    <a:pt x="94653" y="37539"/>
                  </a:lnTo>
                  <a:lnTo>
                    <a:pt x="86324" y="12645"/>
                  </a:lnTo>
                  <a:lnTo>
                    <a:pt x="77996" y="21551"/>
                  </a:lnTo>
                  <a:lnTo>
                    <a:pt x="66901" y="23830"/>
                  </a:lnTo>
                  <a:lnTo>
                    <a:pt x="64014" y="7690"/>
                  </a:lnTo>
                  <a:lnTo>
                    <a:pt x="49849" y="0"/>
                  </a:ln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42"/>
            <p:cNvSpPr/>
            <p:nvPr/>
          </p:nvSpPr>
          <p:spPr>
            <a:xfrm>
              <a:off x="4096850" y="1765625"/>
              <a:ext cx="121600" cy="101800"/>
            </a:xfrm>
            <a:custGeom>
              <a:rect b="b" l="l" r="r" t="t"/>
              <a:pathLst>
                <a:path extrusionOk="0" h="4072" w="4864">
                  <a:moveTo>
                    <a:pt x="2466" y="0"/>
                  </a:moveTo>
                  <a:cubicBezTo>
                    <a:pt x="1545" y="0"/>
                    <a:pt x="645" y="453"/>
                    <a:pt x="365" y="1394"/>
                  </a:cubicBezTo>
                  <a:cubicBezTo>
                    <a:pt x="0" y="2640"/>
                    <a:pt x="912" y="3978"/>
                    <a:pt x="2219" y="4069"/>
                  </a:cubicBezTo>
                  <a:cubicBezTo>
                    <a:pt x="2260" y="4071"/>
                    <a:pt x="2300" y="4072"/>
                    <a:pt x="2341" y="4072"/>
                  </a:cubicBezTo>
                  <a:cubicBezTo>
                    <a:pt x="3035" y="4072"/>
                    <a:pt x="3768" y="3826"/>
                    <a:pt x="4256" y="3309"/>
                  </a:cubicBezTo>
                  <a:cubicBezTo>
                    <a:pt x="4742" y="2762"/>
                    <a:pt x="4864" y="1972"/>
                    <a:pt x="4590" y="1333"/>
                  </a:cubicBezTo>
                  <a:cubicBezTo>
                    <a:pt x="4438" y="938"/>
                    <a:pt x="4195" y="604"/>
                    <a:pt x="3830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42"/>
            <p:cNvSpPr/>
            <p:nvPr/>
          </p:nvSpPr>
          <p:spPr>
            <a:xfrm>
              <a:off x="4131800" y="179480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35" y="0"/>
                  </a:moveTo>
                  <a:cubicBezTo>
                    <a:pt x="640" y="0"/>
                    <a:pt x="270" y="191"/>
                    <a:pt x="153" y="622"/>
                  </a:cubicBezTo>
                  <a:cubicBezTo>
                    <a:pt x="1" y="1170"/>
                    <a:pt x="365" y="1747"/>
                    <a:pt x="943" y="1777"/>
                  </a:cubicBezTo>
                  <a:cubicBezTo>
                    <a:pt x="1247" y="1777"/>
                    <a:pt x="1642" y="1717"/>
                    <a:pt x="1824" y="1443"/>
                  </a:cubicBezTo>
                  <a:cubicBezTo>
                    <a:pt x="2098" y="1230"/>
                    <a:pt x="2128" y="835"/>
                    <a:pt x="2007" y="562"/>
                  </a:cubicBezTo>
                  <a:cubicBezTo>
                    <a:pt x="1946" y="410"/>
                    <a:pt x="1824" y="258"/>
                    <a:pt x="1672" y="166"/>
                  </a:cubicBezTo>
                  <a:cubicBezTo>
                    <a:pt x="1478" y="58"/>
                    <a:pt x="1253" y="0"/>
                    <a:pt x="1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42"/>
            <p:cNvSpPr/>
            <p:nvPr/>
          </p:nvSpPr>
          <p:spPr>
            <a:xfrm>
              <a:off x="3741975" y="1578175"/>
              <a:ext cx="120850" cy="101725"/>
            </a:xfrm>
            <a:custGeom>
              <a:rect b="b" l="l" r="r" t="t"/>
              <a:pathLst>
                <a:path extrusionOk="0" h="4069" w="4834">
                  <a:moveTo>
                    <a:pt x="2477" y="0"/>
                  </a:moveTo>
                  <a:cubicBezTo>
                    <a:pt x="1564" y="0"/>
                    <a:pt x="674" y="461"/>
                    <a:pt x="396" y="1415"/>
                  </a:cubicBezTo>
                  <a:cubicBezTo>
                    <a:pt x="1" y="2661"/>
                    <a:pt x="912" y="3999"/>
                    <a:pt x="2250" y="4059"/>
                  </a:cubicBezTo>
                  <a:cubicBezTo>
                    <a:pt x="2322" y="4065"/>
                    <a:pt x="2396" y="4068"/>
                    <a:pt x="2469" y="4068"/>
                  </a:cubicBezTo>
                  <a:cubicBezTo>
                    <a:pt x="3134" y="4068"/>
                    <a:pt x="3818" y="3820"/>
                    <a:pt x="4256" y="3299"/>
                  </a:cubicBezTo>
                  <a:cubicBezTo>
                    <a:pt x="4712" y="2813"/>
                    <a:pt x="4834" y="2023"/>
                    <a:pt x="4621" y="1324"/>
                  </a:cubicBezTo>
                  <a:cubicBezTo>
                    <a:pt x="4469" y="959"/>
                    <a:pt x="4226" y="594"/>
                    <a:pt x="3861" y="381"/>
                  </a:cubicBezTo>
                  <a:cubicBezTo>
                    <a:pt x="3451" y="129"/>
                    <a:pt x="2961" y="0"/>
                    <a:pt x="2477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42"/>
            <p:cNvSpPr/>
            <p:nvPr/>
          </p:nvSpPr>
          <p:spPr>
            <a:xfrm>
              <a:off x="3777700" y="1607275"/>
              <a:ext cx="53200" cy="45050"/>
            </a:xfrm>
            <a:custGeom>
              <a:rect b="b" l="l" r="r" t="t"/>
              <a:pathLst>
                <a:path extrusionOk="0" h="1802" w="2128">
                  <a:moveTo>
                    <a:pt x="1055" y="1"/>
                  </a:moveTo>
                  <a:cubicBezTo>
                    <a:pt x="653" y="1"/>
                    <a:pt x="272" y="197"/>
                    <a:pt x="152" y="616"/>
                  </a:cubicBezTo>
                  <a:cubicBezTo>
                    <a:pt x="0" y="1193"/>
                    <a:pt x="365" y="1771"/>
                    <a:pt x="942" y="1801"/>
                  </a:cubicBezTo>
                  <a:cubicBezTo>
                    <a:pt x="1246" y="1801"/>
                    <a:pt x="1611" y="1740"/>
                    <a:pt x="1824" y="1467"/>
                  </a:cubicBezTo>
                  <a:cubicBezTo>
                    <a:pt x="2067" y="1224"/>
                    <a:pt x="2128" y="889"/>
                    <a:pt x="2006" y="585"/>
                  </a:cubicBezTo>
                  <a:cubicBezTo>
                    <a:pt x="1915" y="433"/>
                    <a:pt x="1824" y="281"/>
                    <a:pt x="1672" y="160"/>
                  </a:cubicBezTo>
                  <a:cubicBezTo>
                    <a:pt x="1484" y="55"/>
                    <a:pt x="1266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42"/>
            <p:cNvSpPr/>
            <p:nvPr/>
          </p:nvSpPr>
          <p:spPr>
            <a:xfrm>
              <a:off x="3464625" y="2089550"/>
              <a:ext cx="120850" cy="101600"/>
            </a:xfrm>
            <a:custGeom>
              <a:rect b="b" l="l" r="r" t="t"/>
              <a:pathLst>
                <a:path extrusionOk="0" h="4064" w="4834">
                  <a:moveTo>
                    <a:pt x="2470" y="0"/>
                  </a:moveTo>
                  <a:cubicBezTo>
                    <a:pt x="1559" y="0"/>
                    <a:pt x="673" y="454"/>
                    <a:pt x="395" y="1386"/>
                  </a:cubicBezTo>
                  <a:cubicBezTo>
                    <a:pt x="0" y="2662"/>
                    <a:pt x="912" y="3969"/>
                    <a:pt x="2249" y="4061"/>
                  </a:cubicBezTo>
                  <a:cubicBezTo>
                    <a:pt x="2294" y="4062"/>
                    <a:pt x="2339" y="4063"/>
                    <a:pt x="2385" y="4063"/>
                  </a:cubicBezTo>
                  <a:cubicBezTo>
                    <a:pt x="3075" y="4063"/>
                    <a:pt x="3799" y="3843"/>
                    <a:pt x="4256" y="3301"/>
                  </a:cubicBezTo>
                  <a:cubicBezTo>
                    <a:pt x="4772" y="2754"/>
                    <a:pt x="4833" y="1963"/>
                    <a:pt x="4620" y="1325"/>
                  </a:cubicBezTo>
                  <a:cubicBezTo>
                    <a:pt x="4468" y="930"/>
                    <a:pt x="4225" y="595"/>
                    <a:pt x="3860" y="383"/>
                  </a:cubicBezTo>
                  <a:cubicBezTo>
                    <a:pt x="3448" y="129"/>
                    <a:pt x="2955" y="0"/>
                    <a:pt x="2470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42"/>
            <p:cNvSpPr/>
            <p:nvPr/>
          </p:nvSpPr>
          <p:spPr>
            <a:xfrm>
              <a:off x="3500325" y="21177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35" y="0"/>
                  </a:moveTo>
                  <a:cubicBezTo>
                    <a:pt x="640" y="0"/>
                    <a:pt x="270" y="192"/>
                    <a:pt x="153" y="623"/>
                  </a:cubicBezTo>
                  <a:cubicBezTo>
                    <a:pt x="1" y="1170"/>
                    <a:pt x="366" y="1747"/>
                    <a:pt x="943" y="1778"/>
                  </a:cubicBezTo>
                  <a:cubicBezTo>
                    <a:pt x="1247" y="1778"/>
                    <a:pt x="1612" y="1717"/>
                    <a:pt x="1825" y="1443"/>
                  </a:cubicBezTo>
                  <a:cubicBezTo>
                    <a:pt x="2068" y="1230"/>
                    <a:pt x="2128" y="866"/>
                    <a:pt x="2007" y="562"/>
                  </a:cubicBezTo>
                  <a:cubicBezTo>
                    <a:pt x="1916" y="410"/>
                    <a:pt x="1825" y="258"/>
                    <a:pt x="1673" y="167"/>
                  </a:cubicBezTo>
                  <a:cubicBezTo>
                    <a:pt x="1478" y="59"/>
                    <a:pt x="1253" y="0"/>
                    <a:pt x="1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42"/>
            <p:cNvSpPr/>
            <p:nvPr/>
          </p:nvSpPr>
          <p:spPr>
            <a:xfrm>
              <a:off x="3125700" y="213417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81" y="0"/>
                  </a:moveTo>
                  <a:cubicBezTo>
                    <a:pt x="1562" y="0"/>
                    <a:pt x="656" y="453"/>
                    <a:pt x="396" y="1394"/>
                  </a:cubicBezTo>
                  <a:cubicBezTo>
                    <a:pt x="1" y="2640"/>
                    <a:pt x="913" y="3978"/>
                    <a:pt x="2250" y="4069"/>
                  </a:cubicBezTo>
                  <a:cubicBezTo>
                    <a:pt x="2289" y="4071"/>
                    <a:pt x="2328" y="4071"/>
                    <a:pt x="2367" y="4071"/>
                  </a:cubicBezTo>
                  <a:cubicBezTo>
                    <a:pt x="3039" y="4071"/>
                    <a:pt x="3797" y="3826"/>
                    <a:pt x="4256" y="3309"/>
                  </a:cubicBezTo>
                  <a:cubicBezTo>
                    <a:pt x="4712" y="2762"/>
                    <a:pt x="4834" y="1972"/>
                    <a:pt x="4590" y="1333"/>
                  </a:cubicBezTo>
                  <a:cubicBezTo>
                    <a:pt x="4438" y="938"/>
                    <a:pt x="4226" y="604"/>
                    <a:pt x="3831" y="361"/>
                  </a:cubicBezTo>
                  <a:cubicBezTo>
                    <a:pt x="3436" y="122"/>
                    <a:pt x="2957" y="0"/>
                    <a:pt x="2481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42"/>
            <p:cNvSpPr/>
            <p:nvPr/>
          </p:nvSpPr>
          <p:spPr>
            <a:xfrm>
              <a:off x="3160650" y="21633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56" y="0"/>
                  </a:moveTo>
                  <a:cubicBezTo>
                    <a:pt x="667" y="0"/>
                    <a:pt x="290" y="191"/>
                    <a:pt x="153" y="622"/>
                  </a:cubicBezTo>
                  <a:cubicBezTo>
                    <a:pt x="1" y="1169"/>
                    <a:pt x="396" y="1747"/>
                    <a:pt x="974" y="1777"/>
                  </a:cubicBezTo>
                  <a:cubicBezTo>
                    <a:pt x="1277" y="1777"/>
                    <a:pt x="1642" y="1716"/>
                    <a:pt x="1825" y="1443"/>
                  </a:cubicBezTo>
                  <a:cubicBezTo>
                    <a:pt x="2068" y="1230"/>
                    <a:pt x="2129" y="835"/>
                    <a:pt x="2037" y="561"/>
                  </a:cubicBezTo>
                  <a:cubicBezTo>
                    <a:pt x="1946" y="409"/>
                    <a:pt x="1825" y="258"/>
                    <a:pt x="1673" y="166"/>
                  </a:cubicBezTo>
                  <a:cubicBezTo>
                    <a:pt x="1489" y="58"/>
                    <a:pt x="1271" y="0"/>
                    <a:pt x="10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42"/>
            <p:cNvSpPr/>
            <p:nvPr/>
          </p:nvSpPr>
          <p:spPr>
            <a:xfrm>
              <a:off x="2926600" y="1967000"/>
              <a:ext cx="121625" cy="101800"/>
            </a:xfrm>
            <a:custGeom>
              <a:rect b="b" l="l" r="r" t="t"/>
              <a:pathLst>
                <a:path extrusionOk="0" h="4072" w="4865">
                  <a:moveTo>
                    <a:pt x="2466" y="0"/>
                  </a:moveTo>
                  <a:cubicBezTo>
                    <a:pt x="1546" y="0"/>
                    <a:pt x="646" y="453"/>
                    <a:pt x="366" y="1394"/>
                  </a:cubicBezTo>
                  <a:cubicBezTo>
                    <a:pt x="1" y="2640"/>
                    <a:pt x="882" y="3978"/>
                    <a:pt x="2220" y="4069"/>
                  </a:cubicBezTo>
                  <a:cubicBezTo>
                    <a:pt x="2260" y="4071"/>
                    <a:pt x="2301" y="4071"/>
                    <a:pt x="2342" y="4071"/>
                  </a:cubicBezTo>
                  <a:cubicBezTo>
                    <a:pt x="3036" y="4071"/>
                    <a:pt x="3768" y="3826"/>
                    <a:pt x="4256" y="3309"/>
                  </a:cubicBezTo>
                  <a:cubicBezTo>
                    <a:pt x="4743" y="2792"/>
                    <a:pt x="4864" y="2002"/>
                    <a:pt x="4591" y="1333"/>
                  </a:cubicBezTo>
                  <a:cubicBezTo>
                    <a:pt x="4439" y="938"/>
                    <a:pt x="4196" y="604"/>
                    <a:pt x="3831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42"/>
            <p:cNvSpPr/>
            <p:nvPr/>
          </p:nvSpPr>
          <p:spPr>
            <a:xfrm>
              <a:off x="2961575" y="1995800"/>
              <a:ext cx="53200" cy="44825"/>
            </a:xfrm>
            <a:custGeom>
              <a:rect b="b" l="l" r="r" t="t"/>
              <a:pathLst>
                <a:path extrusionOk="0" h="1793" w="2128">
                  <a:moveTo>
                    <a:pt x="1030" y="0"/>
                  </a:moveTo>
                  <a:cubicBezTo>
                    <a:pt x="637" y="0"/>
                    <a:pt x="269" y="197"/>
                    <a:pt x="152" y="607"/>
                  </a:cubicBezTo>
                  <a:cubicBezTo>
                    <a:pt x="0" y="1184"/>
                    <a:pt x="365" y="1762"/>
                    <a:pt x="942" y="1792"/>
                  </a:cubicBezTo>
                  <a:cubicBezTo>
                    <a:pt x="1246" y="1792"/>
                    <a:pt x="1642" y="1731"/>
                    <a:pt x="1824" y="1458"/>
                  </a:cubicBezTo>
                  <a:cubicBezTo>
                    <a:pt x="2098" y="1245"/>
                    <a:pt x="2128" y="850"/>
                    <a:pt x="2006" y="576"/>
                  </a:cubicBezTo>
                  <a:cubicBezTo>
                    <a:pt x="1946" y="424"/>
                    <a:pt x="1824" y="272"/>
                    <a:pt x="1672" y="181"/>
                  </a:cubicBezTo>
                  <a:cubicBezTo>
                    <a:pt x="1476" y="62"/>
                    <a:pt x="1249" y="0"/>
                    <a:pt x="10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2"/>
            <p:cNvSpPr/>
            <p:nvPr/>
          </p:nvSpPr>
          <p:spPr>
            <a:xfrm>
              <a:off x="4450950" y="2111375"/>
              <a:ext cx="120850" cy="101200"/>
            </a:xfrm>
            <a:custGeom>
              <a:rect b="b" l="l" r="r" t="t"/>
              <a:pathLst>
                <a:path extrusionOk="0" h="4048" w="4834">
                  <a:moveTo>
                    <a:pt x="2466" y="0"/>
                  </a:moveTo>
                  <a:cubicBezTo>
                    <a:pt x="1546" y="0"/>
                    <a:pt x="646" y="453"/>
                    <a:pt x="366" y="1394"/>
                  </a:cubicBezTo>
                  <a:cubicBezTo>
                    <a:pt x="1" y="2640"/>
                    <a:pt x="913" y="3978"/>
                    <a:pt x="2250" y="4039"/>
                  </a:cubicBezTo>
                  <a:cubicBezTo>
                    <a:pt x="2320" y="4045"/>
                    <a:pt x="2390" y="4048"/>
                    <a:pt x="2462" y="4048"/>
                  </a:cubicBezTo>
                  <a:cubicBezTo>
                    <a:pt x="3109" y="4048"/>
                    <a:pt x="3818" y="3799"/>
                    <a:pt x="4256" y="3279"/>
                  </a:cubicBezTo>
                  <a:cubicBezTo>
                    <a:pt x="4712" y="2792"/>
                    <a:pt x="4834" y="2002"/>
                    <a:pt x="4591" y="1333"/>
                  </a:cubicBezTo>
                  <a:cubicBezTo>
                    <a:pt x="4439" y="938"/>
                    <a:pt x="4226" y="604"/>
                    <a:pt x="3831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2"/>
            <p:cNvSpPr/>
            <p:nvPr/>
          </p:nvSpPr>
          <p:spPr>
            <a:xfrm>
              <a:off x="4485900" y="21405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49" y="0"/>
                  </a:moveTo>
                  <a:cubicBezTo>
                    <a:pt x="653" y="0"/>
                    <a:pt x="271" y="191"/>
                    <a:pt x="153" y="622"/>
                  </a:cubicBezTo>
                  <a:cubicBezTo>
                    <a:pt x="1" y="1170"/>
                    <a:pt x="396" y="1747"/>
                    <a:pt x="943" y="1777"/>
                  </a:cubicBezTo>
                  <a:cubicBezTo>
                    <a:pt x="1247" y="1777"/>
                    <a:pt x="1642" y="1717"/>
                    <a:pt x="1825" y="1443"/>
                  </a:cubicBezTo>
                  <a:cubicBezTo>
                    <a:pt x="2068" y="1230"/>
                    <a:pt x="2129" y="866"/>
                    <a:pt x="2007" y="562"/>
                  </a:cubicBezTo>
                  <a:cubicBezTo>
                    <a:pt x="1946" y="410"/>
                    <a:pt x="1825" y="258"/>
                    <a:pt x="1673" y="166"/>
                  </a:cubicBezTo>
                  <a:cubicBezTo>
                    <a:pt x="1489" y="58"/>
                    <a:pt x="1267" y="0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2"/>
            <p:cNvSpPr/>
            <p:nvPr/>
          </p:nvSpPr>
          <p:spPr>
            <a:xfrm>
              <a:off x="4640175" y="1900325"/>
              <a:ext cx="120075" cy="101600"/>
            </a:xfrm>
            <a:custGeom>
              <a:rect b="b" l="l" r="r" t="t"/>
              <a:pathLst>
                <a:path extrusionOk="0" h="4064" w="4803">
                  <a:moveTo>
                    <a:pt x="2440" y="1"/>
                  </a:moveTo>
                  <a:cubicBezTo>
                    <a:pt x="1528" y="1"/>
                    <a:pt x="643" y="454"/>
                    <a:pt x="365" y="1386"/>
                  </a:cubicBezTo>
                  <a:cubicBezTo>
                    <a:pt x="0" y="2663"/>
                    <a:pt x="882" y="4000"/>
                    <a:pt x="2219" y="4061"/>
                  </a:cubicBezTo>
                  <a:cubicBezTo>
                    <a:pt x="2264" y="4063"/>
                    <a:pt x="2309" y="4064"/>
                    <a:pt x="2355" y="4064"/>
                  </a:cubicBezTo>
                  <a:cubicBezTo>
                    <a:pt x="3045" y="4064"/>
                    <a:pt x="3771" y="3843"/>
                    <a:pt x="4256" y="3301"/>
                  </a:cubicBezTo>
                  <a:cubicBezTo>
                    <a:pt x="4712" y="2815"/>
                    <a:pt x="4803" y="2025"/>
                    <a:pt x="4590" y="1325"/>
                  </a:cubicBezTo>
                  <a:cubicBezTo>
                    <a:pt x="4438" y="961"/>
                    <a:pt x="4195" y="596"/>
                    <a:pt x="3830" y="383"/>
                  </a:cubicBezTo>
                  <a:cubicBezTo>
                    <a:pt x="3418" y="130"/>
                    <a:pt x="2925" y="1"/>
                    <a:pt x="2440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42"/>
            <p:cNvSpPr/>
            <p:nvPr/>
          </p:nvSpPr>
          <p:spPr>
            <a:xfrm>
              <a:off x="4675125" y="1929475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55" y="1"/>
                  </a:moveTo>
                  <a:cubicBezTo>
                    <a:pt x="653" y="1"/>
                    <a:pt x="272" y="197"/>
                    <a:pt x="152" y="615"/>
                  </a:cubicBezTo>
                  <a:cubicBezTo>
                    <a:pt x="1" y="1193"/>
                    <a:pt x="365" y="1740"/>
                    <a:pt x="943" y="1801"/>
                  </a:cubicBezTo>
                  <a:cubicBezTo>
                    <a:pt x="1247" y="1801"/>
                    <a:pt x="1642" y="1710"/>
                    <a:pt x="1824" y="1436"/>
                  </a:cubicBezTo>
                  <a:cubicBezTo>
                    <a:pt x="2098" y="1223"/>
                    <a:pt x="2128" y="889"/>
                    <a:pt x="2007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84" y="55"/>
                    <a:pt x="1267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42"/>
            <p:cNvSpPr/>
            <p:nvPr/>
          </p:nvSpPr>
          <p:spPr>
            <a:xfrm>
              <a:off x="4860550" y="2507500"/>
              <a:ext cx="120075" cy="101575"/>
            </a:xfrm>
            <a:custGeom>
              <a:rect b="b" l="l" r="r" t="t"/>
              <a:pathLst>
                <a:path extrusionOk="0" h="4063" w="4803">
                  <a:moveTo>
                    <a:pt x="2439" y="0"/>
                  </a:moveTo>
                  <a:cubicBezTo>
                    <a:pt x="1528" y="0"/>
                    <a:pt x="642" y="453"/>
                    <a:pt x="365" y="1385"/>
                  </a:cubicBezTo>
                  <a:cubicBezTo>
                    <a:pt x="0" y="2662"/>
                    <a:pt x="882" y="3969"/>
                    <a:pt x="2219" y="4060"/>
                  </a:cubicBezTo>
                  <a:cubicBezTo>
                    <a:pt x="2264" y="4062"/>
                    <a:pt x="2309" y="4063"/>
                    <a:pt x="2354" y="4063"/>
                  </a:cubicBezTo>
                  <a:cubicBezTo>
                    <a:pt x="3045" y="4063"/>
                    <a:pt x="3769" y="3842"/>
                    <a:pt x="4225" y="3300"/>
                  </a:cubicBezTo>
                  <a:cubicBezTo>
                    <a:pt x="4711" y="2753"/>
                    <a:pt x="4803" y="1963"/>
                    <a:pt x="4590" y="1325"/>
                  </a:cubicBezTo>
                  <a:cubicBezTo>
                    <a:pt x="4438" y="929"/>
                    <a:pt x="4195" y="595"/>
                    <a:pt x="3830" y="382"/>
                  </a:cubicBezTo>
                  <a:cubicBezTo>
                    <a:pt x="3418" y="129"/>
                    <a:pt x="2925" y="0"/>
                    <a:pt x="2439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2"/>
            <p:cNvSpPr/>
            <p:nvPr/>
          </p:nvSpPr>
          <p:spPr>
            <a:xfrm>
              <a:off x="4895500" y="2536625"/>
              <a:ext cx="52450" cy="45025"/>
            </a:xfrm>
            <a:custGeom>
              <a:rect b="b" l="l" r="r" t="t"/>
              <a:pathLst>
                <a:path extrusionOk="0" h="1801" w="2098">
                  <a:moveTo>
                    <a:pt x="1055" y="1"/>
                  </a:moveTo>
                  <a:cubicBezTo>
                    <a:pt x="653" y="1"/>
                    <a:pt x="272" y="197"/>
                    <a:pt x="152" y="615"/>
                  </a:cubicBezTo>
                  <a:cubicBezTo>
                    <a:pt x="0" y="1193"/>
                    <a:pt x="365" y="1740"/>
                    <a:pt x="943" y="1801"/>
                  </a:cubicBezTo>
                  <a:cubicBezTo>
                    <a:pt x="1246" y="1801"/>
                    <a:pt x="1642" y="1710"/>
                    <a:pt x="1824" y="1436"/>
                  </a:cubicBezTo>
                  <a:cubicBezTo>
                    <a:pt x="2037" y="1193"/>
                    <a:pt x="2098" y="828"/>
                    <a:pt x="2006" y="585"/>
                  </a:cubicBezTo>
                  <a:cubicBezTo>
                    <a:pt x="1946" y="433"/>
                    <a:pt x="1824" y="281"/>
                    <a:pt x="1672" y="160"/>
                  </a:cubicBezTo>
                  <a:cubicBezTo>
                    <a:pt x="1484" y="55"/>
                    <a:pt x="1266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2"/>
            <p:cNvSpPr/>
            <p:nvPr/>
          </p:nvSpPr>
          <p:spPr>
            <a:xfrm>
              <a:off x="5207800" y="238492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66" y="1"/>
                  </a:moveTo>
                  <a:cubicBezTo>
                    <a:pt x="1546" y="1"/>
                    <a:pt x="646" y="454"/>
                    <a:pt x="366" y="1395"/>
                  </a:cubicBezTo>
                  <a:cubicBezTo>
                    <a:pt x="1" y="2641"/>
                    <a:pt x="913" y="3978"/>
                    <a:pt x="2250" y="4069"/>
                  </a:cubicBezTo>
                  <a:cubicBezTo>
                    <a:pt x="2289" y="4071"/>
                    <a:pt x="2328" y="4072"/>
                    <a:pt x="2367" y="4072"/>
                  </a:cubicBezTo>
                  <a:cubicBezTo>
                    <a:pt x="3039" y="4072"/>
                    <a:pt x="3797" y="3826"/>
                    <a:pt x="4256" y="3310"/>
                  </a:cubicBezTo>
                  <a:cubicBezTo>
                    <a:pt x="4743" y="2793"/>
                    <a:pt x="4834" y="2003"/>
                    <a:pt x="4591" y="1334"/>
                  </a:cubicBezTo>
                  <a:cubicBezTo>
                    <a:pt x="4439" y="939"/>
                    <a:pt x="4226" y="604"/>
                    <a:pt x="3831" y="361"/>
                  </a:cubicBezTo>
                  <a:cubicBezTo>
                    <a:pt x="3426" y="123"/>
                    <a:pt x="2943" y="1"/>
                    <a:pt x="2466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2"/>
            <p:cNvSpPr/>
            <p:nvPr/>
          </p:nvSpPr>
          <p:spPr>
            <a:xfrm>
              <a:off x="5242775" y="2414100"/>
              <a:ext cx="53200" cy="44450"/>
            </a:xfrm>
            <a:custGeom>
              <a:rect b="b" l="l" r="r" t="t"/>
              <a:pathLst>
                <a:path extrusionOk="0" h="1778" w="2128">
                  <a:moveTo>
                    <a:pt x="1055" y="1"/>
                  </a:moveTo>
                  <a:cubicBezTo>
                    <a:pt x="666" y="1"/>
                    <a:pt x="289" y="192"/>
                    <a:pt x="152" y="623"/>
                  </a:cubicBezTo>
                  <a:cubicBezTo>
                    <a:pt x="0" y="1170"/>
                    <a:pt x="395" y="1747"/>
                    <a:pt x="973" y="1778"/>
                  </a:cubicBezTo>
                  <a:cubicBezTo>
                    <a:pt x="1277" y="1778"/>
                    <a:pt x="1641" y="1717"/>
                    <a:pt x="1824" y="1443"/>
                  </a:cubicBezTo>
                  <a:cubicBezTo>
                    <a:pt x="2097" y="1231"/>
                    <a:pt x="2128" y="866"/>
                    <a:pt x="2037" y="562"/>
                  </a:cubicBezTo>
                  <a:cubicBezTo>
                    <a:pt x="1945" y="410"/>
                    <a:pt x="1824" y="258"/>
                    <a:pt x="1672" y="167"/>
                  </a:cubicBezTo>
                  <a:cubicBezTo>
                    <a:pt x="1488" y="59"/>
                    <a:pt x="1270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2"/>
            <p:cNvSpPr/>
            <p:nvPr/>
          </p:nvSpPr>
          <p:spPr>
            <a:xfrm>
              <a:off x="5370425" y="2089550"/>
              <a:ext cx="121600" cy="101600"/>
            </a:xfrm>
            <a:custGeom>
              <a:rect b="b" l="l" r="r" t="t"/>
              <a:pathLst>
                <a:path extrusionOk="0" h="4064" w="4864">
                  <a:moveTo>
                    <a:pt x="2440" y="0"/>
                  </a:moveTo>
                  <a:cubicBezTo>
                    <a:pt x="1529" y="0"/>
                    <a:pt x="643" y="454"/>
                    <a:pt x="365" y="1386"/>
                  </a:cubicBezTo>
                  <a:cubicBezTo>
                    <a:pt x="1" y="2662"/>
                    <a:pt x="912" y="3969"/>
                    <a:pt x="2219" y="4061"/>
                  </a:cubicBezTo>
                  <a:cubicBezTo>
                    <a:pt x="2264" y="4062"/>
                    <a:pt x="2310" y="4063"/>
                    <a:pt x="2355" y="4063"/>
                  </a:cubicBezTo>
                  <a:cubicBezTo>
                    <a:pt x="3045" y="4063"/>
                    <a:pt x="3771" y="3843"/>
                    <a:pt x="4256" y="3301"/>
                  </a:cubicBezTo>
                  <a:cubicBezTo>
                    <a:pt x="4742" y="2754"/>
                    <a:pt x="4864" y="1963"/>
                    <a:pt x="4590" y="1325"/>
                  </a:cubicBezTo>
                  <a:cubicBezTo>
                    <a:pt x="4438" y="930"/>
                    <a:pt x="4226" y="595"/>
                    <a:pt x="3830" y="383"/>
                  </a:cubicBezTo>
                  <a:cubicBezTo>
                    <a:pt x="3418" y="129"/>
                    <a:pt x="2926" y="0"/>
                    <a:pt x="2440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2"/>
            <p:cNvSpPr/>
            <p:nvPr/>
          </p:nvSpPr>
          <p:spPr>
            <a:xfrm>
              <a:off x="5406150" y="2117750"/>
              <a:ext cx="52450" cy="44450"/>
            </a:xfrm>
            <a:custGeom>
              <a:rect b="b" l="l" r="r" t="t"/>
              <a:pathLst>
                <a:path extrusionOk="0" h="1778" w="2098">
                  <a:moveTo>
                    <a:pt x="1055" y="0"/>
                  </a:moveTo>
                  <a:cubicBezTo>
                    <a:pt x="666" y="0"/>
                    <a:pt x="289" y="192"/>
                    <a:pt x="152" y="623"/>
                  </a:cubicBezTo>
                  <a:cubicBezTo>
                    <a:pt x="0" y="1170"/>
                    <a:pt x="395" y="1747"/>
                    <a:pt x="973" y="1778"/>
                  </a:cubicBezTo>
                  <a:cubicBezTo>
                    <a:pt x="1277" y="1778"/>
                    <a:pt x="1642" y="1717"/>
                    <a:pt x="1824" y="1443"/>
                  </a:cubicBezTo>
                  <a:cubicBezTo>
                    <a:pt x="2067" y="1230"/>
                    <a:pt x="2097" y="866"/>
                    <a:pt x="2037" y="562"/>
                  </a:cubicBezTo>
                  <a:cubicBezTo>
                    <a:pt x="1946" y="410"/>
                    <a:pt x="1824" y="258"/>
                    <a:pt x="1672" y="167"/>
                  </a:cubicBezTo>
                  <a:cubicBezTo>
                    <a:pt x="1488" y="59"/>
                    <a:pt x="1270" y="0"/>
                    <a:pt x="10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2"/>
            <p:cNvSpPr/>
            <p:nvPr/>
          </p:nvSpPr>
          <p:spPr>
            <a:xfrm>
              <a:off x="5628800" y="2151125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47" y="1"/>
                  </a:moveTo>
                  <a:cubicBezTo>
                    <a:pt x="1533" y="1"/>
                    <a:pt x="643" y="461"/>
                    <a:pt x="365" y="1415"/>
                  </a:cubicBezTo>
                  <a:cubicBezTo>
                    <a:pt x="0" y="2661"/>
                    <a:pt x="912" y="3999"/>
                    <a:pt x="2249" y="4060"/>
                  </a:cubicBezTo>
                  <a:cubicBezTo>
                    <a:pt x="2292" y="4061"/>
                    <a:pt x="2336" y="4062"/>
                    <a:pt x="2380" y="4062"/>
                  </a:cubicBezTo>
                  <a:cubicBezTo>
                    <a:pt x="3048" y="4062"/>
                    <a:pt x="3799" y="3842"/>
                    <a:pt x="4256" y="3300"/>
                  </a:cubicBezTo>
                  <a:cubicBezTo>
                    <a:pt x="4711" y="2813"/>
                    <a:pt x="4833" y="2023"/>
                    <a:pt x="4590" y="1324"/>
                  </a:cubicBezTo>
                  <a:cubicBezTo>
                    <a:pt x="4438" y="959"/>
                    <a:pt x="4225" y="595"/>
                    <a:pt x="3830" y="382"/>
                  </a:cubicBezTo>
                  <a:cubicBezTo>
                    <a:pt x="3420" y="129"/>
                    <a:pt x="2930" y="1"/>
                    <a:pt x="2447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42"/>
            <p:cNvSpPr/>
            <p:nvPr/>
          </p:nvSpPr>
          <p:spPr>
            <a:xfrm>
              <a:off x="5663750" y="2180250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68" y="0"/>
                  </a:moveTo>
                  <a:cubicBezTo>
                    <a:pt x="666" y="0"/>
                    <a:pt x="272" y="197"/>
                    <a:pt x="152" y="615"/>
                  </a:cubicBezTo>
                  <a:cubicBezTo>
                    <a:pt x="0" y="1192"/>
                    <a:pt x="395" y="1770"/>
                    <a:pt x="943" y="1800"/>
                  </a:cubicBezTo>
                  <a:cubicBezTo>
                    <a:pt x="1247" y="1800"/>
                    <a:pt x="1642" y="1709"/>
                    <a:pt x="1824" y="1466"/>
                  </a:cubicBezTo>
                  <a:cubicBezTo>
                    <a:pt x="2098" y="1223"/>
                    <a:pt x="2128" y="858"/>
                    <a:pt x="2006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42"/>
            <p:cNvSpPr/>
            <p:nvPr/>
          </p:nvSpPr>
          <p:spPr>
            <a:xfrm>
              <a:off x="5786850" y="240772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96" y="1"/>
                  </a:moveTo>
                  <a:cubicBezTo>
                    <a:pt x="1576" y="1"/>
                    <a:pt x="676" y="454"/>
                    <a:pt x="396" y="1395"/>
                  </a:cubicBezTo>
                  <a:cubicBezTo>
                    <a:pt x="0" y="2641"/>
                    <a:pt x="912" y="3978"/>
                    <a:pt x="2250" y="4069"/>
                  </a:cubicBezTo>
                  <a:cubicBezTo>
                    <a:pt x="2290" y="4071"/>
                    <a:pt x="2331" y="4072"/>
                    <a:pt x="2371" y="4072"/>
                  </a:cubicBezTo>
                  <a:cubicBezTo>
                    <a:pt x="3066" y="4072"/>
                    <a:pt x="3796" y="3826"/>
                    <a:pt x="4256" y="3309"/>
                  </a:cubicBezTo>
                  <a:cubicBezTo>
                    <a:pt x="4742" y="2762"/>
                    <a:pt x="4833" y="1972"/>
                    <a:pt x="4621" y="1334"/>
                  </a:cubicBezTo>
                  <a:cubicBezTo>
                    <a:pt x="4469" y="939"/>
                    <a:pt x="4225" y="604"/>
                    <a:pt x="3861" y="361"/>
                  </a:cubicBezTo>
                  <a:cubicBezTo>
                    <a:pt x="3456" y="122"/>
                    <a:pt x="2973" y="1"/>
                    <a:pt x="2496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42"/>
            <p:cNvSpPr/>
            <p:nvPr/>
          </p:nvSpPr>
          <p:spPr>
            <a:xfrm>
              <a:off x="5822575" y="2435575"/>
              <a:ext cx="53200" cy="45025"/>
            </a:xfrm>
            <a:custGeom>
              <a:rect b="b" l="l" r="r" t="t"/>
              <a:pathLst>
                <a:path extrusionOk="0" h="1801" w="2128">
                  <a:moveTo>
                    <a:pt x="1055" y="0"/>
                  </a:moveTo>
                  <a:cubicBezTo>
                    <a:pt x="652" y="0"/>
                    <a:pt x="272" y="196"/>
                    <a:pt x="152" y="615"/>
                  </a:cubicBezTo>
                  <a:cubicBezTo>
                    <a:pt x="0" y="1192"/>
                    <a:pt x="365" y="1770"/>
                    <a:pt x="942" y="1800"/>
                  </a:cubicBezTo>
                  <a:cubicBezTo>
                    <a:pt x="1246" y="1800"/>
                    <a:pt x="1641" y="1740"/>
                    <a:pt x="1824" y="1466"/>
                  </a:cubicBezTo>
                  <a:cubicBezTo>
                    <a:pt x="2097" y="1223"/>
                    <a:pt x="2128" y="888"/>
                    <a:pt x="2006" y="584"/>
                  </a:cubicBezTo>
                  <a:cubicBezTo>
                    <a:pt x="1945" y="432"/>
                    <a:pt x="1824" y="281"/>
                    <a:pt x="1672" y="159"/>
                  </a:cubicBezTo>
                  <a:cubicBezTo>
                    <a:pt x="1483" y="54"/>
                    <a:pt x="1266" y="0"/>
                    <a:pt x="10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42"/>
            <p:cNvSpPr/>
            <p:nvPr/>
          </p:nvSpPr>
          <p:spPr>
            <a:xfrm>
              <a:off x="6293700" y="2334275"/>
              <a:ext cx="120850" cy="101550"/>
            </a:xfrm>
            <a:custGeom>
              <a:rect b="b" l="l" r="r" t="t"/>
              <a:pathLst>
                <a:path extrusionOk="0" h="4062" w="4834">
                  <a:moveTo>
                    <a:pt x="2447" y="0"/>
                  </a:moveTo>
                  <a:cubicBezTo>
                    <a:pt x="1533" y="0"/>
                    <a:pt x="643" y="460"/>
                    <a:pt x="365" y="1415"/>
                  </a:cubicBezTo>
                  <a:cubicBezTo>
                    <a:pt x="0" y="2661"/>
                    <a:pt x="912" y="3998"/>
                    <a:pt x="2250" y="4059"/>
                  </a:cubicBezTo>
                  <a:cubicBezTo>
                    <a:pt x="2293" y="4061"/>
                    <a:pt x="2336" y="4062"/>
                    <a:pt x="2380" y="4062"/>
                  </a:cubicBezTo>
                  <a:cubicBezTo>
                    <a:pt x="3049" y="4062"/>
                    <a:pt x="3799" y="3841"/>
                    <a:pt x="4256" y="3299"/>
                  </a:cubicBezTo>
                  <a:cubicBezTo>
                    <a:pt x="4712" y="2782"/>
                    <a:pt x="4833" y="1992"/>
                    <a:pt x="4590" y="1323"/>
                  </a:cubicBezTo>
                  <a:cubicBezTo>
                    <a:pt x="4438" y="959"/>
                    <a:pt x="4225" y="624"/>
                    <a:pt x="3830" y="381"/>
                  </a:cubicBezTo>
                  <a:cubicBezTo>
                    <a:pt x="3420" y="129"/>
                    <a:pt x="2930" y="0"/>
                    <a:pt x="2447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2"/>
            <p:cNvSpPr/>
            <p:nvPr/>
          </p:nvSpPr>
          <p:spPr>
            <a:xfrm>
              <a:off x="6328650" y="2362625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69" y="0"/>
                  </a:moveTo>
                  <a:cubicBezTo>
                    <a:pt x="666" y="0"/>
                    <a:pt x="272" y="196"/>
                    <a:pt x="153" y="615"/>
                  </a:cubicBezTo>
                  <a:cubicBezTo>
                    <a:pt x="1" y="1192"/>
                    <a:pt x="396" y="1770"/>
                    <a:pt x="943" y="1800"/>
                  </a:cubicBezTo>
                  <a:cubicBezTo>
                    <a:pt x="1247" y="1800"/>
                    <a:pt x="1642" y="1709"/>
                    <a:pt x="1824" y="1436"/>
                  </a:cubicBezTo>
                  <a:cubicBezTo>
                    <a:pt x="2067" y="1223"/>
                    <a:pt x="2128" y="888"/>
                    <a:pt x="2007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42"/>
            <p:cNvSpPr/>
            <p:nvPr/>
          </p:nvSpPr>
          <p:spPr>
            <a:xfrm>
              <a:off x="6511775" y="2018150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78" y="1"/>
                  </a:moveTo>
                  <a:cubicBezTo>
                    <a:pt x="1564" y="1"/>
                    <a:pt x="674" y="461"/>
                    <a:pt x="396" y="1415"/>
                  </a:cubicBezTo>
                  <a:cubicBezTo>
                    <a:pt x="1" y="2661"/>
                    <a:pt x="913" y="3999"/>
                    <a:pt x="2250" y="4059"/>
                  </a:cubicBezTo>
                  <a:cubicBezTo>
                    <a:pt x="2295" y="4061"/>
                    <a:pt x="2340" y="4062"/>
                    <a:pt x="2386" y="4062"/>
                  </a:cubicBezTo>
                  <a:cubicBezTo>
                    <a:pt x="3076" y="4062"/>
                    <a:pt x="3800" y="3841"/>
                    <a:pt x="4256" y="3300"/>
                  </a:cubicBezTo>
                  <a:cubicBezTo>
                    <a:pt x="4712" y="2783"/>
                    <a:pt x="4834" y="1962"/>
                    <a:pt x="4621" y="1324"/>
                  </a:cubicBezTo>
                  <a:cubicBezTo>
                    <a:pt x="4469" y="959"/>
                    <a:pt x="4226" y="594"/>
                    <a:pt x="3861" y="382"/>
                  </a:cubicBezTo>
                  <a:cubicBezTo>
                    <a:pt x="3451" y="129"/>
                    <a:pt x="2961" y="1"/>
                    <a:pt x="2478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42"/>
            <p:cNvSpPr/>
            <p:nvPr/>
          </p:nvSpPr>
          <p:spPr>
            <a:xfrm>
              <a:off x="6547500" y="2046500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55" y="1"/>
                  </a:moveTo>
                  <a:cubicBezTo>
                    <a:pt x="653" y="1"/>
                    <a:pt x="272" y="197"/>
                    <a:pt x="153" y="615"/>
                  </a:cubicBezTo>
                  <a:cubicBezTo>
                    <a:pt x="1" y="1193"/>
                    <a:pt x="365" y="1740"/>
                    <a:pt x="943" y="1801"/>
                  </a:cubicBezTo>
                  <a:cubicBezTo>
                    <a:pt x="1247" y="1801"/>
                    <a:pt x="1612" y="1710"/>
                    <a:pt x="1824" y="1436"/>
                  </a:cubicBezTo>
                  <a:cubicBezTo>
                    <a:pt x="2067" y="1223"/>
                    <a:pt x="2128" y="889"/>
                    <a:pt x="2007" y="585"/>
                  </a:cubicBezTo>
                  <a:cubicBezTo>
                    <a:pt x="1915" y="433"/>
                    <a:pt x="1824" y="281"/>
                    <a:pt x="1672" y="159"/>
                  </a:cubicBezTo>
                  <a:cubicBezTo>
                    <a:pt x="1484" y="55"/>
                    <a:pt x="1267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2"/>
            <p:cNvSpPr/>
            <p:nvPr/>
          </p:nvSpPr>
          <p:spPr>
            <a:xfrm>
              <a:off x="4169800" y="2162525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47" y="1"/>
                  </a:moveTo>
                  <a:cubicBezTo>
                    <a:pt x="1533" y="1"/>
                    <a:pt x="643" y="461"/>
                    <a:pt x="365" y="1415"/>
                  </a:cubicBezTo>
                  <a:cubicBezTo>
                    <a:pt x="0" y="2661"/>
                    <a:pt x="912" y="3999"/>
                    <a:pt x="2219" y="4060"/>
                  </a:cubicBezTo>
                  <a:cubicBezTo>
                    <a:pt x="2264" y="4061"/>
                    <a:pt x="2309" y="4062"/>
                    <a:pt x="2355" y="4062"/>
                  </a:cubicBezTo>
                  <a:cubicBezTo>
                    <a:pt x="3045" y="4062"/>
                    <a:pt x="3771" y="3842"/>
                    <a:pt x="4256" y="3300"/>
                  </a:cubicBezTo>
                  <a:cubicBezTo>
                    <a:pt x="4712" y="2783"/>
                    <a:pt x="4833" y="1962"/>
                    <a:pt x="4590" y="1324"/>
                  </a:cubicBezTo>
                  <a:cubicBezTo>
                    <a:pt x="4438" y="959"/>
                    <a:pt x="4225" y="594"/>
                    <a:pt x="3830" y="382"/>
                  </a:cubicBezTo>
                  <a:cubicBezTo>
                    <a:pt x="3420" y="129"/>
                    <a:pt x="2930" y="1"/>
                    <a:pt x="2447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42"/>
            <p:cNvSpPr/>
            <p:nvPr/>
          </p:nvSpPr>
          <p:spPr>
            <a:xfrm>
              <a:off x="4204750" y="2191650"/>
              <a:ext cx="52450" cy="45025"/>
            </a:xfrm>
            <a:custGeom>
              <a:rect b="b" l="l" r="r" t="t"/>
              <a:pathLst>
                <a:path extrusionOk="0" h="1801" w="2098">
                  <a:moveTo>
                    <a:pt x="1069" y="0"/>
                  </a:moveTo>
                  <a:cubicBezTo>
                    <a:pt x="666" y="0"/>
                    <a:pt x="272" y="196"/>
                    <a:pt x="153" y="615"/>
                  </a:cubicBezTo>
                  <a:cubicBezTo>
                    <a:pt x="1" y="1192"/>
                    <a:pt x="396" y="1770"/>
                    <a:pt x="943" y="1800"/>
                  </a:cubicBezTo>
                  <a:cubicBezTo>
                    <a:pt x="1247" y="1800"/>
                    <a:pt x="1642" y="1709"/>
                    <a:pt x="1824" y="1436"/>
                  </a:cubicBezTo>
                  <a:cubicBezTo>
                    <a:pt x="2067" y="1223"/>
                    <a:pt x="2098" y="858"/>
                    <a:pt x="2007" y="584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2" name="Google Shape;1332;p42"/>
          <p:cNvSpPr txBox="1"/>
          <p:nvPr>
            <p:ph idx="1" type="subTitle"/>
          </p:nvPr>
        </p:nvSpPr>
        <p:spPr>
          <a:xfrm>
            <a:off x="3460075" y="1460100"/>
            <a:ext cx="4704600" cy="22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ira Sans Condensed"/>
              <a:buAutoNum type="arabicPeriod"/>
            </a:pPr>
            <a:r>
              <a:rPr b="1"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Individuals </a:t>
            </a:r>
            <a:r>
              <a:rPr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that want another source of income</a:t>
            </a:r>
            <a:endParaRPr sz="2000">
              <a:solidFill>
                <a:srgbClr val="000000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Fira Sans Condensed"/>
              <a:buAutoNum type="arabicPeriod"/>
            </a:pPr>
            <a:r>
              <a:rPr b="1"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Investors </a:t>
            </a:r>
            <a:r>
              <a:rPr lang="en" sz="2000">
                <a:solidFill>
                  <a:srgbClr val="000000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that want to expand their portfolios overseas</a:t>
            </a:r>
            <a:endParaRPr sz="2000">
              <a:solidFill>
                <a:srgbClr val="000000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33" name="Google Shape;1333;p42"/>
          <p:cNvSpPr txBox="1"/>
          <p:nvPr>
            <p:ph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Target Audience</a:t>
            </a:r>
            <a:endParaRPr sz="2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43"/>
          <p:cNvSpPr/>
          <p:nvPr/>
        </p:nvSpPr>
        <p:spPr>
          <a:xfrm>
            <a:off x="1801313" y="1933800"/>
            <a:ext cx="2636700" cy="8022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Annual Exchange Rate in Local Currency per USD</a:t>
            </a:r>
            <a:endParaRPr sz="1700">
              <a:solidFill>
                <a:schemeClr val="dk1"/>
              </a:solidFill>
              <a:latin typeface="Fira Sans Condensed ExtraBold"/>
              <a:ea typeface="Fira Sans Condensed ExtraBold"/>
              <a:cs typeface="Fira Sans Condensed ExtraBold"/>
              <a:sym typeface="Fira Sans Condensed ExtraBold"/>
            </a:endParaRPr>
          </a:p>
        </p:txBody>
      </p:sp>
      <p:sp>
        <p:nvSpPr>
          <p:cNvPr id="1339" name="Google Shape;1339;p43"/>
          <p:cNvSpPr/>
          <p:nvPr/>
        </p:nvSpPr>
        <p:spPr>
          <a:xfrm>
            <a:off x="4605350" y="1933800"/>
            <a:ext cx="2636700" cy="8022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Annual GDP at Market Prices in Constant USD</a:t>
            </a:r>
            <a:endParaRPr sz="1700">
              <a:solidFill>
                <a:schemeClr val="dk1"/>
              </a:solidFill>
              <a:latin typeface="Fira Sans Condensed ExtraBold"/>
              <a:ea typeface="Fira Sans Condensed ExtraBold"/>
              <a:cs typeface="Fira Sans Condensed ExtraBold"/>
              <a:sym typeface="Fira Sans Condensed ExtraBold"/>
            </a:endParaRPr>
          </a:p>
        </p:txBody>
      </p:sp>
      <p:sp>
        <p:nvSpPr>
          <p:cNvPr id="1340" name="Google Shape;1340;p43"/>
          <p:cNvSpPr/>
          <p:nvPr/>
        </p:nvSpPr>
        <p:spPr>
          <a:xfrm>
            <a:off x="1801300" y="2854885"/>
            <a:ext cx="2636700" cy="8022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Total </a:t>
            </a:r>
            <a:r>
              <a:rPr lang="en" sz="17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Value of Stocks Traded in USD</a:t>
            </a:r>
            <a:endParaRPr sz="1700">
              <a:solidFill>
                <a:schemeClr val="dk1"/>
              </a:solidFill>
              <a:latin typeface="Fira Sans Condensed ExtraBold"/>
              <a:ea typeface="Fira Sans Condensed ExtraBold"/>
              <a:cs typeface="Fira Sans Condensed ExtraBold"/>
              <a:sym typeface="Fira Sans Condensed ExtraBold"/>
            </a:endParaRPr>
          </a:p>
        </p:txBody>
      </p:sp>
      <p:sp>
        <p:nvSpPr>
          <p:cNvPr id="1341" name="Google Shape;1341;p43"/>
          <p:cNvSpPr/>
          <p:nvPr/>
        </p:nvSpPr>
        <p:spPr>
          <a:xfrm>
            <a:off x="4605328" y="2854885"/>
            <a:ext cx="2636700" cy="8022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Quarterly </a:t>
            </a:r>
            <a:r>
              <a:rPr lang="en" sz="17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GDP at Market Prices in Constant USD</a:t>
            </a:r>
            <a:endParaRPr sz="1700">
              <a:solidFill>
                <a:schemeClr val="dk1"/>
              </a:solidFill>
              <a:latin typeface="Fira Sans Condensed ExtraBold"/>
              <a:ea typeface="Fira Sans Condensed ExtraBold"/>
              <a:cs typeface="Fira Sans Condensed ExtraBold"/>
              <a:sym typeface="Fira Sans Condensed ExtraBold"/>
            </a:endParaRPr>
          </a:p>
        </p:txBody>
      </p:sp>
      <p:sp>
        <p:nvSpPr>
          <p:cNvPr id="1342" name="Google Shape;1342;p43"/>
          <p:cNvSpPr txBox="1"/>
          <p:nvPr>
            <p:ph type="title"/>
          </p:nvPr>
        </p:nvSpPr>
        <p:spPr>
          <a:xfrm>
            <a:off x="720000" y="483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Data Overview</a:t>
            </a:r>
            <a:endParaRPr sz="2700"/>
          </a:p>
        </p:txBody>
      </p:sp>
      <p:sp>
        <p:nvSpPr>
          <p:cNvPr id="1343" name="Google Shape;1343;p43"/>
          <p:cNvSpPr txBox="1"/>
          <p:nvPr>
            <p:ph idx="4294967295" type="subTitle"/>
          </p:nvPr>
        </p:nvSpPr>
        <p:spPr>
          <a:xfrm>
            <a:off x="934275" y="1055688"/>
            <a:ext cx="71748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Fira Sans Condensed"/>
                <a:ea typeface="Fira Sans Condensed"/>
                <a:cs typeface="Fira Sans Condensed"/>
                <a:sym typeface="Fira Sans Condensed"/>
              </a:rPr>
              <a:t>The dataset (</a:t>
            </a:r>
            <a:r>
              <a:rPr lang="en" sz="1800">
                <a:uFill>
                  <a:noFill/>
                </a:uFill>
                <a:latin typeface="Fira Sans Condensed"/>
                <a:ea typeface="Fira Sans Condensed"/>
                <a:cs typeface="Fira Sans Condensed"/>
                <a:sym typeface="Fira Sans Condensed"/>
                <a:hlinkClick r:id="rId3"/>
              </a:rPr>
              <a:t>Global Economic Monitor</a:t>
            </a:r>
            <a:r>
              <a:rPr lang="en" sz="1800">
                <a:latin typeface="Fira Sans Condensed"/>
                <a:ea typeface="Fira Sans Condensed"/>
                <a:cs typeface="Fira Sans Condensed"/>
                <a:sym typeface="Fira Sans Condensed"/>
              </a:rPr>
              <a:t>) published by the World Bank Group includes multiple financial indicators on global economic developments </a:t>
            </a:r>
            <a:endParaRPr sz="18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44" name="Google Shape;1344;p43"/>
          <p:cNvSpPr txBox="1"/>
          <p:nvPr>
            <p:ph idx="4294967295" type="subTitle"/>
          </p:nvPr>
        </p:nvSpPr>
        <p:spPr>
          <a:xfrm>
            <a:off x="1034925" y="3827463"/>
            <a:ext cx="71748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Fira Sans Condensed"/>
                <a:ea typeface="Fira Sans Condensed"/>
                <a:cs typeface="Fira Sans Condensed"/>
                <a:sym typeface="Fira Sans Condensed"/>
              </a:rPr>
              <a:t>Limitations:</a:t>
            </a:r>
            <a:r>
              <a:rPr lang="en" sz="1800">
                <a:latin typeface="Fira Sans Condensed"/>
                <a:ea typeface="Fira Sans Condensed"/>
                <a:cs typeface="Fira Sans Condensed"/>
                <a:sym typeface="Fira Sans Condensed"/>
              </a:rPr>
              <a:t> Data for all countries in the Gulf was not available in every financial indicator</a:t>
            </a:r>
            <a:endParaRPr sz="18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44"/>
          <p:cNvSpPr txBox="1"/>
          <p:nvPr>
            <p:ph type="title"/>
          </p:nvPr>
        </p:nvSpPr>
        <p:spPr>
          <a:xfrm>
            <a:off x="1214188" y="1765725"/>
            <a:ext cx="2257800" cy="10128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+199 Economies</a:t>
            </a:r>
            <a:endParaRPr sz="2000"/>
          </a:p>
        </p:txBody>
      </p:sp>
      <p:sp>
        <p:nvSpPr>
          <p:cNvPr id="1350" name="Google Shape;1350;p44"/>
          <p:cNvSpPr txBox="1"/>
          <p:nvPr>
            <p:ph idx="2" type="title"/>
          </p:nvPr>
        </p:nvSpPr>
        <p:spPr>
          <a:xfrm>
            <a:off x="3547051" y="1765725"/>
            <a:ext cx="2049900" cy="10128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+30 Years of Data</a:t>
            </a:r>
            <a:endParaRPr sz="2000"/>
          </a:p>
        </p:txBody>
      </p:sp>
      <p:sp>
        <p:nvSpPr>
          <p:cNvPr id="1351" name="Google Shape;1351;p44"/>
          <p:cNvSpPr txBox="1"/>
          <p:nvPr>
            <p:ph idx="9" type="title"/>
          </p:nvPr>
        </p:nvSpPr>
        <p:spPr>
          <a:xfrm>
            <a:off x="5672021" y="1765725"/>
            <a:ext cx="2257800" cy="10128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Annual &amp; </a:t>
            </a:r>
            <a:r>
              <a:rPr lang="en" sz="2000"/>
              <a:t>Quarterly Values</a:t>
            </a:r>
            <a:endParaRPr sz="2000"/>
          </a:p>
        </p:txBody>
      </p:sp>
      <p:sp>
        <p:nvSpPr>
          <p:cNvPr id="1352" name="Google Shape;1352;p44"/>
          <p:cNvSpPr txBox="1"/>
          <p:nvPr>
            <p:ph idx="4" type="title"/>
          </p:nvPr>
        </p:nvSpPr>
        <p:spPr>
          <a:xfrm>
            <a:off x="2218151" y="2854680"/>
            <a:ext cx="2257800" cy="10128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Figures in USD</a:t>
            </a:r>
            <a:endParaRPr sz="2000"/>
          </a:p>
        </p:txBody>
      </p:sp>
      <p:sp>
        <p:nvSpPr>
          <p:cNvPr id="1353" name="Google Shape;1353;p44"/>
          <p:cNvSpPr txBox="1"/>
          <p:nvPr>
            <p:ph idx="5" type="title"/>
          </p:nvPr>
        </p:nvSpPr>
        <p:spPr>
          <a:xfrm>
            <a:off x="4543874" y="2854680"/>
            <a:ext cx="2382000" cy="10128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Figures in Local Currency</a:t>
            </a:r>
            <a:endParaRPr sz="2000"/>
          </a:p>
        </p:txBody>
      </p:sp>
      <p:sp>
        <p:nvSpPr>
          <p:cNvPr id="1354" name="Google Shape;1354;p44"/>
          <p:cNvSpPr txBox="1"/>
          <p:nvPr>
            <p:ph idx="8"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Exploratory</a:t>
            </a:r>
            <a:r>
              <a:rPr lang="en" sz="2700"/>
              <a:t> Data Analysis (EDA)</a:t>
            </a:r>
            <a:endParaRPr sz="2700"/>
          </a:p>
        </p:txBody>
      </p:sp>
      <p:grpSp>
        <p:nvGrpSpPr>
          <p:cNvPr id="1355" name="Google Shape;1355;p44"/>
          <p:cNvGrpSpPr/>
          <p:nvPr/>
        </p:nvGrpSpPr>
        <p:grpSpPr>
          <a:xfrm rot="1762026">
            <a:off x="608492" y="580562"/>
            <a:ext cx="972636" cy="1011665"/>
            <a:chOff x="512425" y="919675"/>
            <a:chExt cx="1712075" cy="1780775"/>
          </a:xfrm>
        </p:grpSpPr>
        <p:sp>
          <p:nvSpPr>
            <p:cNvPr id="1356" name="Google Shape;1356;p44"/>
            <p:cNvSpPr/>
            <p:nvPr/>
          </p:nvSpPr>
          <p:spPr>
            <a:xfrm>
              <a:off x="512425" y="919675"/>
              <a:ext cx="1712075" cy="1780775"/>
            </a:xfrm>
            <a:custGeom>
              <a:rect b="b" l="l" r="r" t="t"/>
              <a:pathLst>
                <a:path extrusionOk="0" h="71231" w="68483">
                  <a:moveTo>
                    <a:pt x="48511" y="1"/>
                  </a:moveTo>
                  <a:cubicBezTo>
                    <a:pt x="43851" y="1"/>
                    <a:pt x="1284" y="13886"/>
                    <a:pt x="670" y="16022"/>
                  </a:cubicBezTo>
                  <a:cubicBezTo>
                    <a:pt x="1" y="18211"/>
                    <a:pt x="16263" y="69154"/>
                    <a:pt x="18846" y="71069"/>
                  </a:cubicBezTo>
                  <a:cubicBezTo>
                    <a:pt x="19003" y="71179"/>
                    <a:pt x="19306" y="71231"/>
                    <a:pt x="19738" y="71231"/>
                  </a:cubicBezTo>
                  <a:cubicBezTo>
                    <a:pt x="26583" y="71231"/>
                    <a:pt x="65740" y="58142"/>
                    <a:pt x="67084" y="55111"/>
                  </a:cubicBezTo>
                  <a:cubicBezTo>
                    <a:pt x="68482" y="51889"/>
                    <a:pt x="50519" y="1189"/>
                    <a:pt x="48877" y="65"/>
                  </a:cubicBezTo>
                  <a:cubicBezTo>
                    <a:pt x="48815" y="22"/>
                    <a:pt x="48691" y="1"/>
                    <a:pt x="485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44"/>
            <p:cNvSpPr/>
            <p:nvPr/>
          </p:nvSpPr>
          <p:spPr>
            <a:xfrm>
              <a:off x="666700" y="1096725"/>
              <a:ext cx="1075275" cy="488075"/>
            </a:xfrm>
            <a:custGeom>
              <a:rect b="b" l="l" r="r" t="t"/>
              <a:pathLst>
                <a:path extrusionOk="0" h="19523" w="43011">
                  <a:moveTo>
                    <a:pt x="39810" y="0"/>
                  </a:moveTo>
                  <a:cubicBezTo>
                    <a:pt x="38152" y="0"/>
                    <a:pt x="2087" y="11928"/>
                    <a:pt x="1064" y="12831"/>
                  </a:cubicBezTo>
                  <a:cubicBezTo>
                    <a:pt x="0" y="13743"/>
                    <a:pt x="1976" y="19214"/>
                    <a:pt x="3253" y="19518"/>
                  </a:cubicBezTo>
                  <a:cubicBezTo>
                    <a:pt x="3265" y="19521"/>
                    <a:pt x="3282" y="19522"/>
                    <a:pt x="3303" y="19522"/>
                  </a:cubicBezTo>
                  <a:cubicBezTo>
                    <a:pt x="5211" y="19522"/>
                    <a:pt x="41256" y="7443"/>
                    <a:pt x="42068" y="6691"/>
                  </a:cubicBezTo>
                  <a:cubicBezTo>
                    <a:pt x="43010" y="5779"/>
                    <a:pt x="41065" y="247"/>
                    <a:pt x="39849" y="4"/>
                  </a:cubicBezTo>
                  <a:cubicBezTo>
                    <a:pt x="39839" y="2"/>
                    <a:pt x="39826" y="0"/>
                    <a:pt x="398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44"/>
            <p:cNvSpPr/>
            <p:nvPr/>
          </p:nvSpPr>
          <p:spPr>
            <a:xfrm>
              <a:off x="831600" y="1775475"/>
              <a:ext cx="215825" cy="203450"/>
            </a:xfrm>
            <a:custGeom>
              <a:rect b="b" l="l" r="r" t="t"/>
              <a:pathLst>
                <a:path extrusionOk="0" h="8138" w="8633">
                  <a:moveTo>
                    <a:pt x="6431" y="1"/>
                  </a:moveTo>
                  <a:cubicBezTo>
                    <a:pt x="5256" y="1"/>
                    <a:pt x="119" y="1747"/>
                    <a:pt x="91" y="2216"/>
                  </a:cubicBezTo>
                  <a:cubicBezTo>
                    <a:pt x="0" y="2702"/>
                    <a:pt x="1641" y="7566"/>
                    <a:pt x="2037" y="8082"/>
                  </a:cubicBezTo>
                  <a:cubicBezTo>
                    <a:pt x="2066" y="8120"/>
                    <a:pt x="2141" y="8137"/>
                    <a:pt x="2252" y="8137"/>
                  </a:cubicBezTo>
                  <a:cubicBezTo>
                    <a:pt x="3413" y="8137"/>
                    <a:pt x="8574" y="6282"/>
                    <a:pt x="8602" y="5894"/>
                  </a:cubicBezTo>
                  <a:cubicBezTo>
                    <a:pt x="8632" y="5377"/>
                    <a:pt x="6991" y="544"/>
                    <a:pt x="6657" y="58"/>
                  </a:cubicBezTo>
                  <a:cubicBezTo>
                    <a:pt x="6629" y="19"/>
                    <a:pt x="6550" y="1"/>
                    <a:pt x="6431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44"/>
            <p:cNvSpPr/>
            <p:nvPr/>
          </p:nvSpPr>
          <p:spPr>
            <a:xfrm>
              <a:off x="1093000" y="1688850"/>
              <a:ext cx="215825" cy="203600"/>
            </a:xfrm>
            <a:custGeom>
              <a:rect b="b" l="l" r="r" t="t"/>
              <a:pathLst>
                <a:path extrusionOk="0" h="8144" w="8633">
                  <a:moveTo>
                    <a:pt x="6432" y="1"/>
                  </a:moveTo>
                  <a:cubicBezTo>
                    <a:pt x="5261" y="1"/>
                    <a:pt x="147" y="1747"/>
                    <a:pt x="91" y="2216"/>
                  </a:cubicBezTo>
                  <a:cubicBezTo>
                    <a:pt x="0" y="2733"/>
                    <a:pt x="1642" y="7566"/>
                    <a:pt x="2006" y="8082"/>
                  </a:cubicBezTo>
                  <a:cubicBezTo>
                    <a:pt x="2040" y="8124"/>
                    <a:pt x="2123" y="8144"/>
                    <a:pt x="2247" y="8144"/>
                  </a:cubicBezTo>
                  <a:cubicBezTo>
                    <a:pt x="3459" y="8144"/>
                    <a:pt x="8547" y="6283"/>
                    <a:pt x="8602" y="5924"/>
                  </a:cubicBezTo>
                  <a:cubicBezTo>
                    <a:pt x="8633" y="5377"/>
                    <a:pt x="6991" y="544"/>
                    <a:pt x="6657" y="58"/>
                  </a:cubicBezTo>
                  <a:cubicBezTo>
                    <a:pt x="6629" y="19"/>
                    <a:pt x="6551" y="1"/>
                    <a:pt x="6432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44"/>
            <p:cNvSpPr/>
            <p:nvPr/>
          </p:nvSpPr>
          <p:spPr>
            <a:xfrm>
              <a:off x="1354400" y="1602400"/>
              <a:ext cx="215075" cy="203450"/>
            </a:xfrm>
            <a:custGeom>
              <a:rect b="b" l="l" r="r" t="t"/>
              <a:pathLst>
                <a:path extrusionOk="0" h="8138" w="8603">
                  <a:moveTo>
                    <a:pt x="6443" y="0"/>
                  </a:moveTo>
                  <a:cubicBezTo>
                    <a:pt x="5290" y="0"/>
                    <a:pt x="144" y="1740"/>
                    <a:pt x="61" y="2239"/>
                  </a:cubicBezTo>
                  <a:cubicBezTo>
                    <a:pt x="0" y="2726"/>
                    <a:pt x="1642" y="7589"/>
                    <a:pt x="2006" y="8075"/>
                  </a:cubicBezTo>
                  <a:cubicBezTo>
                    <a:pt x="2038" y="8118"/>
                    <a:pt x="2120" y="8137"/>
                    <a:pt x="2244" y="8137"/>
                  </a:cubicBezTo>
                  <a:cubicBezTo>
                    <a:pt x="3446" y="8137"/>
                    <a:pt x="8544" y="6303"/>
                    <a:pt x="8572" y="5917"/>
                  </a:cubicBezTo>
                  <a:cubicBezTo>
                    <a:pt x="8602" y="5370"/>
                    <a:pt x="6991" y="568"/>
                    <a:pt x="6657" y="51"/>
                  </a:cubicBezTo>
                  <a:cubicBezTo>
                    <a:pt x="6628" y="16"/>
                    <a:pt x="6554" y="0"/>
                    <a:pt x="6443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44"/>
            <p:cNvSpPr/>
            <p:nvPr/>
          </p:nvSpPr>
          <p:spPr>
            <a:xfrm>
              <a:off x="1615800" y="1516550"/>
              <a:ext cx="215075" cy="202675"/>
            </a:xfrm>
            <a:custGeom>
              <a:rect b="b" l="l" r="r" t="t"/>
              <a:pathLst>
                <a:path extrusionOk="0" h="8107" w="8603">
                  <a:moveTo>
                    <a:pt x="6437" y="0"/>
                  </a:moveTo>
                  <a:cubicBezTo>
                    <a:pt x="5353" y="0"/>
                    <a:pt x="145" y="1764"/>
                    <a:pt x="61" y="2208"/>
                  </a:cubicBezTo>
                  <a:cubicBezTo>
                    <a:pt x="0" y="2695"/>
                    <a:pt x="1611" y="7558"/>
                    <a:pt x="2007" y="8044"/>
                  </a:cubicBezTo>
                  <a:cubicBezTo>
                    <a:pt x="2038" y="8087"/>
                    <a:pt x="2120" y="8106"/>
                    <a:pt x="2244" y="8106"/>
                  </a:cubicBezTo>
                  <a:cubicBezTo>
                    <a:pt x="3446" y="8106"/>
                    <a:pt x="8544" y="6272"/>
                    <a:pt x="8572" y="5886"/>
                  </a:cubicBezTo>
                  <a:cubicBezTo>
                    <a:pt x="8602" y="5369"/>
                    <a:pt x="6991" y="536"/>
                    <a:pt x="6627" y="50"/>
                  </a:cubicBezTo>
                  <a:cubicBezTo>
                    <a:pt x="6606" y="16"/>
                    <a:pt x="6540" y="0"/>
                    <a:pt x="6437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4"/>
            <p:cNvSpPr/>
            <p:nvPr/>
          </p:nvSpPr>
          <p:spPr>
            <a:xfrm>
              <a:off x="922775" y="2050150"/>
              <a:ext cx="215825" cy="203250"/>
            </a:xfrm>
            <a:custGeom>
              <a:rect b="b" l="l" r="r" t="t"/>
              <a:pathLst>
                <a:path extrusionOk="0" h="8130" w="8633">
                  <a:moveTo>
                    <a:pt x="6472" y="0"/>
                  </a:moveTo>
                  <a:cubicBezTo>
                    <a:pt x="5380" y="0"/>
                    <a:pt x="120" y="1755"/>
                    <a:pt x="92" y="2202"/>
                  </a:cubicBezTo>
                  <a:cubicBezTo>
                    <a:pt x="1" y="2719"/>
                    <a:pt x="1642" y="7582"/>
                    <a:pt x="2007" y="8068"/>
                  </a:cubicBezTo>
                  <a:cubicBezTo>
                    <a:pt x="2040" y="8110"/>
                    <a:pt x="2124" y="8130"/>
                    <a:pt x="2248" y="8130"/>
                  </a:cubicBezTo>
                  <a:cubicBezTo>
                    <a:pt x="3465" y="8130"/>
                    <a:pt x="8575" y="6269"/>
                    <a:pt x="8603" y="5910"/>
                  </a:cubicBezTo>
                  <a:cubicBezTo>
                    <a:pt x="8633" y="5363"/>
                    <a:pt x="6992" y="530"/>
                    <a:pt x="6657" y="44"/>
                  </a:cubicBezTo>
                  <a:cubicBezTo>
                    <a:pt x="6632" y="14"/>
                    <a:pt x="6568" y="0"/>
                    <a:pt x="6472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44"/>
            <p:cNvSpPr/>
            <p:nvPr/>
          </p:nvSpPr>
          <p:spPr>
            <a:xfrm>
              <a:off x="1184175" y="1963525"/>
              <a:ext cx="215850" cy="203275"/>
            </a:xfrm>
            <a:custGeom>
              <a:rect b="b" l="l" r="r" t="t"/>
              <a:pathLst>
                <a:path extrusionOk="0" h="8131" w="8634">
                  <a:moveTo>
                    <a:pt x="6472" y="0"/>
                  </a:moveTo>
                  <a:cubicBezTo>
                    <a:pt x="5381" y="0"/>
                    <a:pt x="120" y="1757"/>
                    <a:pt x="92" y="2232"/>
                  </a:cubicBezTo>
                  <a:cubicBezTo>
                    <a:pt x="1" y="2719"/>
                    <a:pt x="1642" y="7582"/>
                    <a:pt x="2007" y="8068"/>
                  </a:cubicBezTo>
                  <a:cubicBezTo>
                    <a:pt x="2041" y="8111"/>
                    <a:pt x="2126" y="8130"/>
                    <a:pt x="2252" y="8130"/>
                  </a:cubicBezTo>
                  <a:cubicBezTo>
                    <a:pt x="3472" y="8130"/>
                    <a:pt x="8545" y="6296"/>
                    <a:pt x="8572" y="5910"/>
                  </a:cubicBezTo>
                  <a:cubicBezTo>
                    <a:pt x="8633" y="5363"/>
                    <a:pt x="6992" y="560"/>
                    <a:pt x="6657" y="44"/>
                  </a:cubicBezTo>
                  <a:cubicBezTo>
                    <a:pt x="6633" y="14"/>
                    <a:pt x="6569" y="0"/>
                    <a:pt x="6472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44"/>
            <p:cNvSpPr/>
            <p:nvPr/>
          </p:nvSpPr>
          <p:spPr>
            <a:xfrm>
              <a:off x="1445575" y="1877500"/>
              <a:ext cx="215850" cy="202675"/>
            </a:xfrm>
            <a:custGeom>
              <a:rect b="b" l="l" r="r" t="t"/>
              <a:pathLst>
                <a:path extrusionOk="0" h="8107" w="8634">
                  <a:moveTo>
                    <a:pt x="6454" y="0"/>
                  </a:moveTo>
                  <a:cubicBezTo>
                    <a:pt x="5323" y="0"/>
                    <a:pt x="117" y="1764"/>
                    <a:pt x="62" y="2208"/>
                  </a:cubicBezTo>
                  <a:cubicBezTo>
                    <a:pt x="1" y="2694"/>
                    <a:pt x="1642" y="7558"/>
                    <a:pt x="2007" y="8044"/>
                  </a:cubicBezTo>
                  <a:cubicBezTo>
                    <a:pt x="2038" y="8087"/>
                    <a:pt x="2121" y="8106"/>
                    <a:pt x="2245" y="8106"/>
                  </a:cubicBezTo>
                  <a:cubicBezTo>
                    <a:pt x="3447" y="8106"/>
                    <a:pt x="8545" y="6272"/>
                    <a:pt x="8572" y="5886"/>
                  </a:cubicBezTo>
                  <a:cubicBezTo>
                    <a:pt x="8633" y="5369"/>
                    <a:pt x="6992" y="536"/>
                    <a:pt x="6657" y="50"/>
                  </a:cubicBezTo>
                  <a:cubicBezTo>
                    <a:pt x="6631" y="16"/>
                    <a:pt x="6561" y="0"/>
                    <a:pt x="6454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4"/>
            <p:cNvSpPr/>
            <p:nvPr/>
          </p:nvSpPr>
          <p:spPr>
            <a:xfrm>
              <a:off x="1009400" y="2313075"/>
              <a:ext cx="215850" cy="203275"/>
            </a:xfrm>
            <a:custGeom>
              <a:rect b="b" l="l" r="r" t="t"/>
              <a:pathLst>
                <a:path extrusionOk="0" h="8131" w="8634">
                  <a:moveTo>
                    <a:pt x="6473" y="0"/>
                  </a:moveTo>
                  <a:cubicBezTo>
                    <a:pt x="5385" y="0"/>
                    <a:pt x="148" y="1757"/>
                    <a:pt x="92" y="2232"/>
                  </a:cubicBezTo>
                  <a:cubicBezTo>
                    <a:pt x="1" y="2718"/>
                    <a:pt x="1642" y="7582"/>
                    <a:pt x="2007" y="8068"/>
                  </a:cubicBezTo>
                  <a:cubicBezTo>
                    <a:pt x="2041" y="8111"/>
                    <a:pt x="2126" y="8130"/>
                    <a:pt x="2252" y="8130"/>
                  </a:cubicBezTo>
                  <a:cubicBezTo>
                    <a:pt x="3472" y="8130"/>
                    <a:pt x="8548" y="6296"/>
                    <a:pt x="8603" y="5910"/>
                  </a:cubicBezTo>
                  <a:cubicBezTo>
                    <a:pt x="8633" y="5363"/>
                    <a:pt x="6992" y="560"/>
                    <a:pt x="6657" y="44"/>
                  </a:cubicBezTo>
                  <a:cubicBezTo>
                    <a:pt x="6633" y="14"/>
                    <a:pt x="6569" y="0"/>
                    <a:pt x="6473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4"/>
            <p:cNvSpPr/>
            <p:nvPr/>
          </p:nvSpPr>
          <p:spPr>
            <a:xfrm>
              <a:off x="1270800" y="2227050"/>
              <a:ext cx="215850" cy="202675"/>
            </a:xfrm>
            <a:custGeom>
              <a:rect b="b" l="l" r="r" t="t"/>
              <a:pathLst>
                <a:path extrusionOk="0" h="8107" w="8634">
                  <a:moveTo>
                    <a:pt x="6461" y="0"/>
                  </a:moveTo>
                  <a:cubicBezTo>
                    <a:pt x="5353" y="0"/>
                    <a:pt x="145" y="1764"/>
                    <a:pt x="62" y="2208"/>
                  </a:cubicBezTo>
                  <a:cubicBezTo>
                    <a:pt x="1" y="2694"/>
                    <a:pt x="1642" y="7558"/>
                    <a:pt x="2007" y="8044"/>
                  </a:cubicBezTo>
                  <a:cubicBezTo>
                    <a:pt x="2038" y="8087"/>
                    <a:pt x="2121" y="8106"/>
                    <a:pt x="2245" y="8106"/>
                  </a:cubicBezTo>
                  <a:cubicBezTo>
                    <a:pt x="3447" y="8106"/>
                    <a:pt x="8545" y="6272"/>
                    <a:pt x="8572" y="5886"/>
                  </a:cubicBezTo>
                  <a:cubicBezTo>
                    <a:pt x="8633" y="5369"/>
                    <a:pt x="6992" y="536"/>
                    <a:pt x="6657" y="50"/>
                  </a:cubicBezTo>
                  <a:cubicBezTo>
                    <a:pt x="6634" y="16"/>
                    <a:pt x="6566" y="0"/>
                    <a:pt x="6461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44"/>
            <p:cNvSpPr/>
            <p:nvPr/>
          </p:nvSpPr>
          <p:spPr>
            <a:xfrm>
              <a:off x="1532975" y="2140400"/>
              <a:ext cx="215825" cy="203425"/>
            </a:xfrm>
            <a:custGeom>
              <a:rect b="b" l="l" r="r" t="t"/>
              <a:pathLst>
                <a:path extrusionOk="0" h="8137" w="8633">
                  <a:moveTo>
                    <a:pt x="6453" y="1"/>
                  </a:moveTo>
                  <a:cubicBezTo>
                    <a:pt x="5323" y="1"/>
                    <a:pt x="117" y="1765"/>
                    <a:pt x="61" y="2209"/>
                  </a:cubicBezTo>
                  <a:cubicBezTo>
                    <a:pt x="0" y="2695"/>
                    <a:pt x="1642" y="7559"/>
                    <a:pt x="2006" y="8075"/>
                  </a:cubicBezTo>
                  <a:cubicBezTo>
                    <a:pt x="2037" y="8117"/>
                    <a:pt x="2118" y="8137"/>
                    <a:pt x="2240" y="8137"/>
                  </a:cubicBezTo>
                  <a:cubicBezTo>
                    <a:pt x="3433" y="8137"/>
                    <a:pt x="8544" y="6273"/>
                    <a:pt x="8572" y="5887"/>
                  </a:cubicBezTo>
                  <a:cubicBezTo>
                    <a:pt x="8633" y="5370"/>
                    <a:pt x="6991" y="537"/>
                    <a:pt x="6657" y="51"/>
                  </a:cubicBezTo>
                  <a:cubicBezTo>
                    <a:pt x="6631" y="17"/>
                    <a:pt x="6560" y="1"/>
                    <a:pt x="6453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44"/>
            <p:cNvSpPr/>
            <p:nvPr/>
          </p:nvSpPr>
          <p:spPr>
            <a:xfrm>
              <a:off x="1707750" y="1790875"/>
              <a:ext cx="300925" cy="466325"/>
            </a:xfrm>
            <a:custGeom>
              <a:rect b="b" l="l" r="r" t="t"/>
              <a:pathLst>
                <a:path extrusionOk="0" h="18653" w="12037">
                  <a:moveTo>
                    <a:pt x="6407" y="0"/>
                  </a:moveTo>
                  <a:cubicBezTo>
                    <a:pt x="5322" y="0"/>
                    <a:pt x="114" y="1764"/>
                    <a:pt x="31" y="2208"/>
                  </a:cubicBezTo>
                  <a:cubicBezTo>
                    <a:pt x="0" y="2634"/>
                    <a:pt x="5076" y="18074"/>
                    <a:pt x="5472" y="18591"/>
                  </a:cubicBezTo>
                  <a:cubicBezTo>
                    <a:pt x="5502" y="18633"/>
                    <a:pt x="5583" y="18653"/>
                    <a:pt x="5705" y="18653"/>
                  </a:cubicBezTo>
                  <a:cubicBezTo>
                    <a:pt x="6899" y="18653"/>
                    <a:pt x="12009" y="16792"/>
                    <a:pt x="12037" y="16433"/>
                  </a:cubicBezTo>
                  <a:cubicBezTo>
                    <a:pt x="12037" y="15916"/>
                    <a:pt x="6870" y="445"/>
                    <a:pt x="6596" y="50"/>
                  </a:cubicBezTo>
                  <a:cubicBezTo>
                    <a:pt x="6575" y="16"/>
                    <a:pt x="6509" y="0"/>
                    <a:pt x="64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44"/>
            <p:cNvSpPr/>
            <p:nvPr/>
          </p:nvSpPr>
          <p:spPr>
            <a:xfrm>
              <a:off x="644650" y="1059325"/>
              <a:ext cx="1120875" cy="562600"/>
            </a:xfrm>
            <a:custGeom>
              <a:rect b="b" l="l" r="r" t="t"/>
              <a:pathLst>
                <a:path extrusionOk="0" h="22504" w="44835">
                  <a:moveTo>
                    <a:pt x="41278" y="315"/>
                  </a:moveTo>
                  <a:cubicBezTo>
                    <a:pt x="41947" y="527"/>
                    <a:pt x="43163" y="3050"/>
                    <a:pt x="43862" y="5603"/>
                  </a:cubicBezTo>
                  <a:cubicBezTo>
                    <a:pt x="44348" y="7488"/>
                    <a:pt x="44318" y="8430"/>
                    <a:pt x="44074" y="8704"/>
                  </a:cubicBezTo>
                  <a:cubicBezTo>
                    <a:pt x="43619" y="9160"/>
                    <a:pt x="34804" y="12290"/>
                    <a:pt x="24013" y="15877"/>
                  </a:cubicBezTo>
                  <a:cubicBezTo>
                    <a:pt x="12876" y="19590"/>
                    <a:pt x="4640" y="22112"/>
                    <a:pt x="3674" y="22112"/>
                  </a:cubicBezTo>
                  <a:cubicBezTo>
                    <a:pt x="3651" y="22112"/>
                    <a:pt x="3632" y="22111"/>
                    <a:pt x="3618" y="22108"/>
                  </a:cubicBezTo>
                  <a:cubicBezTo>
                    <a:pt x="2858" y="21895"/>
                    <a:pt x="1490" y="19069"/>
                    <a:pt x="882" y="16515"/>
                  </a:cubicBezTo>
                  <a:cubicBezTo>
                    <a:pt x="548" y="15087"/>
                    <a:pt x="487" y="14053"/>
                    <a:pt x="791" y="13749"/>
                  </a:cubicBezTo>
                  <a:cubicBezTo>
                    <a:pt x="1916" y="12655"/>
                    <a:pt x="39090" y="345"/>
                    <a:pt x="41278" y="345"/>
                  </a:cubicBezTo>
                  <a:lnTo>
                    <a:pt x="41278" y="315"/>
                  </a:lnTo>
                  <a:close/>
                  <a:moveTo>
                    <a:pt x="41283" y="0"/>
                  </a:moveTo>
                  <a:cubicBezTo>
                    <a:pt x="38961" y="0"/>
                    <a:pt x="1623" y="12370"/>
                    <a:pt x="487" y="13506"/>
                  </a:cubicBezTo>
                  <a:cubicBezTo>
                    <a:pt x="1" y="14023"/>
                    <a:pt x="244" y="15482"/>
                    <a:pt x="487" y="16607"/>
                  </a:cubicBezTo>
                  <a:cubicBezTo>
                    <a:pt x="1034" y="18795"/>
                    <a:pt x="2402" y="22139"/>
                    <a:pt x="3466" y="22503"/>
                  </a:cubicBezTo>
                  <a:lnTo>
                    <a:pt x="3587" y="22503"/>
                  </a:lnTo>
                  <a:cubicBezTo>
                    <a:pt x="5198" y="22503"/>
                    <a:pt x="19636" y="17762"/>
                    <a:pt x="24044" y="16272"/>
                  </a:cubicBezTo>
                  <a:cubicBezTo>
                    <a:pt x="30822" y="14023"/>
                    <a:pt x="43771" y="9585"/>
                    <a:pt x="44318" y="9008"/>
                  </a:cubicBezTo>
                  <a:cubicBezTo>
                    <a:pt x="44834" y="8430"/>
                    <a:pt x="44530" y="6819"/>
                    <a:pt x="44196" y="5543"/>
                  </a:cubicBezTo>
                  <a:cubicBezTo>
                    <a:pt x="43649" y="3536"/>
                    <a:pt x="42403" y="345"/>
                    <a:pt x="41369" y="11"/>
                  </a:cubicBezTo>
                  <a:cubicBezTo>
                    <a:pt x="41350" y="4"/>
                    <a:pt x="41321" y="0"/>
                    <a:pt x="41283" y="0"/>
                  </a:cubicBezTo>
                  <a:close/>
                </a:path>
              </a:pathLst>
            </a:custGeom>
            <a:solidFill>
              <a:srgbClr val="486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44"/>
            <p:cNvSpPr/>
            <p:nvPr/>
          </p:nvSpPr>
          <p:spPr>
            <a:xfrm>
              <a:off x="646925" y="1344525"/>
              <a:ext cx="1260700" cy="425575"/>
            </a:xfrm>
            <a:custGeom>
              <a:rect b="b" l="l" r="r" t="t"/>
              <a:pathLst>
                <a:path extrusionOk="0" h="17023" w="50428">
                  <a:moveTo>
                    <a:pt x="50306" y="1"/>
                  </a:moveTo>
                  <a:lnTo>
                    <a:pt x="1" y="16658"/>
                  </a:lnTo>
                  <a:lnTo>
                    <a:pt x="122" y="17022"/>
                  </a:lnTo>
                  <a:lnTo>
                    <a:pt x="50427" y="366"/>
                  </a:lnTo>
                  <a:lnTo>
                    <a:pt x="50306" y="1"/>
                  </a:lnTo>
                  <a:close/>
                </a:path>
              </a:pathLst>
            </a:custGeom>
            <a:solidFill>
              <a:srgbClr val="486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4"/>
            <p:cNvSpPr/>
            <p:nvPr/>
          </p:nvSpPr>
          <p:spPr>
            <a:xfrm>
              <a:off x="1819450" y="2009450"/>
              <a:ext cx="98050" cy="54725"/>
            </a:xfrm>
            <a:custGeom>
              <a:rect b="b" l="l" r="r" t="t"/>
              <a:pathLst>
                <a:path extrusionOk="0" h="2189" w="3922">
                  <a:moveTo>
                    <a:pt x="3587" y="0"/>
                  </a:moveTo>
                  <a:lnTo>
                    <a:pt x="0" y="1185"/>
                  </a:lnTo>
                  <a:lnTo>
                    <a:pt x="335" y="2189"/>
                  </a:lnTo>
                  <a:lnTo>
                    <a:pt x="3922" y="100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44"/>
            <p:cNvSpPr/>
            <p:nvPr/>
          </p:nvSpPr>
          <p:spPr>
            <a:xfrm>
              <a:off x="1840725" y="1987400"/>
              <a:ext cx="54750" cy="98050"/>
            </a:xfrm>
            <a:custGeom>
              <a:rect b="b" l="l" r="r" t="t"/>
              <a:pathLst>
                <a:path extrusionOk="0" h="3922" w="2190">
                  <a:moveTo>
                    <a:pt x="1004" y="1"/>
                  </a:moveTo>
                  <a:lnTo>
                    <a:pt x="1" y="335"/>
                  </a:lnTo>
                  <a:lnTo>
                    <a:pt x="1186" y="3922"/>
                  </a:lnTo>
                  <a:lnTo>
                    <a:pt x="2189" y="3587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3" name="Google Shape;1373;p44"/>
          <p:cNvGrpSpPr/>
          <p:nvPr/>
        </p:nvGrpSpPr>
        <p:grpSpPr>
          <a:xfrm rot="654983">
            <a:off x="7571470" y="3617589"/>
            <a:ext cx="972769" cy="1011803"/>
            <a:chOff x="512425" y="919675"/>
            <a:chExt cx="1712075" cy="1780775"/>
          </a:xfrm>
        </p:grpSpPr>
        <p:sp>
          <p:nvSpPr>
            <p:cNvPr id="1374" name="Google Shape;1374;p44"/>
            <p:cNvSpPr/>
            <p:nvPr/>
          </p:nvSpPr>
          <p:spPr>
            <a:xfrm>
              <a:off x="512425" y="919675"/>
              <a:ext cx="1712075" cy="1780775"/>
            </a:xfrm>
            <a:custGeom>
              <a:rect b="b" l="l" r="r" t="t"/>
              <a:pathLst>
                <a:path extrusionOk="0" h="71231" w="68483">
                  <a:moveTo>
                    <a:pt x="48511" y="1"/>
                  </a:moveTo>
                  <a:cubicBezTo>
                    <a:pt x="43851" y="1"/>
                    <a:pt x="1284" y="13886"/>
                    <a:pt x="670" y="16022"/>
                  </a:cubicBezTo>
                  <a:cubicBezTo>
                    <a:pt x="1" y="18211"/>
                    <a:pt x="16263" y="69154"/>
                    <a:pt x="18846" y="71069"/>
                  </a:cubicBezTo>
                  <a:cubicBezTo>
                    <a:pt x="19003" y="71179"/>
                    <a:pt x="19306" y="71231"/>
                    <a:pt x="19738" y="71231"/>
                  </a:cubicBezTo>
                  <a:cubicBezTo>
                    <a:pt x="26583" y="71231"/>
                    <a:pt x="65740" y="58142"/>
                    <a:pt x="67084" y="55111"/>
                  </a:cubicBezTo>
                  <a:cubicBezTo>
                    <a:pt x="68482" y="51889"/>
                    <a:pt x="50519" y="1189"/>
                    <a:pt x="48877" y="65"/>
                  </a:cubicBezTo>
                  <a:cubicBezTo>
                    <a:pt x="48815" y="22"/>
                    <a:pt x="48691" y="1"/>
                    <a:pt x="485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4"/>
            <p:cNvSpPr/>
            <p:nvPr/>
          </p:nvSpPr>
          <p:spPr>
            <a:xfrm>
              <a:off x="666700" y="1096725"/>
              <a:ext cx="1075275" cy="488075"/>
            </a:xfrm>
            <a:custGeom>
              <a:rect b="b" l="l" r="r" t="t"/>
              <a:pathLst>
                <a:path extrusionOk="0" h="19523" w="43011">
                  <a:moveTo>
                    <a:pt x="39810" y="0"/>
                  </a:moveTo>
                  <a:cubicBezTo>
                    <a:pt x="38152" y="0"/>
                    <a:pt x="2087" y="11928"/>
                    <a:pt x="1064" y="12831"/>
                  </a:cubicBezTo>
                  <a:cubicBezTo>
                    <a:pt x="0" y="13743"/>
                    <a:pt x="1976" y="19214"/>
                    <a:pt x="3253" y="19518"/>
                  </a:cubicBezTo>
                  <a:cubicBezTo>
                    <a:pt x="3265" y="19521"/>
                    <a:pt x="3282" y="19522"/>
                    <a:pt x="3303" y="19522"/>
                  </a:cubicBezTo>
                  <a:cubicBezTo>
                    <a:pt x="5211" y="19522"/>
                    <a:pt x="41256" y="7443"/>
                    <a:pt x="42068" y="6691"/>
                  </a:cubicBezTo>
                  <a:cubicBezTo>
                    <a:pt x="43010" y="5779"/>
                    <a:pt x="41065" y="247"/>
                    <a:pt x="39849" y="4"/>
                  </a:cubicBezTo>
                  <a:cubicBezTo>
                    <a:pt x="39839" y="2"/>
                    <a:pt x="39826" y="0"/>
                    <a:pt x="398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44"/>
            <p:cNvSpPr/>
            <p:nvPr/>
          </p:nvSpPr>
          <p:spPr>
            <a:xfrm>
              <a:off x="831600" y="1775475"/>
              <a:ext cx="215825" cy="203450"/>
            </a:xfrm>
            <a:custGeom>
              <a:rect b="b" l="l" r="r" t="t"/>
              <a:pathLst>
                <a:path extrusionOk="0" h="8138" w="8633">
                  <a:moveTo>
                    <a:pt x="6431" y="1"/>
                  </a:moveTo>
                  <a:cubicBezTo>
                    <a:pt x="5256" y="1"/>
                    <a:pt x="119" y="1747"/>
                    <a:pt x="91" y="2216"/>
                  </a:cubicBezTo>
                  <a:cubicBezTo>
                    <a:pt x="0" y="2702"/>
                    <a:pt x="1641" y="7566"/>
                    <a:pt x="2037" y="8082"/>
                  </a:cubicBezTo>
                  <a:cubicBezTo>
                    <a:pt x="2066" y="8120"/>
                    <a:pt x="2141" y="8137"/>
                    <a:pt x="2252" y="8137"/>
                  </a:cubicBezTo>
                  <a:cubicBezTo>
                    <a:pt x="3413" y="8137"/>
                    <a:pt x="8574" y="6282"/>
                    <a:pt x="8602" y="5894"/>
                  </a:cubicBezTo>
                  <a:cubicBezTo>
                    <a:pt x="8632" y="5377"/>
                    <a:pt x="6991" y="544"/>
                    <a:pt x="6657" y="58"/>
                  </a:cubicBezTo>
                  <a:cubicBezTo>
                    <a:pt x="6629" y="19"/>
                    <a:pt x="6550" y="1"/>
                    <a:pt x="6431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44"/>
            <p:cNvSpPr/>
            <p:nvPr/>
          </p:nvSpPr>
          <p:spPr>
            <a:xfrm>
              <a:off x="1093000" y="1688850"/>
              <a:ext cx="215825" cy="203600"/>
            </a:xfrm>
            <a:custGeom>
              <a:rect b="b" l="l" r="r" t="t"/>
              <a:pathLst>
                <a:path extrusionOk="0" h="8144" w="8633">
                  <a:moveTo>
                    <a:pt x="6432" y="1"/>
                  </a:moveTo>
                  <a:cubicBezTo>
                    <a:pt x="5261" y="1"/>
                    <a:pt x="147" y="1747"/>
                    <a:pt x="91" y="2216"/>
                  </a:cubicBezTo>
                  <a:cubicBezTo>
                    <a:pt x="0" y="2733"/>
                    <a:pt x="1642" y="7566"/>
                    <a:pt x="2006" y="8082"/>
                  </a:cubicBezTo>
                  <a:cubicBezTo>
                    <a:pt x="2040" y="8124"/>
                    <a:pt x="2123" y="8144"/>
                    <a:pt x="2247" y="8144"/>
                  </a:cubicBezTo>
                  <a:cubicBezTo>
                    <a:pt x="3459" y="8144"/>
                    <a:pt x="8547" y="6283"/>
                    <a:pt x="8602" y="5924"/>
                  </a:cubicBezTo>
                  <a:cubicBezTo>
                    <a:pt x="8633" y="5377"/>
                    <a:pt x="6991" y="544"/>
                    <a:pt x="6657" y="58"/>
                  </a:cubicBezTo>
                  <a:cubicBezTo>
                    <a:pt x="6629" y="19"/>
                    <a:pt x="6551" y="1"/>
                    <a:pt x="6432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44"/>
            <p:cNvSpPr/>
            <p:nvPr/>
          </p:nvSpPr>
          <p:spPr>
            <a:xfrm>
              <a:off x="1354400" y="1602400"/>
              <a:ext cx="215075" cy="203450"/>
            </a:xfrm>
            <a:custGeom>
              <a:rect b="b" l="l" r="r" t="t"/>
              <a:pathLst>
                <a:path extrusionOk="0" h="8138" w="8603">
                  <a:moveTo>
                    <a:pt x="6443" y="0"/>
                  </a:moveTo>
                  <a:cubicBezTo>
                    <a:pt x="5290" y="0"/>
                    <a:pt x="144" y="1740"/>
                    <a:pt x="61" y="2239"/>
                  </a:cubicBezTo>
                  <a:cubicBezTo>
                    <a:pt x="0" y="2726"/>
                    <a:pt x="1642" y="7589"/>
                    <a:pt x="2006" y="8075"/>
                  </a:cubicBezTo>
                  <a:cubicBezTo>
                    <a:pt x="2038" y="8118"/>
                    <a:pt x="2120" y="8137"/>
                    <a:pt x="2244" y="8137"/>
                  </a:cubicBezTo>
                  <a:cubicBezTo>
                    <a:pt x="3446" y="8137"/>
                    <a:pt x="8544" y="6303"/>
                    <a:pt x="8572" y="5917"/>
                  </a:cubicBezTo>
                  <a:cubicBezTo>
                    <a:pt x="8602" y="5370"/>
                    <a:pt x="6991" y="568"/>
                    <a:pt x="6657" y="51"/>
                  </a:cubicBezTo>
                  <a:cubicBezTo>
                    <a:pt x="6628" y="16"/>
                    <a:pt x="6554" y="0"/>
                    <a:pt x="6443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4"/>
            <p:cNvSpPr/>
            <p:nvPr/>
          </p:nvSpPr>
          <p:spPr>
            <a:xfrm>
              <a:off x="1615800" y="1516550"/>
              <a:ext cx="215075" cy="202675"/>
            </a:xfrm>
            <a:custGeom>
              <a:rect b="b" l="l" r="r" t="t"/>
              <a:pathLst>
                <a:path extrusionOk="0" h="8107" w="8603">
                  <a:moveTo>
                    <a:pt x="6437" y="0"/>
                  </a:moveTo>
                  <a:cubicBezTo>
                    <a:pt x="5353" y="0"/>
                    <a:pt x="145" y="1764"/>
                    <a:pt x="61" y="2208"/>
                  </a:cubicBezTo>
                  <a:cubicBezTo>
                    <a:pt x="0" y="2695"/>
                    <a:pt x="1611" y="7558"/>
                    <a:pt x="2007" y="8044"/>
                  </a:cubicBezTo>
                  <a:cubicBezTo>
                    <a:pt x="2038" y="8087"/>
                    <a:pt x="2120" y="8106"/>
                    <a:pt x="2244" y="8106"/>
                  </a:cubicBezTo>
                  <a:cubicBezTo>
                    <a:pt x="3446" y="8106"/>
                    <a:pt x="8544" y="6272"/>
                    <a:pt x="8572" y="5886"/>
                  </a:cubicBezTo>
                  <a:cubicBezTo>
                    <a:pt x="8602" y="5369"/>
                    <a:pt x="6991" y="536"/>
                    <a:pt x="6627" y="50"/>
                  </a:cubicBezTo>
                  <a:cubicBezTo>
                    <a:pt x="6606" y="16"/>
                    <a:pt x="6540" y="0"/>
                    <a:pt x="6437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44"/>
            <p:cNvSpPr/>
            <p:nvPr/>
          </p:nvSpPr>
          <p:spPr>
            <a:xfrm>
              <a:off x="922775" y="2050150"/>
              <a:ext cx="215825" cy="203250"/>
            </a:xfrm>
            <a:custGeom>
              <a:rect b="b" l="l" r="r" t="t"/>
              <a:pathLst>
                <a:path extrusionOk="0" h="8130" w="8633">
                  <a:moveTo>
                    <a:pt x="6472" y="0"/>
                  </a:moveTo>
                  <a:cubicBezTo>
                    <a:pt x="5380" y="0"/>
                    <a:pt x="120" y="1755"/>
                    <a:pt x="92" y="2202"/>
                  </a:cubicBezTo>
                  <a:cubicBezTo>
                    <a:pt x="1" y="2719"/>
                    <a:pt x="1642" y="7582"/>
                    <a:pt x="2007" y="8068"/>
                  </a:cubicBezTo>
                  <a:cubicBezTo>
                    <a:pt x="2040" y="8110"/>
                    <a:pt x="2124" y="8130"/>
                    <a:pt x="2248" y="8130"/>
                  </a:cubicBezTo>
                  <a:cubicBezTo>
                    <a:pt x="3465" y="8130"/>
                    <a:pt x="8575" y="6269"/>
                    <a:pt x="8603" y="5910"/>
                  </a:cubicBezTo>
                  <a:cubicBezTo>
                    <a:pt x="8633" y="5363"/>
                    <a:pt x="6992" y="530"/>
                    <a:pt x="6657" y="44"/>
                  </a:cubicBezTo>
                  <a:cubicBezTo>
                    <a:pt x="6632" y="14"/>
                    <a:pt x="6568" y="0"/>
                    <a:pt x="6472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44"/>
            <p:cNvSpPr/>
            <p:nvPr/>
          </p:nvSpPr>
          <p:spPr>
            <a:xfrm>
              <a:off x="1184175" y="1963525"/>
              <a:ext cx="215850" cy="203275"/>
            </a:xfrm>
            <a:custGeom>
              <a:rect b="b" l="l" r="r" t="t"/>
              <a:pathLst>
                <a:path extrusionOk="0" h="8131" w="8634">
                  <a:moveTo>
                    <a:pt x="6472" y="0"/>
                  </a:moveTo>
                  <a:cubicBezTo>
                    <a:pt x="5381" y="0"/>
                    <a:pt x="120" y="1757"/>
                    <a:pt x="92" y="2232"/>
                  </a:cubicBezTo>
                  <a:cubicBezTo>
                    <a:pt x="1" y="2719"/>
                    <a:pt x="1642" y="7582"/>
                    <a:pt x="2007" y="8068"/>
                  </a:cubicBezTo>
                  <a:cubicBezTo>
                    <a:pt x="2041" y="8111"/>
                    <a:pt x="2126" y="8130"/>
                    <a:pt x="2252" y="8130"/>
                  </a:cubicBezTo>
                  <a:cubicBezTo>
                    <a:pt x="3472" y="8130"/>
                    <a:pt x="8545" y="6296"/>
                    <a:pt x="8572" y="5910"/>
                  </a:cubicBezTo>
                  <a:cubicBezTo>
                    <a:pt x="8633" y="5363"/>
                    <a:pt x="6992" y="560"/>
                    <a:pt x="6657" y="44"/>
                  </a:cubicBezTo>
                  <a:cubicBezTo>
                    <a:pt x="6633" y="14"/>
                    <a:pt x="6569" y="0"/>
                    <a:pt x="6472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44"/>
            <p:cNvSpPr/>
            <p:nvPr/>
          </p:nvSpPr>
          <p:spPr>
            <a:xfrm>
              <a:off x="1445575" y="1877500"/>
              <a:ext cx="215850" cy="202675"/>
            </a:xfrm>
            <a:custGeom>
              <a:rect b="b" l="l" r="r" t="t"/>
              <a:pathLst>
                <a:path extrusionOk="0" h="8107" w="8634">
                  <a:moveTo>
                    <a:pt x="6454" y="0"/>
                  </a:moveTo>
                  <a:cubicBezTo>
                    <a:pt x="5323" y="0"/>
                    <a:pt x="117" y="1764"/>
                    <a:pt x="62" y="2208"/>
                  </a:cubicBezTo>
                  <a:cubicBezTo>
                    <a:pt x="1" y="2694"/>
                    <a:pt x="1642" y="7558"/>
                    <a:pt x="2007" y="8044"/>
                  </a:cubicBezTo>
                  <a:cubicBezTo>
                    <a:pt x="2038" y="8087"/>
                    <a:pt x="2121" y="8106"/>
                    <a:pt x="2245" y="8106"/>
                  </a:cubicBezTo>
                  <a:cubicBezTo>
                    <a:pt x="3447" y="8106"/>
                    <a:pt x="8545" y="6272"/>
                    <a:pt x="8572" y="5886"/>
                  </a:cubicBezTo>
                  <a:cubicBezTo>
                    <a:pt x="8633" y="5369"/>
                    <a:pt x="6992" y="536"/>
                    <a:pt x="6657" y="50"/>
                  </a:cubicBezTo>
                  <a:cubicBezTo>
                    <a:pt x="6631" y="16"/>
                    <a:pt x="6561" y="0"/>
                    <a:pt x="6454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44"/>
            <p:cNvSpPr/>
            <p:nvPr/>
          </p:nvSpPr>
          <p:spPr>
            <a:xfrm>
              <a:off x="1009400" y="2313075"/>
              <a:ext cx="215850" cy="203275"/>
            </a:xfrm>
            <a:custGeom>
              <a:rect b="b" l="l" r="r" t="t"/>
              <a:pathLst>
                <a:path extrusionOk="0" h="8131" w="8634">
                  <a:moveTo>
                    <a:pt x="6473" y="0"/>
                  </a:moveTo>
                  <a:cubicBezTo>
                    <a:pt x="5385" y="0"/>
                    <a:pt x="148" y="1757"/>
                    <a:pt x="92" y="2232"/>
                  </a:cubicBezTo>
                  <a:cubicBezTo>
                    <a:pt x="1" y="2718"/>
                    <a:pt x="1642" y="7582"/>
                    <a:pt x="2007" y="8068"/>
                  </a:cubicBezTo>
                  <a:cubicBezTo>
                    <a:pt x="2041" y="8111"/>
                    <a:pt x="2126" y="8130"/>
                    <a:pt x="2252" y="8130"/>
                  </a:cubicBezTo>
                  <a:cubicBezTo>
                    <a:pt x="3472" y="8130"/>
                    <a:pt x="8548" y="6296"/>
                    <a:pt x="8603" y="5910"/>
                  </a:cubicBezTo>
                  <a:cubicBezTo>
                    <a:pt x="8633" y="5363"/>
                    <a:pt x="6992" y="560"/>
                    <a:pt x="6657" y="44"/>
                  </a:cubicBezTo>
                  <a:cubicBezTo>
                    <a:pt x="6633" y="14"/>
                    <a:pt x="6569" y="0"/>
                    <a:pt x="6473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44"/>
            <p:cNvSpPr/>
            <p:nvPr/>
          </p:nvSpPr>
          <p:spPr>
            <a:xfrm>
              <a:off x="1270800" y="2227050"/>
              <a:ext cx="215850" cy="202675"/>
            </a:xfrm>
            <a:custGeom>
              <a:rect b="b" l="l" r="r" t="t"/>
              <a:pathLst>
                <a:path extrusionOk="0" h="8107" w="8634">
                  <a:moveTo>
                    <a:pt x="6461" y="0"/>
                  </a:moveTo>
                  <a:cubicBezTo>
                    <a:pt x="5353" y="0"/>
                    <a:pt x="145" y="1764"/>
                    <a:pt x="62" y="2208"/>
                  </a:cubicBezTo>
                  <a:cubicBezTo>
                    <a:pt x="1" y="2694"/>
                    <a:pt x="1642" y="7558"/>
                    <a:pt x="2007" y="8044"/>
                  </a:cubicBezTo>
                  <a:cubicBezTo>
                    <a:pt x="2038" y="8087"/>
                    <a:pt x="2121" y="8106"/>
                    <a:pt x="2245" y="8106"/>
                  </a:cubicBezTo>
                  <a:cubicBezTo>
                    <a:pt x="3447" y="8106"/>
                    <a:pt x="8545" y="6272"/>
                    <a:pt x="8572" y="5886"/>
                  </a:cubicBezTo>
                  <a:cubicBezTo>
                    <a:pt x="8633" y="5369"/>
                    <a:pt x="6992" y="536"/>
                    <a:pt x="6657" y="50"/>
                  </a:cubicBezTo>
                  <a:cubicBezTo>
                    <a:pt x="6634" y="16"/>
                    <a:pt x="6566" y="0"/>
                    <a:pt x="6461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44"/>
            <p:cNvSpPr/>
            <p:nvPr/>
          </p:nvSpPr>
          <p:spPr>
            <a:xfrm>
              <a:off x="1532975" y="2140400"/>
              <a:ext cx="215825" cy="203425"/>
            </a:xfrm>
            <a:custGeom>
              <a:rect b="b" l="l" r="r" t="t"/>
              <a:pathLst>
                <a:path extrusionOk="0" h="8137" w="8633">
                  <a:moveTo>
                    <a:pt x="6453" y="1"/>
                  </a:moveTo>
                  <a:cubicBezTo>
                    <a:pt x="5323" y="1"/>
                    <a:pt x="117" y="1765"/>
                    <a:pt x="61" y="2209"/>
                  </a:cubicBezTo>
                  <a:cubicBezTo>
                    <a:pt x="0" y="2695"/>
                    <a:pt x="1642" y="7559"/>
                    <a:pt x="2006" y="8075"/>
                  </a:cubicBezTo>
                  <a:cubicBezTo>
                    <a:pt x="2037" y="8117"/>
                    <a:pt x="2118" y="8137"/>
                    <a:pt x="2240" y="8137"/>
                  </a:cubicBezTo>
                  <a:cubicBezTo>
                    <a:pt x="3433" y="8137"/>
                    <a:pt x="8544" y="6273"/>
                    <a:pt x="8572" y="5887"/>
                  </a:cubicBezTo>
                  <a:cubicBezTo>
                    <a:pt x="8633" y="5370"/>
                    <a:pt x="6991" y="537"/>
                    <a:pt x="6657" y="51"/>
                  </a:cubicBezTo>
                  <a:cubicBezTo>
                    <a:pt x="6631" y="17"/>
                    <a:pt x="6560" y="1"/>
                    <a:pt x="6453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44"/>
            <p:cNvSpPr/>
            <p:nvPr/>
          </p:nvSpPr>
          <p:spPr>
            <a:xfrm>
              <a:off x="1707750" y="1790875"/>
              <a:ext cx="300925" cy="466325"/>
            </a:xfrm>
            <a:custGeom>
              <a:rect b="b" l="l" r="r" t="t"/>
              <a:pathLst>
                <a:path extrusionOk="0" h="18653" w="12037">
                  <a:moveTo>
                    <a:pt x="6407" y="0"/>
                  </a:moveTo>
                  <a:cubicBezTo>
                    <a:pt x="5322" y="0"/>
                    <a:pt x="114" y="1764"/>
                    <a:pt x="31" y="2208"/>
                  </a:cubicBezTo>
                  <a:cubicBezTo>
                    <a:pt x="0" y="2634"/>
                    <a:pt x="5076" y="18074"/>
                    <a:pt x="5472" y="18591"/>
                  </a:cubicBezTo>
                  <a:cubicBezTo>
                    <a:pt x="5502" y="18633"/>
                    <a:pt x="5583" y="18653"/>
                    <a:pt x="5705" y="18653"/>
                  </a:cubicBezTo>
                  <a:cubicBezTo>
                    <a:pt x="6899" y="18653"/>
                    <a:pt x="12009" y="16792"/>
                    <a:pt x="12037" y="16433"/>
                  </a:cubicBezTo>
                  <a:cubicBezTo>
                    <a:pt x="12037" y="15916"/>
                    <a:pt x="6870" y="445"/>
                    <a:pt x="6596" y="50"/>
                  </a:cubicBezTo>
                  <a:cubicBezTo>
                    <a:pt x="6575" y="16"/>
                    <a:pt x="6509" y="0"/>
                    <a:pt x="64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44"/>
            <p:cNvSpPr/>
            <p:nvPr/>
          </p:nvSpPr>
          <p:spPr>
            <a:xfrm>
              <a:off x="644650" y="1059325"/>
              <a:ext cx="1120875" cy="562600"/>
            </a:xfrm>
            <a:custGeom>
              <a:rect b="b" l="l" r="r" t="t"/>
              <a:pathLst>
                <a:path extrusionOk="0" h="22504" w="44835">
                  <a:moveTo>
                    <a:pt x="41278" y="315"/>
                  </a:moveTo>
                  <a:cubicBezTo>
                    <a:pt x="41947" y="527"/>
                    <a:pt x="43163" y="3050"/>
                    <a:pt x="43862" y="5603"/>
                  </a:cubicBezTo>
                  <a:cubicBezTo>
                    <a:pt x="44348" y="7488"/>
                    <a:pt x="44318" y="8430"/>
                    <a:pt x="44074" y="8704"/>
                  </a:cubicBezTo>
                  <a:cubicBezTo>
                    <a:pt x="43619" y="9160"/>
                    <a:pt x="34804" y="12290"/>
                    <a:pt x="24013" y="15877"/>
                  </a:cubicBezTo>
                  <a:cubicBezTo>
                    <a:pt x="12876" y="19590"/>
                    <a:pt x="4640" y="22112"/>
                    <a:pt x="3674" y="22112"/>
                  </a:cubicBezTo>
                  <a:cubicBezTo>
                    <a:pt x="3651" y="22112"/>
                    <a:pt x="3632" y="22111"/>
                    <a:pt x="3618" y="22108"/>
                  </a:cubicBezTo>
                  <a:cubicBezTo>
                    <a:pt x="2858" y="21895"/>
                    <a:pt x="1490" y="19069"/>
                    <a:pt x="882" y="16515"/>
                  </a:cubicBezTo>
                  <a:cubicBezTo>
                    <a:pt x="548" y="15087"/>
                    <a:pt x="487" y="14053"/>
                    <a:pt x="791" y="13749"/>
                  </a:cubicBezTo>
                  <a:cubicBezTo>
                    <a:pt x="1916" y="12655"/>
                    <a:pt x="39090" y="345"/>
                    <a:pt x="41278" y="345"/>
                  </a:cubicBezTo>
                  <a:lnTo>
                    <a:pt x="41278" y="315"/>
                  </a:lnTo>
                  <a:close/>
                  <a:moveTo>
                    <a:pt x="41283" y="0"/>
                  </a:moveTo>
                  <a:cubicBezTo>
                    <a:pt x="38961" y="0"/>
                    <a:pt x="1623" y="12370"/>
                    <a:pt x="487" y="13506"/>
                  </a:cubicBezTo>
                  <a:cubicBezTo>
                    <a:pt x="1" y="14023"/>
                    <a:pt x="244" y="15482"/>
                    <a:pt x="487" y="16607"/>
                  </a:cubicBezTo>
                  <a:cubicBezTo>
                    <a:pt x="1034" y="18795"/>
                    <a:pt x="2402" y="22139"/>
                    <a:pt x="3466" y="22503"/>
                  </a:cubicBezTo>
                  <a:lnTo>
                    <a:pt x="3587" y="22503"/>
                  </a:lnTo>
                  <a:cubicBezTo>
                    <a:pt x="5198" y="22503"/>
                    <a:pt x="19636" y="17762"/>
                    <a:pt x="24044" y="16272"/>
                  </a:cubicBezTo>
                  <a:cubicBezTo>
                    <a:pt x="30822" y="14023"/>
                    <a:pt x="43771" y="9585"/>
                    <a:pt x="44318" y="9008"/>
                  </a:cubicBezTo>
                  <a:cubicBezTo>
                    <a:pt x="44834" y="8430"/>
                    <a:pt x="44530" y="6819"/>
                    <a:pt x="44196" y="5543"/>
                  </a:cubicBezTo>
                  <a:cubicBezTo>
                    <a:pt x="43649" y="3536"/>
                    <a:pt x="42403" y="345"/>
                    <a:pt x="41369" y="11"/>
                  </a:cubicBezTo>
                  <a:cubicBezTo>
                    <a:pt x="41350" y="4"/>
                    <a:pt x="41321" y="0"/>
                    <a:pt x="41283" y="0"/>
                  </a:cubicBezTo>
                  <a:close/>
                </a:path>
              </a:pathLst>
            </a:custGeom>
            <a:solidFill>
              <a:srgbClr val="486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44"/>
            <p:cNvSpPr/>
            <p:nvPr/>
          </p:nvSpPr>
          <p:spPr>
            <a:xfrm>
              <a:off x="646925" y="1344525"/>
              <a:ext cx="1260700" cy="425575"/>
            </a:xfrm>
            <a:custGeom>
              <a:rect b="b" l="l" r="r" t="t"/>
              <a:pathLst>
                <a:path extrusionOk="0" h="17023" w="50428">
                  <a:moveTo>
                    <a:pt x="50306" y="1"/>
                  </a:moveTo>
                  <a:lnTo>
                    <a:pt x="1" y="16658"/>
                  </a:lnTo>
                  <a:lnTo>
                    <a:pt x="122" y="17022"/>
                  </a:lnTo>
                  <a:lnTo>
                    <a:pt x="50427" y="366"/>
                  </a:lnTo>
                  <a:lnTo>
                    <a:pt x="50306" y="1"/>
                  </a:lnTo>
                  <a:close/>
                </a:path>
              </a:pathLst>
            </a:custGeom>
            <a:solidFill>
              <a:srgbClr val="486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44"/>
            <p:cNvSpPr/>
            <p:nvPr/>
          </p:nvSpPr>
          <p:spPr>
            <a:xfrm>
              <a:off x="1819450" y="2009450"/>
              <a:ext cx="98050" cy="54725"/>
            </a:xfrm>
            <a:custGeom>
              <a:rect b="b" l="l" r="r" t="t"/>
              <a:pathLst>
                <a:path extrusionOk="0" h="2189" w="3922">
                  <a:moveTo>
                    <a:pt x="3587" y="0"/>
                  </a:moveTo>
                  <a:lnTo>
                    <a:pt x="0" y="1185"/>
                  </a:lnTo>
                  <a:lnTo>
                    <a:pt x="335" y="2189"/>
                  </a:lnTo>
                  <a:lnTo>
                    <a:pt x="3922" y="100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44"/>
            <p:cNvSpPr/>
            <p:nvPr/>
          </p:nvSpPr>
          <p:spPr>
            <a:xfrm>
              <a:off x="1840725" y="1987400"/>
              <a:ext cx="54750" cy="98050"/>
            </a:xfrm>
            <a:custGeom>
              <a:rect b="b" l="l" r="r" t="t"/>
              <a:pathLst>
                <a:path extrusionOk="0" h="3922" w="2190">
                  <a:moveTo>
                    <a:pt x="1004" y="1"/>
                  </a:moveTo>
                  <a:lnTo>
                    <a:pt x="1" y="335"/>
                  </a:lnTo>
                  <a:lnTo>
                    <a:pt x="1186" y="3922"/>
                  </a:lnTo>
                  <a:lnTo>
                    <a:pt x="2189" y="3587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45"/>
          <p:cNvSpPr/>
          <p:nvPr/>
        </p:nvSpPr>
        <p:spPr>
          <a:xfrm>
            <a:off x="720000" y="1335550"/>
            <a:ext cx="2406300" cy="4410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Broad Market Analysis</a:t>
            </a:r>
            <a:endParaRPr sz="1800">
              <a:solidFill>
                <a:schemeClr val="accent3"/>
              </a:solidFill>
              <a:latin typeface="Fira Sans Condensed ExtraBold"/>
              <a:ea typeface="Fira Sans Condensed ExtraBold"/>
              <a:cs typeface="Fira Sans Condensed ExtraBold"/>
              <a:sym typeface="Fira Sans Condensed ExtraBold"/>
            </a:endParaRPr>
          </a:p>
        </p:txBody>
      </p:sp>
      <p:grpSp>
        <p:nvGrpSpPr>
          <p:cNvPr id="1396" name="Google Shape;1396;p45"/>
          <p:cNvGrpSpPr/>
          <p:nvPr/>
        </p:nvGrpSpPr>
        <p:grpSpPr>
          <a:xfrm>
            <a:off x="1279000" y="2004175"/>
            <a:ext cx="2406300" cy="441013"/>
            <a:chOff x="2581250" y="2156575"/>
            <a:chExt cx="2406300" cy="441013"/>
          </a:xfrm>
        </p:grpSpPr>
        <p:sp>
          <p:nvSpPr>
            <p:cNvPr id="1397" name="Google Shape;1397;p45"/>
            <p:cNvSpPr/>
            <p:nvPr/>
          </p:nvSpPr>
          <p:spPr>
            <a:xfrm>
              <a:off x="4546550" y="2156575"/>
              <a:ext cx="441000" cy="4410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3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endParaRPr>
            </a:p>
          </p:txBody>
        </p:sp>
        <p:sp>
          <p:nvSpPr>
            <p:cNvPr id="1398" name="Google Shape;1398;p45"/>
            <p:cNvSpPr/>
            <p:nvPr/>
          </p:nvSpPr>
          <p:spPr>
            <a:xfrm>
              <a:off x="2581250" y="2156588"/>
              <a:ext cx="2406300" cy="4410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Fira Sans Condensed ExtraBold"/>
                  <a:ea typeface="Fira Sans Condensed ExtraBold"/>
                  <a:cs typeface="Fira Sans Condensed ExtraBold"/>
                  <a:sym typeface="Fira Sans Condensed ExtraBold"/>
                </a:rPr>
                <a:t>Country Analysis</a:t>
              </a:r>
              <a:endParaRPr sz="1800">
                <a:solidFill>
                  <a:schemeClr val="accent3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endParaRPr>
            </a:p>
          </p:txBody>
        </p:sp>
      </p:grpSp>
      <p:grpSp>
        <p:nvGrpSpPr>
          <p:cNvPr id="1399" name="Google Shape;1399;p45"/>
          <p:cNvGrpSpPr/>
          <p:nvPr/>
        </p:nvGrpSpPr>
        <p:grpSpPr>
          <a:xfrm>
            <a:off x="1838000" y="2672825"/>
            <a:ext cx="2406300" cy="441025"/>
            <a:chOff x="3368850" y="2825225"/>
            <a:chExt cx="2406300" cy="441025"/>
          </a:xfrm>
        </p:grpSpPr>
        <p:sp>
          <p:nvSpPr>
            <p:cNvPr id="1400" name="Google Shape;1400;p45"/>
            <p:cNvSpPr/>
            <p:nvPr/>
          </p:nvSpPr>
          <p:spPr>
            <a:xfrm>
              <a:off x="5334150" y="2825250"/>
              <a:ext cx="441000" cy="4410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3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endParaRPr>
            </a:p>
          </p:txBody>
        </p:sp>
        <p:sp>
          <p:nvSpPr>
            <p:cNvPr id="1401" name="Google Shape;1401;p45"/>
            <p:cNvSpPr/>
            <p:nvPr/>
          </p:nvSpPr>
          <p:spPr>
            <a:xfrm>
              <a:off x="3368850" y="2825225"/>
              <a:ext cx="2406300" cy="4410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Fira Sans Condensed ExtraBold"/>
                  <a:ea typeface="Fira Sans Condensed ExtraBold"/>
                  <a:cs typeface="Fira Sans Condensed ExtraBold"/>
                  <a:sym typeface="Fira Sans Condensed ExtraBold"/>
                </a:rPr>
                <a:t>Stock Market Analysis</a:t>
              </a:r>
              <a:endParaRPr sz="1800">
                <a:solidFill>
                  <a:schemeClr val="accent3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endParaRPr>
            </a:p>
          </p:txBody>
        </p:sp>
      </p:grpSp>
      <p:grpSp>
        <p:nvGrpSpPr>
          <p:cNvPr id="1402" name="Google Shape;1402;p45"/>
          <p:cNvGrpSpPr/>
          <p:nvPr/>
        </p:nvGrpSpPr>
        <p:grpSpPr>
          <a:xfrm>
            <a:off x="2397000" y="3341463"/>
            <a:ext cx="2406300" cy="441013"/>
            <a:chOff x="4156450" y="3493863"/>
            <a:chExt cx="2406300" cy="441013"/>
          </a:xfrm>
        </p:grpSpPr>
        <p:sp>
          <p:nvSpPr>
            <p:cNvPr id="1403" name="Google Shape;1403;p45"/>
            <p:cNvSpPr/>
            <p:nvPr/>
          </p:nvSpPr>
          <p:spPr>
            <a:xfrm>
              <a:off x="6121750" y="3493875"/>
              <a:ext cx="441000" cy="4410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3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endParaRPr>
            </a:p>
          </p:txBody>
        </p:sp>
        <p:sp>
          <p:nvSpPr>
            <p:cNvPr id="1404" name="Google Shape;1404;p45"/>
            <p:cNvSpPr/>
            <p:nvPr/>
          </p:nvSpPr>
          <p:spPr>
            <a:xfrm>
              <a:off x="4156450" y="3493863"/>
              <a:ext cx="2406300" cy="4410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Fira Sans Condensed ExtraBold"/>
                  <a:ea typeface="Fira Sans Condensed ExtraBold"/>
                  <a:cs typeface="Fira Sans Condensed ExtraBold"/>
                  <a:sym typeface="Fira Sans Condensed ExtraBold"/>
                </a:rPr>
                <a:t>Currency Analysis</a:t>
              </a:r>
              <a:endParaRPr sz="1800">
                <a:solidFill>
                  <a:schemeClr val="accent3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endParaRPr>
            </a:p>
          </p:txBody>
        </p:sp>
      </p:grpSp>
      <p:grpSp>
        <p:nvGrpSpPr>
          <p:cNvPr id="1405" name="Google Shape;1405;p45"/>
          <p:cNvGrpSpPr/>
          <p:nvPr/>
        </p:nvGrpSpPr>
        <p:grpSpPr>
          <a:xfrm>
            <a:off x="2956000" y="4010100"/>
            <a:ext cx="2406300" cy="441000"/>
            <a:chOff x="4944050" y="4162500"/>
            <a:chExt cx="2406300" cy="441000"/>
          </a:xfrm>
        </p:grpSpPr>
        <p:sp>
          <p:nvSpPr>
            <p:cNvPr id="1406" name="Google Shape;1406;p45"/>
            <p:cNvSpPr/>
            <p:nvPr/>
          </p:nvSpPr>
          <p:spPr>
            <a:xfrm>
              <a:off x="6909350" y="4162500"/>
              <a:ext cx="441000" cy="4410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3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endParaRPr>
            </a:p>
          </p:txBody>
        </p:sp>
        <p:sp>
          <p:nvSpPr>
            <p:cNvPr id="1407" name="Google Shape;1407;p45"/>
            <p:cNvSpPr/>
            <p:nvPr/>
          </p:nvSpPr>
          <p:spPr>
            <a:xfrm>
              <a:off x="4944050" y="4162500"/>
              <a:ext cx="2406300" cy="441000"/>
            </a:xfrm>
            <a:prstGeom prst="rect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Fira Sans Condensed ExtraBold"/>
                  <a:ea typeface="Fira Sans Condensed ExtraBold"/>
                  <a:cs typeface="Fira Sans Condensed ExtraBold"/>
                  <a:sym typeface="Fira Sans Condensed ExtraBold"/>
                </a:rPr>
                <a:t>Recommendation</a:t>
              </a:r>
              <a:endParaRPr sz="1800">
                <a:solidFill>
                  <a:schemeClr val="accent3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endParaRPr>
            </a:p>
          </p:txBody>
        </p:sp>
      </p:grpSp>
      <p:cxnSp>
        <p:nvCxnSpPr>
          <p:cNvPr id="1408" name="Google Shape;1408;p45"/>
          <p:cNvCxnSpPr>
            <a:stCxn id="1395" idx="3"/>
            <a:endCxn id="1397" idx="0"/>
          </p:cNvCxnSpPr>
          <p:nvPr/>
        </p:nvCxnSpPr>
        <p:spPr>
          <a:xfrm>
            <a:off x="3126300" y="1556050"/>
            <a:ext cx="338400" cy="448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09" name="Google Shape;1409;p45"/>
          <p:cNvCxnSpPr>
            <a:stCxn id="1397" idx="3"/>
            <a:endCxn id="1400" idx="0"/>
          </p:cNvCxnSpPr>
          <p:nvPr/>
        </p:nvCxnSpPr>
        <p:spPr>
          <a:xfrm>
            <a:off x="3685300" y="2224675"/>
            <a:ext cx="338400" cy="448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10" name="Google Shape;1410;p45"/>
          <p:cNvCxnSpPr>
            <a:stCxn id="1400" idx="3"/>
            <a:endCxn id="1403" idx="0"/>
          </p:cNvCxnSpPr>
          <p:nvPr/>
        </p:nvCxnSpPr>
        <p:spPr>
          <a:xfrm>
            <a:off x="4244300" y="2893350"/>
            <a:ext cx="338400" cy="448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11" name="Google Shape;1411;p45"/>
          <p:cNvCxnSpPr>
            <a:stCxn id="1403" idx="3"/>
            <a:endCxn id="1406" idx="0"/>
          </p:cNvCxnSpPr>
          <p:nvPr/>
        </p:nvCxnSpPr>
        <p:spPr>
          <a:xfrm>
            <a:off x="4803300" y="3561975"/>
            <a:ext cx="338400" cy="448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12" name="Google Shape;1412;p45"/>
          <p:cNvSpPr txBox="1"/>
          <p:nvPr/>
        </p:nvSpPr>
        <p:spPr>
          <a:xfrm>
            <a:off x="3925000" y="1335550"/>
            <a:ext cx="27861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Analyzed the 3 most common economies</a:t>
            </a:r>
            <a:endParaRPr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13" name="Google Shape;1413;p45"/>
          <p:cNvSpPr txBox="1"/>
          <p:nvPr/>
        </p:nvSpPr>
        <p:spPr>
          <a:xfrm>
            <a:off x="4484000" y="2004175"/>
            <a:ext cx="27033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Identified the countries with the highest growth rate</a:t>
            </a:r>
            <a:endParaRPr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14" name="Google Shape;1414;p45"/>
          <p:cNvSpPr txBox="1"/>
          <p:nvPr/>
        </p:nvSpPr>
        <p:spPr>
          <a:xfrm>
            <a:off x="5042900" y="2672800"/>
            <a:ext cx="27033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Identified the country with the most growing stock market</a:t>
            </a:r>
            <a:endParaRPr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15" name="Google Shape;1415;p45"/>
          <p:cNvSpPr txBox="1"/>
          <p:nvPr/>
        </p:nvSpPr>
        <p:spPr>
          <a:xfrm>
            <a:off x="5601900" y="3341425"/>
            <a:ext cx="2558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Analyzed Currency fluctuations</a:t>
            </a:r>
            <a:endParaRPr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16" name="Google Shape;1416;p45"/>
          <p:cNvSpPr txBox="1"/>
          <p:nvPr/>
        </p:nvSpPr>
        <p:spPr>
          <a:xfrm>
            <a:off x="6160800" y="4017250"/>
            <a:ext cx="22632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Identified potential stocks for investment</a:t>
            </a:r>
            <a:endParaRPr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17" name="Google Shape;1417;p45"/>
          <p:cNvSpPr txBox="1"/>
          <p:nvPr>
            <p:ph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Approach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46"/>
          <p:cNvSpPr txBox="1"/>
          <p:nvPr>
            <p:ph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Most Common Economies For Investing</a:t>
            </a:r>
            <a:endParaRPr sz="2700"/>
          </a:p>
        </p:txBody>
      </p:sp>
      <p:grpSp>
        <p:nvGrpSpPr>
          <p:cNvPr id="1423" name="Google Shape;1423;p46"/>
          <p:cNvGrpSpPr/>
          <p:nvPr/>
        </p:nvGrpSpPr>
        <p:grpSpPr>
          <a:xfrm>
            <a:off x="1957194" y="1055686"/>
            <a:ext cx="5229616" cy="2869912"/>
            <a:chOff x="1622200" y="1148900"/>
            <a:chExt cx="6044401" cy="3317050"/>
          </a:xfrm>
        </p:grpSpPr>
        <p:pic>
          <p:nvPicPr>
            <p:cNvPr id="1424" name="Google Shape;1424;p46"/>
            <p:cNvPicPr preferRelativeResize="0"/>
            <p:nvPr/>
          </p:nvPicPr>
          <p:blipFill rotWithShape="1">
            <a:blip r:embed="rId3">
              <a:alphaModFix/>
            </a:blip>
            <a:srcRect b="1234" l="1283" r="0" t="0"/>
            <a:stretch/>
          </p:blipFill>
          <p:spPr>
            <a:xfrm>
              <a:off x="1622200" y="1148900"/>
              <a:ext cx="6044401" cy="3317050"/>
            </a:xfrm>
            <a:prstGeom prst="rect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425" name="Google Shape;1425;p46"/>
            <p:cNvSpPr txBox="1"/>
            <p:nvPr/>
          </p:nvSpPr>
          <p:spPr>
            <a:xfrm rot="-574333">
              <a:off x="2337523" y="3218356"/>
              <a:ext cx="2134215" cy="3446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100" lIns="79100" spcFirstLastPara="1" rIns="79100" wrap="square" tIns="79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1">
                  <a:solidFill>
                    <a:schemeClr val="dk1"/>
                  </a:solidFill>
                  <a:highlight>
                    <a:schemeClr val="accent4"/>
                  </a:highlight>
                  <a:latin typeface="Albert Sans"/>
                  <a:ea typeface="Albert Sans"/>
                  <a:cs typeface="Albert Sans"/>
                  <a:sym typeface="Albert Sans"/>
                </a:rPr>
                <a:t>Emerging Market Economies</a:t>
              </a:r>
              <a:endParaRPr b="1" sz="951">
                <a:solidFill>
                  <a:schemeClr val="dk1"/>
                </a:solidFill>
                <a:highlight>
                  <a:schemeClr val="accent4"/>
                </a:highlight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26" name="Google Shape;1426;p46"/>
            <p:cNvSpPr txBox="1"/>
            <p:nvPr/>
          </p:nvSpPr>
          <p:spPr>
            <a:xfrm rot="-530244">
              <a:off x="2859750" y="1622925"/>
              <a:ext cx="2134338" cy="344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100" lIns="79100" spcFirstLastPara="1" rIns="79100" wrap="square" tIns="79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1">
                  <a:solidFill>
                    <a:schemeClr val="dk1"/>
                  </a:solidFill>
                  <a:highlight>
                    <a:schemeClr val="accent4"/>
                  </a:highlight>
                  <a:latin typeface="Albert Sans"/>
                  <a:ea typeface="Albert Sans"/>
                  <a:cs typeface="Albert Sans"/>
                  <a:sym typeface="Albert Sans"/>
                </a:rPr>
                <a:t>Advanced </a:t>
              </a:r>
              <a:r>
                <a:rPr b="1" lang="en" sz="951">
                  <a:solidFill>
                    <a:schemeClr val="dk1"/>
                  </a:solidFill>
                  <a:highlight>
                    <a:schemeClr val="accent4"/>
                  </a:highlight>
                  <a:latin typeface="Albert Sans"/>
                  <a:ea typeface="Albert Sans"/>
                  <a:cs typeface="Albert Sans"/>
                  <a:sym typeface="Albert Sans"/>
                </a:rPr>
                <a:t>Market Economies</a:t>
              </a:r>
              <a:endParaRPr b="1" sz="951">
                <a:solidFill>
                  <a:schemeClr val="dk1"/>
                </a:solidFill>
                <a:highlight>
                  <a:schemeClr val="accent4"/>
                </a:highlight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27" name="Google Shape;1427;p46"/>
            <p:cNvSpPr txBox="1"/>
            <p:nvPr/>
          </p:nvSpPr>
          <p:spPr>
            <a:xfrm rot="-530418">
              <a:off x="2438085" y="3421506"/>
              <a:ext cx="2498683" cy="2768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100" lIns="79100" spcFirstLastPara="1" rIns="79100" wrap="square" tIns="79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1">
                  <a:solidFill>
                    <a:schemeClr val="dk1"/>
                  </a:solidFill>
                  <a:highlight>
                    <a:schemeClr val="accent4"/>
                  </a:highlight>
                  <a:latin typeface="Albert Sans"/>
                  <a:ea typeface="Albert Sans"/>
                  <a:cs typeface="Albert Sans"/>
                  <a:sym typeface="Albert Sans"/>
                </a:rPr>
                <a:t>Middle Income </a:t>
              </a:r>
              <a:r>
                <a:rPr b="1" lang="en" sz="951">
                  <a:solidFill>
                    <a:schemeClr val="dk1"/>
                  </a:solidFill>
                  <a:highlight>
                    <a:schemeClr val="accent4"/>
                  </a:highlight>
                  <a:latin typeface="Albert Sans"/>
                  <a:ea typeface="Albert Sans"/>
                  <a:cs typeface="Albert Sans"/>
                  <a:sym typeface="Albert Sans"/>
                </a:rPr>
                <a:t>Market Economies</a:t>
              </a:r>
              <a:endParaRPr b="1" sz="951">
                <a:solidFill>
                  <a:schemeClr val="dk1"/>
                </a:solidFill>
                <a:highlight>
                  <a:schemeClr val="accent4"/>
                </a:highlight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1428" name="Google Shape;1428;p46"/>
          <p:cNvSpPr txBox="1"/>
          <p:nvPr>
            <p:ph idx="4294967295" type="subTitle"/>
          </p:nvPr>
        </p:nvSpPr>
        <p:spPr>
          <a:xfrm>
            <a:off x="804150" y="3925600"/>
            <a:ext cx="7535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Advanced economies declined more sharply than emerging markets, making </a:t>
            </a:r>
            <a:r>
              <a:rPr b="1"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emerging economies</a:t>
            </a:r>
            <a:r>
              <a:rPr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 the stronger and more accessible investment choice.</a:t>
            </a:r>
            <a:endParaRPr sz="16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47"/>
          <p:cNvSpPr txBox="1"/>
          <p:nvPr>
            <p:ph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Growth Rate of Top Emerging Economies From 2019-2024 </a:t>
            </a:r>
            <a:endParaRPr sz="2700"/>
          </a:p>
        </p:txBody>
      </p:sp>
      <p:grpSp>
        <p:nvGrpSpPr>
          <p:cNvPr id="1434" name="Google Shape;1434;p47"/>
          <p:cNvGrpSpPr/>
          <p:nvPr/>
        </p:nvGrpSpPr>
        <p:grpSpPr>
          <a:xfrm>
            <a:off x="1375864" y="1369492"/>
            <a:ext cx="6392255" cy="3266233"/>
            <a:chOff x="1262006" y="1055675"/>
            <a:chExt cx="6619983" cy="3579826"/>
          </a:xfrm>
        </p:grpSpPr>
        <p:pic>
          <p:nvPicPr>
            <p:cNvPr id="1435" name="Google Shape;1435;p47"/>
            <p:cNvPicPr preferRelativeResize="0"/>
            <p:nvPr/>
          </p:nvPicPr>
          <p:blipFill rotWithShape="1">
            <a:blip r:embed="rId3">
              <a:alphaModFix/>
            </a:blip>
            <a:srcRect b="0" l="2818" r="0" t="3920"/>
            <a:stretch/>
          </p:blipFill>
          <p:spPr>
            <a:xfrm>
              <a:off x="1262006" y="1055675"/>
              <a:ext cx="6619983" cy="3579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6" name="Google Shape;1436;p47"/>
            <p:cNvSpPr/>
            <p:nvPr/>
          </p:nvSpPr>
          <p:spPr>
            <a:xfrm>
              <a:off x="4965700" y="2413000"/>
              <a:ext cx="328200" cy="190500"/>
            </a:xfrm>
            <a:prstGeom prst="rect">
              <a:avLst/>
            </a:prstGeom>
            <a:solidFill>
              <a:schemeClr val="accent6"/>
            </a:solidFill>
            <a:ln cap="flat" cmpd="sng" w="8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25" lIns="83425" spcFirstLastPara="1" rIns="83425" wrap="square" tIns="83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37" name="Google Shape;1437;p47"/>
            <p:cNvSpPr/>
            <p:nvPr/>
          </p:nvSpPr>
          <p:spPr>
            <a:xfrm>
              <a:off x="4775200" y="2645833"/>
              <a:ext cx="328200" cy="190500"/>
            </a:xfrm>
            <a:prstGeom prst="rect">
              <a:avLst/>
            </a:prstGeom>
            <a:solidFill>
              <a:schemeClr val="accent6"/>
            </a:solidFill>
            <a:ln cap="flat" cmpd="sng" w="8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25" lIns="83425" spcFirstLastPara="1" rIns="83425" wrap="square" tIns="83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38" name="Google Shape;1438;p47"/>
            <p:cNvSpPr/>
            <p:nvPr/>
          </p:nvSpPr>
          <p:spPr>
            <a:xfrm>
              <a:off x="4334950" y="3136893"/>
              <a:ext cx="328200" cy="190500"/>
            </a:xfrm>
            <a:prstGeom prst="rect">
              <a:avLst/>
            </a:prstGeom>
            <a:solidFill>
              <a:schemeClr val="accent6"/>
            </a:solidFill>
            <a:ln cap="flat" cmpd="sng" w="8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25" lIns="83425" spcFirstLastPara="1" rIns="83425" wrap="square" tIns="83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77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D</a:t>
              </a:r>
              <a:endParaRPr sz="1277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39" name="Google Shape;1439;p47"/>
            <p:cNvSpPr/>
            <p:nvPr/>
          </p:nvSpPr>
          <p:spPr>
            <a:xfrm>
              <a:off x="4180425" y="3405718"/>
              <a:ext cx="328200" cy="190500"/>
            </a:xfrm>
            <a:prstGeom prst="rect">
              <a:avLst/>
            </a:prstGeom>
            <a:solidFill>
              <a:schemeClr val="accent6"/>
            </a:solidFill>
            <a:ln cap="flat" cmpd="sng" w="8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25" lIns="83425" spcFirstLastPara="1" rIns="83425" wrap="square" tIns="83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77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D</a:t>
              </a:r>
              <a:endParaRPr sz="1277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40" name="Google Shape;1440;p47"/>
            <p:cNvSpPr/>
            <p:nvPr/>
          </p:nvSpPr>
          <p:spPr>
            <a:xfrm>
              <a:off x="4169842" y="3663959"/>
              <a:ext cx="328200" cy="190500"/>
            </a:xfrm>
            <a:prstGeom prst="rect">
              <a:avLst/>
            </a:prstGeom>
            <a:solidFill>
              <a:schemeClr val="accent6"/>
            </a:solidFill>
            <a:ln cap="flat" cmpd="sng" w="8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25" lIns="83425" spcFirstLastPara="1" rIns="83425" wrap="square" tIns="83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77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D</a:t>
              </a:r>
              <a:endParaRPr sz="1277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41" name="Google Shape;1441;p47"/>
            <p:cNvSpPr/>
            <p:nvPr/>
          </p:nvSpPr>
          <p:spPr>
            <a:xfrm>
              <a:off x="3369742" y="3901034"/>
              <a:ext cx="328200" cy="190500"/>
            </a:xfrm>
            <a:prstGeom prst="rect">
              <a:avLst/>
            </a:prstGeom>
            <a:solidFill>
              <a:schemeClr val="accent6"/>
            </a:solidFill>
            <a:ln cap="flat" cmpd="sng" w="8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25" lIns="83425" spcFirstLastPara="1" rIns="83425" wrap="square" tIns="83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77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D</a:t>
              </a:r>
              <a:endParaRPr sz="1277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42" name="Google Shape;1442;p47"/>
            <p:cNvSpPr/>
            <p:nvPr/>
          </p:nvSpPr>
          <p:spPr>
            <a:xfrm>
              <a:off x="2791892" y="4138109"/>
              <a:ext cx="328200" cy="190500"/>
            </a:xfrm>
            <a:prstGeom prst="rect">
              <a:avLst/>
            </a:prstGeom>
            <a:solidFill>
              <a:schemeClr val="accent6"/>
            </a:solidFill>
            <a:ln cap="flat" cmpd="sng" w="8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25" lIns="83425" spcFirstLastPara="1" rIns="83425" wrap="square" tIns="83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77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D</a:t>
              </a:r>
              <a:endParaRPr sz="1277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48"/>
          <p:cNvSpPr txBox="1"/>
          <p:nvPr>
            <p:ph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Top Emerging Economies </a:t>
            </a:r>
            <a:r>
              <a:rPr lang="en" sz="2700"/>
              <a:t>GDP Analysis</a:t>
            </a:r>
            <a:endParaRPr sz="2700"/>
          </a:p>
        </p:txBody>
      </p:sp>
      <p:sp>
        <p:nvSpPr>
          <p:cNvPr id="1448" name="Google Shape;1448;p48"/>
          <p:cNvSpPr txBox="1"/>
          <p:nvPr>
            <p:ph idx="4294967295" type="subTitle"/>
          </p:nvPr>
        </p:nvSpPr>
        <p:spPr>
          <a:xfrm>
            <a:off x="594775" y="4241767"/>
            <a:ext cx="7884600" cy="5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China </a:t>
            </a:r>
            <a:r>
              <a:rPr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has shown to have the highest GDP over the past 5 years while </a:t>
            </a:r>
            <a:r>
              <a:rPr b="1"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Bahrain </a:t>
            </a:r>
            <a:r>
              <a:rPr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had the lowest</a:t>
            </a:r>
            <a:endParaRPr i="1" sz="16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pic>
        <p:nvPicPr>
          <p:cNvPr id="1449" name="Google Shape;144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175" y="1263725"/>
            <a:ext cx="5173802" cy="2954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50" name="Google Shape;1450;p48"/>
          <p:cNvSpPr txBox="1"/>
          <p:nvPr>
            <p:ph idx="4294967295" type="subTitle"/>
          </p:nvPr>
        </p:nvSpPr>
        <p:spPr>
          <a:xfrm>
            <a:off x="5107500" y="933425"/>
            <a:ext cx="23136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400">
                <a:latin typeface="Fira Sans Condensed"/>
                <a:ea typeface="Fira Sans Condensed"/>
                <a:cs typeface="Fira Sans Condensed"/>
                <a:sym typeface="Fira Sans Condensed"/>
              </a:rPr>
              <a:t>(Values are in Millions)</a:t>
            </a:r>
            <a:endParaRPr i="1" sz="1400"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504" y="1424155"/>
            <a:ext cx="2830471" cy="3262146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49"/>
          <p:cNvSpPr txBox="1"/>
          <p:nvPr>
            <p:ph type="title"/>
          </p:nvPr>
        </p:nvSpPr>
        <p:spPr>
          <a:xfrm>
            <a:off x="720000" y="482975"/>
            <a:ext cx="389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Turkey - Market Analysis</a:t>
            </a:r>
            <a:endParaRPr sz="2700"/>
          </a:p>
        </p:txBody>
      </p:sp>
      <p:grpSp>
        <p:nvGrpSpPr>
          <p:cNvPr id="1457" name="Google Shape;1457;p49"/>
          <p:cNvGrpSpPr/>
          <p:nvPr/>
        </p:nvGrpSpPr>
        <p:grpSpPr>
          <a:xfrm>
            <a:off x="6456175" y="750875"/>
            <a:ext cx="1804550" cy="239100"/>
            <a:chOff x="7098700" y="1004225"/>
            <a:chExt cx="1804550" cy="239100"/>
          </a:xfrm>
        </p:grpSpPr>
        <p:grpSp>
          <p:nvGrpSpPr>
            <p:cNvPr id="1458" name="Google Shape;1458;p49"/>
            <p:cNvGrpSpPr/>
            <p:nvPr/>
          </p:nvGrpSpPr>
          <p:grpSpPr>
            <a:xfrm>
              <a:off x="7098700" y="1004225"/>
              <a:ext cx="1056000" cy="239100"/>
              <a:chOff x="7098700" y="1004225"/>
              <a:chExt cx="1056000" cy="239100"/>
            </a:xfrm>
          </p:grpSpPr>
          <p:sp>
            <p:nvSpPr>
              <p:cNvPr id="1459" name="Google Shape;1459;p49"/>
              <p:cNvSpPr/>
              <p:nvPr/>
            </p:nvSpPr>
            <p:spPr>
              <a:xfrm>
                <a:off x="7098700" y="1055675"/>
                <a:ext cx="125700" cy="136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460" name="Google Shape;1460;p49"/>
              <p:cNvSpPr txBox="1"/>
              <p:nvPr/>
            </p:nvSpPr>
            <p:spPr>
              <a:xfrm>
                <a:off x="7224400" y="1004225"/>
                <a:ext cx="930300" cy="2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rPr>
                  <a:t>Turkey</a:t>
                </a:r>
                <a:endParaRPr sz="100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grpSp>
          <p:nvGrpSpPr>
            <p:cNvPr id="1461" name="Google Shape;1461;p49"/>
            <p:cNvGrpSpPr/>
            <p:nvPr/>
          </p:nvGrpSpPr>
          <p:grpSpPr>
            <a:xfrm>
              <a:off x="7847250" y="1004225"/>
              <a:ext cx="1056000" cy="239100"/>
              <a:chOff x="7098700" y="1004225"/>
              <a:chExt cx="1056000" cy="239100"/>
            </a:xfrm>
          </p:grpSpPr>
          <p:sp>
            <p:nvSpPr>
              <p:cNvPr id="1462" name="Google Shape;1462;p49"/>
              <p:cNvSpPr/>
              <p:nvPr/>
            </p:nvSpPr>
            <p:spPr>
              <a:xfrm>
                <a:off x="7098700" y="1055675"/>
                <a:ext cx="125700" cy="136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463" name="Google Shape;1463;p49"/>
              <p:cNvSpPr txBox="1"/>
              <p:nvPr/>
            </p:nvSpPr>
            <p:spPr>
              <a:xfrm>
                <a:off x="7224400" y="1004225"/>
                <a:ext cx="930300" cy="2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rPr>
                  <a:t>Bahrain</a:t>
                </a:r>
                <a:endParaRPr sz="100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  <p:sp>
        <p:nvSpPr>
          <p:cNvPr id="1464" name="Google Shape;1464;p49"/>
          <p:cNvSpPr txBox="1"/>
          <p:nvPr/>
        </p:nvSpPr>
        <p:spPr>
          <a:xfrm>
            <a:off x="4466250" y="989975"/>
            <a:ext cx="39090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600" lIns="108600" spcFirstLastPara="1" rIns="108600" wrap="square" tIns="10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Average Stock Market  Value of Turkey vs Bahrain</a:t>
            </a:r>
            <a:endParaRPr sz="1425"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65" name="Google Shape;1465;p49"/>
          <p:cNvSpPr txBox="1"/>
          <p:nvPr/>
        </p:nvSpPr>
        <p:spPr>
          <a:xfrm>
            <a:off x="922875" y="1424150"/>
            <a:ext cx="3338100" cy="28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325" lIns="102325" spcFirstLastPara="1" rIns="102325" wrap="square" tIns="1023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43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Local shares have higher average value</a:t>
            </a:r>
            <a:r>
              <a:rPr lang="en" sz="1843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 than Turkey’s stock exchange.</a:t>
            </a:r>
            <a:endParaRPr sz="1843"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50"/>
          <p:cNvSpPr txBox="1"/>
          <p:nvPr>
            <p:ph type="title"/>
          </p:nvPr>
        </p:nvSpPr>
        <p:spPr>
          <a:xfrm>
            <a:off x="720000" y="482975"/>
            <a:ext cx="389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India</a:t>
            </a:r>
            <a:r>
              <a:rPr lang="en" sz="2700"/>
              <a:t> - Market Analysis</a:t>
            </a:r>
            <a:endParaRPr sz="2700"/>
          </a:p>
        </p:txBody>
      </p:sp>
      <p:grpSp>
        <p:nvGrpSpPr>
          <p:cNvPr id="1471" name="Google Shape;1471;p50"/>
          <p:cNvGrpSpPr/>
          <p:nvPr/>
        </p:nvGrpSpPr>
        <p:grpSpPr>
          <a:xfrm>
            <a:off x="6456175" y="750875"/>
            <a:ext cx="1804550" cy="239100"/>
            <a:chOff x="7098700" y="1004225"/>
            <a:chExt cx="1804550" cy="239100"/>
          </a:xfrm>
        </p:grpSpPr>
        <p:grpSp>
          <p:nvGrpSpPr>
            <p:cNvPr id="1472" name="Google Shape;1472;p50"/>
            <p:cNvGrpSpPr/>
            <p:nvPr/>
          </p:nvGrpSpPr>
          <p:grpSpPr>
            <a:xfrm>
              <a:off x="7098700" y="1004225"/>
              <a:ext cx="1056000" cy="239100"/>
              <a:chOff x="7098700" y="1004225"/>
              <a:chExt cx="1056000" cy="239100"/>
            </a:xfrm>
          </p:grpSpPr>
          <p:sp>
            <p:nvSpPr>
              <p:cNvPr id="1473" name="Google Shape;1473;p50"/>
              <p:cNvSpPr/>
              <p:nvPr/>
            </p:nvSpPr>
            <p:spPr>
              <a:xfrm>
                <a:off x="7098700" y="1055675"/>
                <a:ext cx="125700" cy="136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474" name="Google Shape;1474;p50"/>
              <p:cNvSpPr txBox="1"/>
              <p:nvPr/>
            </p:nvSpPr>
            <p:spPr>
              <a:xfrm>
                <a:off x="7224400" y="1004225"/>
                <a:ext cx="930300" cy="2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rPr>
                  <a:t>India</a:t>
                </a:r>
                <a:endParaRPr sz="100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grpSp>
          <p:nvGrpSpPr>
            <p:cNvPr id="1475" name="Google Shape;1475;p50"/>
            <p:cNvGrpSpPr/>
            <p:nvPr/>
          </p:nvGrpSpPr>
          <p:grpSpPr>
            <a:xfrm>
              <a:off x="7847250" y="1004225"/>
              <a:ext cx="1056000" cy="239100"/>
              <a:chOff x="7098700" y="1004225"/>
              <a:chExt cx="1056000" cy="239100"/>
            </a:xfrm>
          </p:grpSpPr>
          <p:sp>
            <p:nvSpPr>
              <p:cNvPr id="1476" name="Google Shape;1476;p50"/>
              <p:cNvSpPr/>
              <p:nvPr/>
            </p:nvSpPr>
            <p:spPr>
              <a:xfrm>
                <a:off x="7098700" y="1055675"/>
                <a:ext cx="125700" cy="136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477" name="Google Shape;1477;p50"/>
              <p:cNvSpPr txBox="1"/>
              <p:nvPr/>
            </p:nvSpPr>
            <p:spPr>
              <a:xfrm>
                <a:off x="7224400" y="1004225"/>
                <a:ext cx="930300" cy="2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rPr>
                  <a:t>Bahrain</a:t>
                </a:r>
                <a:endParaRPr sz="100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  <p:sp>
        <p:nvSpPr>
          <p:cNvPr id="1478" name="Google Shape;1478;p50"/>
          <p:cNvSpPr txBox="1"/>
          <p:nvPr/>
        </p:nvSpPr>
        <p:spPr>
          <a:xfrm>
            <a:off x="4466250" y="989975"/>
            <a:ext cx="39090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600" lIns="108600" spcFirstLastPara="1" rIns="108600" wrap="square" tIns="10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Average Stock Market  Value of India vs Bahrain</a:t>
            </a:r>
            <a:endParaRPr sz="1425"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79" name="Google Shape;1479;p50"/>
          <p:cNvSpPr txBox="1"/>
          <p:nvPr/>
        </p:nvSpPr>
        <p:spPr>
          <a:xfrm>
            <a:off x="922875" y="1424150"/>
            <a:ext cx="3338100" cy="28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325" lIns="102325" spcFirstLastPara="1" rIns="102325" wrap="square" tIns="1023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India has a </a:t>
            </a:r>
            <a:r>
              <a:rPr b="1"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higher more growing economy</a:t>
            </a:r>
            <a:r>
              <a:rPr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 &amp; a </a:t>
            </a:r>
            <a:r>
              <a:rPr b="1"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stronger stock market </a:t>
            </a:r>
            <a:r>
              <a:rPr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than Bahrain. </a:t>
            </a:r>
            <a:endParaRPr sz="1800"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pic>
        <p:nvPicPr>
          <p:cNvPr id="1480" name="Google Shape;148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5001" y="1381818"/>
            <a:ext cx="2851500" cy="328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51"/>
          <p:cNvSpPr txBox="1"/>
          <p:nvPr>
            <p:ph type="title"/>
          </p:nvPr>
        </p:nvSpPr>
        <p:spPr>
          <a:xfrm>
            <a:off x="720000" y="482975"/>
            <a:ext cx="389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China </a:t>
            </a:r>
            <a:r>
              <a:rPr lang="en" sz="2700"/>
              <a:t>- Market Analysis</a:t>
            </a:r>
            <a:endParaRPr sz="2700"/>
          </a:p>
        </p:txBody>
      </p:sp>
      <p:grpSp>
        <p:nvGrpSpPr>
          <p:cNvPr id="1486" name="Google Shape;1486;p51"/>
          <p:cNvGrpSpPr/>
          <p:nvPr/>
        </p:nvGrpSpPr>
        <p:grpSpPr>
          <a:xfrm>
            <a:off x="6456175" y="750875"/>
            <a:ext cx="1804550" cy="239100"/>
            <a:chOff x="7098700" y="1004225"/>
            <a:chExt cx="1804550" cy="239100"/>
          </a:xfrm>
        </p:grpSpPr>
        <p:grpSp>
          <p:nvGrpSpPr>
            <p:cNvPr id="1487" name="Google Shape;1487;p51"/>
            <p:cNvGrpSpPr/>
            <p:nvPr/>
          </p:nvGrpSpPr>
          <p:grpSpPr>
            <a:xfrm>
              <a:off x="7098700" y="1004225"/>
              <a:ext cx="1056000" cy="239100"/>
              <a:chOff x="7098700" y="1004225"/>
              <a:chExt cx="1056000" cy="239100"/>
            </a:xfrm>
          </p:grpSpPr>
          <p:sp>
            <p:nvSpPr>
              <p:cNvPr id="1488" name="Google Shape;1488;p51"/>
              <p:cNvSpPr/>
              <p:nvPr/>
            </p:nvSpPr>
            <p:spPr>
              <a:xfrm>
                <a:off x="7098700" y="1055675"/>
                <a:ext cx="125700" cy="136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489" name="Google Shape;1489;p51"/>
              <p:cNvSpPr txBox="1"/>
              <p:nvPr/>
            </p:nvSpPr>
            <p:spPr>
              <a:xfrm>
                <a:off x="7224400" y="1004225"/>
                <a:ext cx="930300" cy="2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rPr>
                  <a:t>China</a:t>
                </a:r>
                <a:endParaRPr sz="100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grpSp>
          <p:nvGrpSpPr>
            <p:cNvPr id="1490" name="Google Shape;1490;p51"/>
            <p:cNvGrpSpPr/>
            <p:nvPr/>
          </p:nvGrpSpPr>
          <p:grpSpPr>
            <a:xfrm>
              <a:off x="7847250" y="1004225"/>
              <a:ext cx="1056000" cy="239100"/>
              <a:chOff x="7098700" y="1004225"/>
              <a:chExt cx="1056000" cy="239100"/>
            </a:xfrm>
          </p:grpSpPr>
          <p:sp>
            <p:nvSpPr>
              <p:cNvPr id="1491" name="Google Shape;1491;p51"/>
              <p:cNvSpPr/>
              <p:nvPr/>
            </p:nvSpPr>
            <p:spPr>
              <a:xfrm>
                <a:off x="7098700" y="1055675"/>
                <a:ext cx="125700" cy="136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492" name="Google Shape;1492;p51"/>
              <p:cNvSpPr txBox="1"/>
              <p:nvPr/>
            </p:nvSpPr>
            <p:spPr>
              <a:xfrm>
                <a:off x="7224400" y="1004225"/>
                <a:ext cx="930300" cy="2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rPr>
                  <a:t>Bahrain</a:t>
                </a:r>
                <a:endParaRPr sz="100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  <p:sp>
        <p:nvSpPr>
          <p:cNvPr id="1493" name="Google Shape;1493;p51"/>
          <p:cNvSpPr txBox="1"/>
          <p:nvPr/>
        </p:nvSpPr>
        <p:spPr>
          <a:xfrm>
            <a:off x="4466250" y="989975"/>
            <a:ext cx="39090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600" lIns="108600" spcFirstLastPara="1" rIns="108600" wrap="square" tIns="10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Average Stock Market  Value of China vs Bahrain</a:t>
            </a:r>
            <a:endParaRPr sz="1425"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494" name="Google Shape;1494;p51"/>
          <p:cNvSpPr txBox="1"/>
          <p:nvPr/>
        </p:nvSpPr>
        <p:spPr>
          <a:xfrm>
            <a:off x="922875" y="1424150"/>
            <a:ext cx="3338100" cy="28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325" lIns="102325" spcFirstLastPara="1" rIns="102325" wrap="square" tIns="1023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China has </a:t>
            </a:r>
            <a:r>
              <a:rPr b="1"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higher GDP</a:t>
            </a:r>
            <a:r>
              <a:rPr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 than Bahrain, however </a:t>
            </a:r>
            <a:r>
              <a:rPr b="1"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Bahrain has a stronger stock market.</a:t>
            </a:r>
            <a:endParaRPr sz="1800"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pic>
        <p:nvPicPr>
          <p:cNvPr id="1495" name="Google Shape;149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6988" y="1357426"/>
            <a:ext cx="2847525" cy="332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52"/>
          <p:cNvSpPr txBox="1"/>
          <p:nvPr>
            <p:ph type="title"/>
          </p:nvPr>
        </p:nvSpPr>
        <p:spPr>
          <a:xfrm>
            <a:off x="720000" y="482975"/>
            <a:ext cx="462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Saudi Arabia</a:t>
            </a:r>
            <a:r>
              <a:rPr lang="en" sz="2700"/>
              <a:t> - Market Analysis</a:t>
            </a:r>
            <a:endParaRPr sz="2700"/>
          </a:p>
        </p:txBody>
      </p:sp>
      <p:grpSp>
        <p:nvGrpSpPr>
          <p:cNvPr id="1501" name="Google Shape;1501;p52"/>
          <p:cNvGrpSpPr/>
          <p:nvPr/>
        </p:nvGrpSpPr>
        <p:grpSpPr>
          <a:xfrm>
            <a:off x="6456175" y="750875"/>
            <a:ext cx="1804550" cy="239100"/>
            <a:chOff x="7098700" y="1004225"/>
            <a:chExt cx="1804550" cy="239100"/>
          </a:xfrm>
        </p:grpSpPr>
        <p:grpSp>
          <p:nvGrpSpPr>
            <p:cNvPr id="1502" name="Google Shape;1502;p52"/>
            <p:cNvGrpSpPr/>
            <p:nvPr/>
          </p:nvGrpSpPr>
          <p:grpSpPr>
            <a:xfrm>
              <a:off x="7098700" y="1004225"/>
              <a:ext cx="1056000" cy="239100"/>
              <a:chOff x="7098700" y="1004225"/>
              <a:chExt cx="1056000" cy="239100"/>
            </a:xfrm>
          </p:grpSpPr>
          <p:sp>
            <p:nvSpPr>
              <p:cNvPr id="1503" name="Google Shape;1503;p52"/>
              <p:cNvSpPr/>
              <p:nvPr/>
            </p:nvSpPr>
            <p:spPr>
              <a:xfrm>
                <a:off x="7098700" y="1055675"/>
                <a:ext cx="125700" cy="1362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504" name="Google Shape;1504;p52"/>
              <p:cNvSpPr txBox="1"/>
              <p:nvPr/>
            </p:nvSpPr>
            <p:spPr>
              <a:xfrm>
                <a:off x="7224400" y="1004225"/>
                <a:ext cx="930300" cy="2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rPr>
                  <a:t>KSA</a:t>
                </a:r>
                <a:endParaRPr sz="100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grpSp>
          <p:nvGrpSpPr>
            <p:cNvPr id="1505" name="Google Shape;1505;p52"/>
            <p:cNvGrpSpPr/>
            <p:nvPr/>
          </p:nvGrpSpPr>
          <p:grpSpPr>
            <a:xfrm>
              <a:off x="7847250" y="1004225"/>
              <a:ext cx="1056000" cy="239100"/>
              <a:chOff x="7098700" y="1004225"/>
              <a:chExt cx="1056000" cy="239100"/>
            </a:xfrm>
          </p:grpSpPr>
          <p:sp>
            <p:nvSpPr>
              <p:cNvPr id="1506" name="Google Shape;1506;p52"/>
              <p:cNvSpPr/>
              <p:nvPr/>
            </p:nvSpPr>
            <p:spPr>
              <a:xfrm>
                <a:off x="7098700" y="1055675"/>
                <a:ext cx="125700" cy="136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FFFFFF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507" name="Google Shape;1507;p52"/>
              <p:cNvSpPr txBox="1"/>
              <p:nvPr/>
            </p:nvSpPr>
            <p:spPr>
              <a:xfrm>
                <a:off x="7224400" y="1004225"/>
                <a:ext cx="930300" cy="2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Albert Sans"/>
                    <a:ea typeface="Albert Sans"/>
                    <a:cs typeface="Albert Sans"/>
                    <a:sym typeface="Albert Sans"/>
                  </a:rPr>
                  <a:t>Bahrain</a:t>
                </a:r>
                <a:endParaRPr sz="1000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  <p:sp>
        <p:nvSpPr>
          <p:cNvPr id="1508" name="Google Shape;1508;p52"/>
          <p:cNvSpPr txBox="1"/>
          <p:nvPr/>
        </p:nvSpPr>
        <p:spPr>
          <a:xfrm>
            <a:off x="4466250" y="989975"/>
            <a:ext cx="39090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600" lIns="108600" spcFirstLastPara="1" rIns="108600" wrap="square" tIns="10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Average Stock Market  Value of KSA vs Bahrain</a:t>
            </a:r>
            <a:endParaRPr sz="1425"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09" name="Google Shape;1509;p52"/>
          <p:cNvSpPr txBox="1"/>
          <p:nvPr/>
        </p:nvSpPr>
        <p:spPr>
          <a:xfrm>
            <a:off x="922875" y="1424150"/>
            <a:ext cx="3338100" cy="28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325" lIns="102325" spcFirstLastPara="1" rIns="102325" wrap="square" tIns="1023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Saudi Arabia</a:t>
            </a:r>
            <a:r>
              <a:rPr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 has a </a:t>
            </a:r>
            <a:r>
              <a:rPr b="1"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stronger </a:t>
            </a:r>
            <a:r>
              <a:rPr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more </a:t>
            </a:r>
            <a:r>
              <a:rPr b="1"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growing </a:t>
            </a:r>
            <a:r>
              <a:rPr lang="en"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stock market than Bahrain</a:t>
            </a:r>
            <a:endParaRPr sz="1800"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pic>
        <p:nvPicPr>
          <p:cNvPr id="1510" name="Google Shape;151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8625" y="1348325"/>
            <a:ext cx="2867600" cy="333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53"/>
          <p:cNvSpPr txBox="1"/>
          <p:nvPr>
            <p:ph idx="4294967295"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Currency Analysis</a:t>
            </a:r>
            <a:endParaRPr sz="2700"/>
          </a:p>
        </p:txBody>
      </p:sp>
      <p:sp>
        <p:nvSpPr>
          <p:cNvPr id="1516" name="Google Shape;1516;p53"/>
          <p:cNvSpPr txBox="1"/>
          <p:nvPr/>
        </p:nvSpPr>
        <p:spPr>
          <a:xfrm>
            <a:off x="1245901" y="1925738"/>
            <a:ext cx="1512000" cy="42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48% </a:t>
            </a:r>
            <a:endParaRPr sz="2000">
              <a:solidFill>
                <a:schemeClr val="dk1"/>
              </a:solidFill>
              <a:latin typeface="Fira Sans Condensed ExtraBold"/>
              <a:ea typeface="Fira Sans Condensed ExtraBold"/>
              <a:cs typeface="Fira Sans Condensed ExtraBold"/>
              <a:sym typeface="Fira Sans Condensed ExtraBold"/>
            </a:endParaRPr>
          </a:p>
        </p:txBody>
      </p:sp>
      <p:sp>
        <p:nvSpPr>
          <p:cNvPr id="1517" name="Google Shape;1517;p53"/>
          <p:cNvSpPr txBox="1"/>
          <p:nvPr/>
        </p:nvSpPr>
        <p:spPr>
          <a:xfrm>
            <a:off x="1245900" y="2349025"/>
            <a:ext cx="15120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162E4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Turkish Lira </a:t>
            </a:r>
            <a:endParaRPr sz="1600">
              <a:solidFill>
                <a:srgbClr val="162E4C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18" name="Google Shape;1518;p53"/>
          <p:cNvSpPr txBox="1"/>
          <p:nvPr/>
        </p:nvSpPr>
        <p:spPr>
          <a:xfrm>
            <a:off x="3049793" y="1925750"/>
            <a:ext cx="1512000" cy="42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19%</a:t>
            </a:r>
            <a:endParaRPr sz="2000">
              <a:solidFill>
                <a:schemeClr val="dk1"/>
              </a:solidFill>
              <a:latin typeface="Fira Sans Condensed ExtraBold"/>
              <a:ea typeface="Fira Sans Condensed ExtraBold"/>
              <a:cs typeface="Fira Sans Condensed ExtraBold"/>
              <a:sym typeface="Fira Sans Condensed ExtraBold"/>
            </a:endParaRPr>
          </a:p>
        </p:txBody>
      </p:sp>
      <p:sp>
        <p:nvSpPr>
          <p:cNvPr id="1519" name="Google Shape;1519;p53"/>
          <p:cNvSpPr txBox="1"/>
          <p:nvPr/>
        </p:nvSpPr>
        <p:spPr>
          <a:xfrm>
            <a:off x="3049793" y="2349037"/>
            <a:ext cx="15120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162E4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Indian Rupee</a:t>
            </a:r>
            <a:endParaRPr sz="1600">
              <a:solidFill>
                <a:srgbClr val="162E4C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20" name="Google Shape;1520;p53"/>
          <p:cNvSpPr txBox="1"/>
          <p:nvPr/>
        </p:nvSpPr>
        <p:spPr>
          <a:xfrm>
            <a:off x="4742243" y="1925750"/>
            <a:ext cx="1512000" cy="42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4%</a:t>
            </a:r>
            <a:endParaRPr sz="2000">
              <a:solidFill>
                <a:schemeClr val="dk1"/>
              </a:solidFill>
              <a:latin typeface="Fira Sans Condensed ExtraBold"/>
              <a:ea typeface="Fira Sans Condensed ExtraBold"/>
              <a:cs typeface="Fira Sans Condensed ExtraBold"/>
              <a:sym typeface="Fira Sans Condensed ExtraBold"/>
            </a:endParaRPr>
          </a:p>
        </p:txBody>
      </p:sp>
      <p:sp>
        <p:nvSpPr>
          <p:cNvPr id="1521" name="Google Shape;1521;p53"/>
          <p:cNvSpPr txBox="1"/>
          <p:nvPr/>
        </p:nvSpPr>
        <p:spPr>
          <a:xfrm>
            <a:off x="4742244" y="2349037"/>
            <a:ext cx="15120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162E4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Chinese Yuan</a:t>
            </a:r>
            <a:endParaRPr sz="1600">
              <a:solidFill>
                <a:srgbClr val="162E4C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22" name="Google Shape;1522;p53"/>
          <p:cNvSpPr txBox="1"/>
          <p:nvPr/>
        </p:nvSpPr>
        <p:spPr>
          <a:xfrm>
            <a:off x="6385943" y="1925742"/>
            <a:ext cx="1512000" cy="42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0</a:t>
            </a:r>
            <a:r>
              <a:rPr lang="en" sz="20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%</a:t>
            </a:r>
            <a:endParaRPr sz="2000">
              <a:solidFill>
                <a:schemeClr val="dk1"/>
              </a:solidFill>
              <a:latin typeface="Fira Sans Condensed ExtraBold"/>
              <a:ea typeface="Fira Sans Condensed ExtraBold"/>
              <a:cs typeface="Fira Sans Condensed ExtraBold"/>
              <a:sym typeface="Fira Sans Condensed ExtraBold"/>
            </a:endParaRPr>
          </a:p>
        </p:txBody>
      </p:sp>
      <p:sp>
        <p:nvSpPr>
          <p:cNvPr id="1523" name="Google Shape;1523;p53"/>
          <p:cNvSpPr txBox="1"/>
          <p:nvPr/>
        </p:nvSpPr>
        <p:spPr>
          <a:xfrm>
            <a:off x="6385944" y="2349029"/>
            <a:ext cx="15120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162E4C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Saudi Riyal</a:t>
            </a:r>
            <a:endParaRPr sz="1600">
              <a:solidFill>
                <a:srgbClr val="162E4C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24" name="Google Shape;1524;p53"/>
          <p:cNvSpPr txBox="1"/>
          <p:nvPr>
            <p:ph idx="6" type="subTitle"/>
          </p:nvPr>
        </p:nvSpPr>
        <p:spPr>
          <a:xfrm>
            <a:off x="1245900" y="2875900"/>
            <a:ext cx="5415000" cy="9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A currency appreciates if it takes more of another currency to buy it, and depreciates if it takes less of another currency to buy it.</a:t>
            </a:r>
            <a:endParaRPr sz="16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grpSp>
        <p:nvGrpSpPr>
          <p:cNvPr id="1525" name="Google Shape;1525;p53"/>
          <p:cNvGrpSpPr/>
          <p:nvPr/>
        </p:nvGrpSpPr>
        <p:grpSpPr>
          <a:xfrm>
            <a:off x="6925607" y="2987511"/>
            <a:ext cx="2390413" cy="2155828"/>
            <a:chOff x="1709725" y="806425"/>
            <a:chExt cx="4490725" cy="4050025"/>
          </a:xfrm>
        </p:grpSpPr>
        <p:sp>
          <p:nvSpPr>
            <p:cNvPr id="1526" name="Google Shape;1526;p53"/>
            <p:cNvSpPr/>
            <p:nvPr/>
          </p:nvSpPr>
          <p:spPr>
            <a:xfrm>
              <a:off x="4361625" y="2114425"/>
              <a:ext cx="1211725" cy="1048400"/>
            </a:xfrm>
            <a:custGeom>
              <a:rect b="b" l="l" r="r" t="t"/>
              <a:pathLst>
                <a:path extrusionOk="0" h="41936" w="48469">
                  <a:moveTo>
                    <a:pt x="24871" y="1"/>
                  </a:moveTo>
                  <a:cubicBezTo>
                    <a:pt x="15692" y="1"/>
                    <a:pt x="6668" y="4720"/>
                    <a:pt x="3770" y="14512"/>
                  </a:cubicBezTo>
                  <a:cubicBezTo>
                    <a:pt x="0" y="27488"/>
                    <a:pt x="9207" y="41298"/>
                    <a:pt x="22350" y="41898"/>
                  </a:cubicBezTo>
                  <a:cubicBezTo>
                    <a:pt x="22840" y="41923"/>
                    <a:pt x="23334" y="41936"/>
                    <a:pt x="23831" y="41936"/>
                  </a:cubicBezTo>
                  <a:cubicBezTo>
                    <a:pt x="30630" y="41936"/>
                    <a:pt x="37894" y="39573"/>
                    <a:pt x="42464" y="34226"/>
                  </a:cubicBezTo>
                  <a:cubicBezTo>
                    <a:pt x="47367" y="28656"/>
                    <a:pt x="48468" y="20450"/>
                    <a:pt x="46100" y="13545"/>
                  </a:cubicBezTo>
                  <a:cubicBezTo>
                    <a:pt x="44732" y="9542"/>
                    <a:pt x="42197" y="6039"/>
                    <a:pt x="38461" y="3771"/>
                  </a:cubicBezTo>
                  <a:cubicBezTo>
                    <a:pt x="34447" y="1274"/>
                    <a:pt x="29638" y="1"/>
                    <a:pt x="24871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53"/>
            <p:cNvSpPr/>
            <p:nvPr/>
          </p:nvSpPr>
          <p:spPr>
            <a:xfrm>
              <a:off x="4946200" y="2113425"/>
              <a:ext cx="158475" cy="50250"/>
            </a:xfrm>
            <a:custGeom>
              <a:rect b="b" l="l" r="r" t="t"/>
              <a:pathLst>
                <a:path extrusionOk="0" h="2010" w="6339">
                  <a:moveTo>
                    <a:pt x="1584" y="0"/>
                  </a:moveTo>
                  <a:cubicBezTo>
                    <a:pt x="1344" y="0"/>
                    <a:pt x="1105" y="3"/>
                    <a:pt x="868" y="8"/>
                  </a:cubicBezTo>
                  <a:cubicBezTo>
                    <a:pt x="368" y="8"/>
                    <a:pt x="1" y="409"/>
                    <a:pt x="34" y="876"/>
                  </a:cubicBezTo>
                  <a:cubicBezTo>
                    <a:pt x="34" y="1355"/>
                    <a:pt x="432" y="1712"/>
                    <a:pt x="846" y="1712"/>
                  </a:cubicBezTo>
                  <a:cubicBezTo>
                    <a:pt x="865" y="1712"/>
                    <a:pt x="883" y="1711"/>
                    <a:pt x="901" y="1710"/>
                  </a:cubicBezTo>
                  <a:cubicBezTo>
                    <a:pt x="1128" y="1704"/>
                    <a:pt x="1355" y="1702"/>
                    <a:pt x="1582" y="1702"/>
                  </a:cubicBezTo>
                  <a:cubicBezTo>
                    <a:pt x="2823" y="1702"/>
                    <a:pt x="4064" y="1784"/>
                    <a:pt x="5304" y="2010"/>
                  </a:cubicBezTo>
                  <a:lnTo>
                    <a:pt x="5404" y="2010"/>
                  </a:lnTo>
                  <a:cubicBezTo>
                    <a:pt x="5838" y="2010"/>
                    <a:pt x="6205" y="1710"/>
                    <a:pt x="6305" y="1243"/>
                  </a:cubicBezTo>
                  <a:cubicBezTo>
                    <a:pt x="6338" y="842"/>
                    <a:pt x="6005" y="375"/>
                    <a:pt x="5538" y="309"/>
                  </a:cubicBezTo>
                  <a:cubicBezTo>
                    <a:pt x="4241" y="83"/>
                    <a:pt x="2896" y="0"/>
                    <a:pt x="1584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53"/>
            <p:cNvSpPr/>
            <p:nvPr/>
          </p:nvSpPr>
          <p:spPr>
            <a:xfrm>
              <a:off x="5192200" y="2157200"/>
              <a:ext cx="374475" cy="762025"/>
            </a:xfrm>
            <a:custGeom>
              <a:rect b="b" l="l" r="r" t="t"/>
              <a:pathLst>
                <a:path extrusionOk="0" h="30481" w="14979">
                  <a:moveTo>
                    <a:pt x="972" y="1"/>
                  </a:moveTo>
                  <a:cubicBezTo>
                    <a:pt x="618" y="1"/>
                    <a:pt x="295" y="202"/>
                    <a:pt x="168" y="559"/>
                  </a:cubicBezTo>
                  <a:cubicBezTo>
                    <a:pt x="1" y="993"/>
                    <a:pt x="201" y="1493"/>
                    <a:pt x="668" y="1660"/>
                  </a:cubicBezTo>
                  <a:cubicBezTo>
                    <a:pt x="1969" y="2160"/>
                    <a:pt x="3170" y="2794"/>
                    <a:pt x="4304" y="3494"/>
                  </a:cubicBezTo>
                  <a:cubicBezTo>
                    <a:pt x="7506" y="5496"/>
                    <a:pt x="9908" y="8598"/>
                    <a:pt x="11242" y="12468"/>
                  </a:cubicBezTo>
                  <a:cubicBezTo>
                    <a:pt x="13177" y="17971"/>
                    <a:pt x="12543" y="24343"/>
                    <a:pt x="9675" y="29146"/>
                  </a:cubicBezTo>
                  <a:cubicBezTo>
                    <a:pt x="9408" y="29580"/>
                    <a:pt x="9541" y="30114"/>
                    <a:pt x="9975" y="30347"/>
                  </a:cubicBezTo>
                  <a:cubicBezTo>
                    <a:pt x="10075" y="30447"/>
                    <a:pt x="10242" y="30480"/>
                    <a:pt x="10408" y="30480"/>
                  </a:cubicBezTo>
                  <a:cubicBezTo>
                    <a:pt x="10709" y="30480"/>
                    <a:pt x="11009" y="30314"/>
                    <a:pt x="11176" y="30080"/>
                  </a:cubicBezTo>
                  <a:cubicBezTo>
                    <a:pt x="14345" y="24743"/>
                    <a:pt x="14978" y="17938"/>
                    <a:pt x="12877" y="11834"/>
                  </a:cubicBezTo>
                  <a:cubicBezTo>
                    <a:pt x="11409" y="7597"/>
                    <a:pt x="8741" y="4162"/>
                    <a:pt x="5205" y="1993"/>
                  </a:cubicBezTo>
                  <a:cubicBezTo>
                    <a:pt x="4004" y="1260"/>
                    <a:pt x="2670" y="592"/>
                    <a:pt x="1302" y="59"/>
                  </a:cubicBezTo>
                  <a:cubicBezTo>
                    <a:pt x="1192" y="20"/>
                    <a:pt x="1081" y="1"/>
                    <a:pt x="972" y="1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53"/>
            <p:cNvSpPr/>
            <p:nvPr/>
          </p:nvSpPr>
          <p:spPr>
            <a:xfrm>
              <a:off x="4512550" y="2240025"/>
              <a:ext cx="921525" cy="799100"/>
            </a:xfrm>
            <a:custGeom>
              <a:rect b="b" l="l" r="r" t="t"/>
              <a:pathLst>
                <a:path extrusionOk="0" h="31964" w="36861">
                  <a:moveTo>
                    <a:pt x="18932" y="1"/>
                  </a:moveTo>
                  <a:cubicBezTo>
                    <a:pt x="11931" y="1"/>
                    <a:pt x="5046" y="3592"/>
                    <a:pt x="2870" y="11023"/>
                  </a:cubicBezTo>
                  <a:cubicBezTo>
                    <a:pt x="1" y="20930"/>
                    <a:pt x="7006" y="31404"/>
                    <a:pt x="17013" y="31938"/>
                  </a:cubicBezTo>
                  <a:cubicBezTo>
                    <a:pt x="17371" y="31955"/>
                    <a:pt x="17731" y="31964"/>
                    <a:pt x="18093" y="31964"/>
                  </a:cubicBezTo>
                  <a:cubicBezTo>
                    <a:pt x="23297" y="31964"/>
                    <a:pt x="28833" y="30154"/>
                    <a:pt x="32357" y="26100"/>
                  </a:cubicBezTo>
                  <a:cubicBezTo>
                    <a:pt x="36027" y="21797"/>
                    <a:pt x="36861" y="15526"/>
                    <a:pt x="35059" y="10322"/>
                  </a:cubicBezTo>
                  <a:cubicBezTo>
                    <a:pt x="34025" y="7287"/>
                    <a:pt x="32057" y="4618"/>
                    <a:pt x="29255" y="2850"/>
                  </a:cubicBezTo>
                  <a:cubicBezTo>
                    <a:pt x="26207" y="962"/>
                    <a:pt x="22554" y="1"/>
                    <a:pt x="18932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53"/>
            <p:cNvSpPr/>
            <p:nvPr/>
          </p:nvSpPr>
          <p:spPr>
            <a:xfrm>
              <a:off x="4983725" y="1941000"/>
              <a:ext cx="10025" cy="82575"/>
            </a:xfrm>
            <a:custGeom>
              <a:rect b="b" l="l" r="r" t="t"/>
              <a:pathLst>
                <a:path extrusionOk="0" h="3303" w="401">
                  <a:moveTo>
                    <a:pt x="1" y="0"/>
                  </a:moveTo>
                  <a:lnTo>
                    <a:pt x="1" y="3303"/>
                  </a:lnTo>
                  <a:lnTo>
                    <a:pt x="401" y="3303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53"/>
            <p:cNvSpPr/>
            <p:nvPr/>
          </p:nvSpPr>
          <p:spPr>
            <a:xfrm>
              <a:off x="4928700" y="1981850"/>
              <a:ext cx="10025" cy="82600"/>
            </a:xfrm>
            <a:custGeom>
              <a:rect b="b" l="l" r="r" t="t"/>
              <a:pathLst>
                <a:path extrusionOk="0" h="3304" w="401">
                  <a:moveTo>
                    <a:pt x="0" y="1"/>
                  </a:moveTo>
                  <a:lnTo>
                    <a:pt x="0" y="3303"/>
                  </a:lnTo>
                  <a:lnTo>
                    <a:pt x="400" y="3303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53"/>
            <p:cNvSpPr/>
            <p:nvPr/>
          </p:nvSpPr>
          <p:spPr>
            <a:xfrm>
              <a:off x="5037925" y="1994375"/>
              <a:ext cx="10050" cy="58400"/>
            </a:xfrm>
            <a:custGeom>
              <a:rect b="b" l="l" r="r" t="t"/>
              <a:pathLst>
                <a:path extrusionOk="0" h="2336" w="402">
                  <a:moveTo>
                    <a:pt x="1" y="0"/>
                  </a:moveTo>
                  <a:lnTo>
                    <a:pt x="1" y="2335"/>
                  </a:lnTo>
                  <a:lnTo>
                    <a:pt x="401" y="2335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53"/>
            <p:cNvSpPr/>
            <p:nvPr/>
          </p:nvSpPr>
          <p:spPr>
            <a:xfrm>
              <a:off x="4541750" y="2240375"/>
              <a:ext cx="868150" cy="803100"/>
            </a:xfrm>
            <a:custGeom>
              <a:rect b="b" l="l" r="r" t="t"/>
              <a:pathLst>
                <a:path extrusionOk="0" h="32124" w="34726">
                  <a:moveTo>
                    <a:pt x="14077" y="1"/>
                  </a:moveTo>
                  <a:cubicBezTo>
                    <a:pt x="7739" y="1168"/>
                    <a:pt x="3136" y="5138"/>
                    <a:pt x="1468" y="10908"/>
                  </a:cubicBezTo>
                  <a:cubicBezTo>
                    <a:pt x="0" y="15845"/>
                    <a:pt x="901" y="21149"/>
                    <a:pt x="3970" y="25419"/>
                  </a:cubicBezTo>
                  <a:cubicBezTo>
                    <a:pt x="6805" y="29422"/>
                    <a:pt x="11075" y="31823"/>
                    <a:pt x="15745" y="32090"/>
                  </a:cubicBezTo>
                  <a:cubicBezTo>
                    <a:pt x="16179" y="32124"/>
                    <a:pt x="16546" y="32124"/>
                    <a:pt x="16912" y="32124"/>
                  </a:cubicBezTo>
                  <a:cubicBezTo>
                    <a:pt x="22717" y="32124"/>
                    <a:pt x="28020" y="29955"/>
                    <a:pt x="31323" y="26153"/>
                  </a:cubicBezTo>
                  <a:cubicBezTo>
                    <a:pt x="33024" y="24151"/>
                    <a:pt x="34225" y="21649"/>
                    <a:pt x="34725" y="18881"/>
                  </a:cubicBezTo>
                  <a:lnTo>
                    <a:pt x="34325" y="18814"/>
                  </a:lnTo>
                  <a:cubicBezTo>
                    <a:pt x="33825" y="21483"/>
                    <a:pt x="32657" y="23951"/>
                    <a:pt x="30989" y="25853"/>
                  </a:cubicBezTo>
                  <a:cubicBezTo>
                    <a:pt x="27780" y="29565"/>
                    <a:pt x="22522" y="31646"/>
                    <a:pt x="16840" y="31646"/>
                  </a:cubicBezTo>
                  <a:cubicBezTo>
                    <a:pt x="16499" y="31646"/>
                    <a:pt x="16156" y="31638"/>
                    <a:pt x="15812" y="31623"/>
                  </a:cubicBezTo>
                  <a:cubicBezTo>
                    <a:pt x="11242" y="31390"/>
                    <a:pt x="7039" y="29021"/>
                    <a:pt x="4303" y="25152"/>
                  </a:cubicBezTo>
                  <a:cubicBezTo>
                    <a:pt x="1335" y="20982"/>
                    <a:pt x="467" y="15845"/>
                    <a:pt x="1868" y="11009"/>
                  </a:cubicBezTo>
                  <a:cubicBezTo>
                    <a:pt x="3503" y="5438"/>
                    <a:pt x="8006" y="1568"/>
                    <a:pt x="14177" y="434"/>
                  </a:cubicBezTo>
                  <a:lnTo>
                    <a:pt x="14077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53"/>
            <p:cNvSpPr/>
            <p:nvPr/>
          </p:nvSpPr>
          <p:spPr>
            <a:xfrm>
              <a:off x="4434175" y="2927550"/>
              <a:ext cx="45875" cy="41775"/>
            </a:xfrm>
            <a:custGeom>
              <a:rect b="b" l="l" r="r" t="t"/>
              <a:pathLst>
                <a:path extrusionOk="0" h="1671" w="1835">
                  <a:moveTo>
                    <a:pt x="901" y="0"/>
                  </a:moveTo>
                  <a:cubicBezTo>
                    <a:pt x="768" y="0"/>
                    <a:pt x="634" y="534"/>
                    <a:pt x="634" y="534"/>
                  </a:cubicBezTo>
                  <a:cubicBezTo>
                    <a:pt x="634" y="534"/>
                    <a:pt x="67" y="534"/>
                    <a:pt x="34" y="634"/>
                  </a:cubicBezTo>
                  <a:cubicBezTo>
                    <a:pt x="0" y="701"/>
                    <a:pt x="467" y="1067"/>
                    <a:pt x="467" y="1067"/>
                  </a:cubicBezTo>
                  <a:cubicBezTo>
                    <a:pt x="467" y="1067"/>
                    <a:pt x="301" y="1635"/>
                    <a:pt x="367" y="1668"/>
                  </a:cubicBezTo>
                  <a:cubicBezTo>
                    <a:pt x="372" y="1669"/>
                    <a:pt x="378" y="1670"/>
                    <a:pt x="384" y="1670"/>
                  </a:cubicBezTo>
                  <a:cubicBezTo>
                    <a:pt x="508" y="1670"/>
                    <a:pt x="901" y="1368"/>
                    <a:pt x="901" y="1368"/>
                  </a:cubicBezTo>
                  <a:cubicBezTo>
                    <a:pt x="901" y="1368"/>
                    <a:pt x="1355" y="1670"/>
                    <a:pt x="1456" y="1670"/>
                  </a:cubicBezTo>
                  <a:cubicBezTo>
                    <a:pt x="1461" y="1670"/>
                    <a:pt x="1465" y="1669"/>
                    <a:pt x="1468" y="1668"/>
                  </a:cubicBezTo>
                  <a:cubicBezTo>
                    <a:pt x="1535" y="1668"/>
                    <a:pt x="1335" y="1067"/>
                    <a:pt x="1335" y="1067"/>
                  </a:cubicBezTo>
                  <a:cubicBezTo>
                    <a:pt x="1335" y="1067"/>
                    <a:pt x="1835" y="734"/>
                    <a:pt x="1802" y="667"/>
                  </a:cubicBezTo>
                  <a:cubicBezTo>
                    <a:pt x="1802" y="567"/>
                    <a:pt x="1168" y="567"/>
                    <a:pt x="1168" y="567"/>
                  </a:cubicBezTo>
                  <a:cubicBezTo>
                    <a:pt x="1168" y="567"/>
                    <a:pt x="1034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53"/>
            <p:cNvSpPr/>
            <p:nvPr/>
          </p:nvSpPr>
          <p:spPr>
            <a:xfrm>
              <a:off x="5151350" y="2993425"/>
              <a:ext cx="198500" cy="191825"/>
            </a:xfrm>
            <a:custGeom>
              <a:rect b="b" l="l" r="r" t="t"/>
              <a:pathLst>
                <a:path extrusionOk="0" h="7673" w="7940">
                  <a:moveTo>
                    <a:pt x="3370" y="0"/>
                  </a:moveTo>
                  <a:lnTo>
                    <a:pt x="2469" y="3369"/>
                  </a:lnTo>
                  <a:lnTo>
                    <a:pt x="0" y="4303"/>
                  </a:lnTo>
                  <a:lnTo>
                    <a:pt x="2469" y="5204"/>
                  </a:lnTo>
                  <a:lnTo>
                    <a:pt x="3370" y="7672"/>
                  </a:lnTo>
                  <a:lnTo>
                    <a:pt x="4304" y="5204"/>
                  </a:lnTo>
                  <a:lnTo>
                    <a:pt x="7939" y="4303"/>
                  </a:lnTo>
                  <a:lnTo>
                    <a:pt x="4304" y="3369"/>
                  </a:lnTo>
                  <a:lnTo>
                    <a:pt x="33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53"/>
            <p:cNvSpPr/>
            <p:nvPr/>
          </p:nvSpPr>
          <p:spPr>
            <a:xfrm>
              <a:off x="5268925" y="2182000"/>
              <a:ext cx="160975" cy="155975"/>
            </a:xfrm>
            <a:custGeom>
              <a:rect b="b" l="l" r="r" t="t"/>
              <a:pathLst>
                <a:path extrusionOk="0" h="6239" w="6439">
                  <a:moveTo>
                    <a:pt x="2769" y="1"/>
                  </a:moveTo>
                  <a:lnTo>
                    <a:pt x="2002" y="2769"/>
                  </a:lnTo>
                  <a:lnTo>
                    <a:pt x="1" y="3470"/>
                  </a:lnTo>
                  <a:lnTo>
                    <a:pt x="2002" y="4237"/>
                  </a:lnTo>
                  <a:lnTo>
                    <a:pt x="2769" y="6238"/>
                  </a:lnTo>
                  <a:lnTo>
                    <a:pt x="3470" y="4237"/>
                  </a:lnTo>
                  <a:lnTo>
                    <a:pt x="6439" y="3470"/>
                  </a:lnTo>
                  <a:lnTo>
                    <a:pt x="3470" y="27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53"/>
            <p:cNvSpPr/>
            <p:nvPr/>
          </p:nvSpPr>
          <p:spPr>
            <a:xfrm>
              <a:off x="5042950" y="3191050"/>
              <a:ext cx="96750" cy="93425"/>
            </a:xfrm>
            <a:custGeom>
              <a:rect b="b" l="l" r="r" t="t"/>
              <a:pathLst>
                <a:path extrusionOk="0" h="3737" w="3870">
                  <a:moveTo>
                    <a:pt x="1635" y="1"/>
                  </a:moveTo>
                  <a:lnTo>
                    <a:pt x="1201" y="1635"/>
                  </a:lnTo>
                  <a:lnTo>
                    <a:pt x="0" y="2102"/>
                  </a:lnTo>
                  <a:lnTo>
                    <a:pt x="1201" y="2503"/>
                  </a:lnTo>
                  <a:lnTo>
                    <a:pt x="1635" y="3737"/>
                  </a:lnTo>
                  <a:lnTo>
                    <a:pt x="2102" y="2503"/>
                  </a:lnTo>
                  <a:lnTo>
                    <a:pt x="3869" y="2102"/>
                  </a:lnTo>
                  <a:lnTo>
                    <a:pt x="2102" y="1635"/>
                  </a:lnTo>
                  <a:lnTo>
                    <a:pt x="16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53"/>
            <p:cNvSpPr/>
            <p:nvPr/>
          </p:nvSpPr>
          <p:spPr>
            <a:xfrm>
              <a:off x="2724625" y="806425"/>
              <a:ext cx="2181575" cy="4050025"/>
            </a:xfrm>
            <a:custGeom>
              <a:rect b="b" l="l" r="r" t="t"/>
              <a:pathLst>
                <a:path extrusionOk="0" h="162001" w="87263">
                  <a:moveTo>
                    <a:pt x="43631" y="1"/>
                  </a:moveTo>
                  <a:cubicBezTo>
                    <a:pt x="31381" y="1"/>
                    <a:pt x="19130" y="418"/>
                    <a:pt x="6872" y="1252"/>
                  </a:cubicBezTo>
                  <a:cubicBezTo>
                    <a:pt x="2502" y="1585"/>
                    <a:pt x="0" y="4321"/>
                    <a:pt x="0" y="8123"/>
                  </a:cubicBezTo>
                  <a:lnTo>
                    <a:pt x="0" y="155095"/>
                  </a:lnTo>
                  <a:cubicBezTo>
                    <a:pt x="0" y="158898"/>
                    <a:pt x="3102" y="162000"/>
                    <a:pt x="6872" y="162000"/>
                  </a:cubicBezTo>
                  <a:lnTo>
                    <a:pt x="80391" y="162000"/>
                  </a:lnTo>
                  <a:cubicBezTo>
                    <a:pt x="84194" y="162000"/>
                    <a:pt x="87262" y="158898"/>
                    <a:pt x="87262" y="155095"/>
                  </a:cubicBezTo>
                  <a:lnTo>
                    <a:pt x="87262" y="8123"/>
                  </a:lnTo>
                  <a:cubicBezTo>
                    <a:pt x="87262" y="4087"/>
                    <a:pt x="85595" y="1619"/>
                    <a:pt x="80391" y="1252"/>
                  </a:cubicBezTo>
                  <a:cubicBezTo>
                    <a:pt x="68132" y="418"/>
                    <a:pt x="55882" y="1"/>
                    <a:pt x="43631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7"/>
            </a:p>
          </p:txBody>
        </p:sp>
        <p:sp>
          <p:nvSpPr>
            <p:cNvPr id="1539" name="Google Shape;1539;p53"/>
            <p:cNvSpPr/>
            <p:nvPr/>
          </p:nvSpPr>
          <p:spPr>
            <a:xfrm>
              <a:off x="2803850" y="1212975"/>
              <a:ext cx="2022300" cy="3265700"/>
            </a:xfrm>
            <a:custGeom>
              <a:rect b="b" l="l" r="r" t="t"/>
              <a:pathLst>
                <a:path extrusionOk="0" h="130628" w="80892">
                  <a:moveTo>
                    <a:pt x="0" y="1"/>
                  </a:moveTo>
                  <a:lnTo>
                    <a:pt x="0" y="130627"/>
                  </a:lnTo>
                  <a:lnTo>
                    <a:pt x="80891" y="130627"/>
                  </a:lnTo>
                  <a:lnTo>
                    <a:pt x="808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53"/>
            <p:cNvSpPr/>
            <p:nvPr/>
          </p:nvSpPr>
          <p:spPr>
            <a:xfrm>
              <a:off x="2799675" y="1212975"/>
              <a:ext cx="10025" cy="3265700"/>
            </a:xfrm>
            <a:custGeom>
              <a:rect b="b" l="l" r="r" t="t"/>
              <a:pathLst>
                <a:path extrusionOk="0" h="130628" w="401">
                  <a:moveTo>
                    <a:pt x="0" y="1"/>
                  </a:moveTo>
                  <a:lnTo>
                    <a:pt x="0" y="130627"/>
                  </a:lnTo>
                  <a:lnTo>
                    <a:pt x="401" y="130627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53"/>
            <p:cNvSpPr/>
            <p:nvPr/>
          </p:nvSpPr>
          <p:spPr>
            <a:xfrm>
              <a:off x="2686250" y="1318875"/>
              <a:ext cx="36725" cy="276075"/>
            </a:xfrm>
            <a:custGeom>
              <a:rect b="b" l="l" r="r" t="t"/>
              <a:pathLst>
                <a:path extrusionOk="0" h="11043" w="1469">
                  <a:moveTo>
                    <a:pt x="1" y="1"/>
                  </a:moveTo>
                  <a:lnTo>
                    <a:pt x="1" y="11042"/>
                  </a:lnTo>
                  <a:lnTo>
                    <a:pt x="1468" y="11042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53"/>
            <p:cNvSpPr/>
            <p:nvPr/>
          </p:nvSpPr>
          <p:spPr>
            <a:xfrm>
              <a:off x="2686250" y="1676650"/>
              <a:ext cx="36725" cy="276050"/>
            </a:xfrm>
            <a:custGeom>
              <a:rect b="b" l="l" r="r" t="t"/>
              <a:pathLst>
                <a:path extrusionOk="0" h="11042" w="1469">
                  <a:moveTo>
                    <a:pt x="1" y="0"/>
                  </a:moveTo>
                  <a:lnTo>
                    <a:pt x="1" y="11041"/>
                  </a:lnTo>
                  <a:lnTo>
                    <a:pt x="1468" y="11041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53"/>
            <p:cNvSpPr/>
            <p:nvPr/>
          </p:nvSpPr>
          <p:spPr>
            <a:xfrm>
              <a:off x="2718775" y="1318875"/>
              <a:ext cx="10025" cy="276075"/>
            </a:xfrm>
            <a:custGeom>
              <a:rect b="b" l="l" r="r" t="t"/>
              <a:pathLst>
                <a:path extrusionOk="0" h="11043" w="401">
                  <a:moveTo>
                    <a:pt x="1" y="1"/>
                  </a:moveTo>
                  <a:lnTo>
                    <a:pt x="1" y="11042"/>
                  </a:lnTo>
                  <a:lnTo>
                    <a:pt x="401" y="11042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53"/>
            <p:cNvSpPr/>
            <p:nvPr/>
          </p:nvSpPr>
          <p:spPr>
            <a:xfrm>
              <a:off x="2718775" y="1676650"/>
              <a:ext cx="10025" cy="276050"/>
            </a:xfrm>
            <a:custGeom>
              <a:rect b="b" l="l" r="r" t="t"/>
              <a:pathLst>
                <a:path extrusionOk="0" h="11042" w="401">
                  <a:moveTo>
                    <a:pt x="1" y="0"/>
                  </a:moveTo>
                  <a:lnTo>
                    <a:pt x="1" y="11041"/>
                  </a:lnTo>
                  <a:lnTo>
                    <a:pt x="401" y="1104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53"/>
            <p:cNvSpPr/>
            <p:nvPr/>
          </p:nvSpPr>
          <p:spPr>
            <a:xfrm>
              <a:off x="3624425" y="991150"/>
              <a:ext cx="381125" cy="64250"/>
            </a:xfrm>
            <a:custGeom>
              <a:rect b="b" l="l" r="r" t="t"/>
              <a:pathLst>
                <a:path extrusionOk="0" h="2570" w="15245">
                  <a:moveTo>
                    <a:pt x="13977" y="434"/>
                  </a:moveTo>
                  <a:cubicBezTo>
                    <a:pt x="14478" y="434"/>
                    <a:pt x="14844" y="834"/>
                    <a:pt x="14844" y="1301"/>
                  </a:cubicBezTo>
                  <a:cubicBezTo>
                    <a:pt x="14844" y="1802"/>
                    <a:pt x="14411" y="2202"/>
                    <a:pt x="13977" y="2202"/>
                  </a:cubicBezTo>
                  <a:lnTo>
                    <a:pt x="1301" y="2202"/>
                  </a:lnTo>
                  <a:cubicBezTo>
                    <a:pt x="801" y="2202"/>
                    <a:pt x="401" y="1802"/>
                    <a:pt x="401" y="1301"/>
                  </a:cubicBezTo>
                  <a:cubicBezTo>
                    <a:pt x="401" y="834"/>
                    <a:pt x="834" y="434"/>
                    <a:pt x="1301" y="434"/>
                  </a:cubicBezTo>
                  <a:close/>
                  <a:moveTo>
                    <a:pt x="1301" y="1"/>
                  </a:moveTo>
                  <a:cubicBezTo>
                    <a:pt x="568" y="1"/>
                    <a:pt x="1" y="568"/>
                    <a:pt x="1" y="1268"/>
                  </a:cubicBezTo>
                  <a:cubicBezTo>
                    <a:pt x="1" y="2002"/>
                    <a:pt x="568" y="2569"/>
                    <a:pt x="1301" y="2569"/>
                  </a:cubicBezTo>
                  <a:lnTo>
                    <a:pt x="13977" y="2569"/>
                  </a:lnTo>
                  <a:cubicBezTo>
                    <a:pt x="14678" y="2569"/>
                    <a:pt x="15245" y="2002"/>
                    <a:pt x="15245" y="1268"/>
                  </a:cubicBezTo>
                  <a:cubicBezTo>
                    <a:pt x="15245" y="568"/>
                    <a:pt x="14678" y="1"/>
                    <a:pt x="1397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53"/>
            <p:cNvSpPr/>
            <p:nvPr/>
          </p:nvSpPr>
          <p:spPr>
            <a:xfrm>
              <a:off x="3707825" y="4556200"/>
              <a:ext cx="216000" cy="215175"/>
            </a:xfrm>
            <a:custGeom>
              <a:rect b="b" l="l" r="r" t="t"/>
              <a:pathLst>
                <a:path extrusionOk="0" h="8607" w="8640">
                  <a:moveTo>
                    <a:pt x="6472" y="368"/>
                  </a:moveTo>
                  <a:cubicBezTo>
                    <a:pt x="7406" y="368"/>
                    <a:pt x="8206" y="1168"/>
                    <a:pt x="8206" y="2102"/>
                  </a:cubicBezTo>
                  <a:lnTo>
                    <a:pt x="8206" y="6405"/>
                  </a:lnTo>
                  <a:cubicBezTo>
                    <a:pt x="8206" y="7373"/>
                    <a:pt x="7406" y="8173"/>
                    <a:pt x="6472" y="8173"/>
                  </a:cubicBezTo>
                  <a:lnTo>
                    <a:pt x="2168" y="8173"/>
                  </a:lnTo>
                  <a:cubicBezTo>
                    <a:pt x="1201" y="8173"/>
                    <a:pt x="401" y="7373"/>
                    <a:pt x="401" y="6405"/>
                  </a:cubicBezTo>
                  <a:lnTo>
                    <a:pt x="401" y="2102"/>
                  </a:lnTo>
                  <a:cubicBezTo>
                    <a:pt x="401" y="1168"/>
                    <a:pt x="1201" y="368"/>
                    <a:pt x="2168" y="368"/>
                  </a:cubicBezTo>
                  <a:close/>
                  <a:moveTo>
                    <a:pt x="2168" y="1"/>
                  </a:moveTo>
                  <a:cubicBezTo>
                    <a:pt x="968" y="1"/>
                    <a:pt x="0" y="935"/>
                    <a:pt x="0" y="2169"/>
                  </a:cubicBezTo>
                  <a:lnTo>
                    <a:pt x="0" y="6439"/>
                  </a:lnTo>
                  <a:cubicBezTo>
                    <a:pt x="0" y="7673"/>
                    <a:pt x="968" y="8607"/>
                    <a:pt x="2168" y="8607"/>
                  </a:cubicBezTo>
                  <a:lnTo>
                    <a:pt x="6472" y="8607"/>
                  </a:lnTo>
                  <a:cubicBezTo>
                    <a:pt x="7672" y="8607"/>
                    <a:pt x="8640" y="7673"/>
                    <a:pt x="8640" y="6439"/>
                  </a:cubicBezTo>
                  <a:lnTo>
                    <a:pt x="8640" y="2169"/>
                  </a:lnTo>
                  <a:cubicBezTo>
                    <a:pt x="8640" y="935"/>
                    <a:pt x="7672" y="1"/>
                    <a:pt x="647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53"/>
            <p:cNvSpPr/>
            <p:nvPr/>
          </p:nvSpPr>
          <p:spPr>
            <a:xfrm>
              <a:off x="4987900" y="3483775"/>
              <a:ext cx="1212550" cy="1049200"/>
            </a:xfrm>
            <a:custGeom>
              <a:rect b="b" l="l" r="r" t="t"/>
              <a:pathLst>
                <a:path extrusionOk="0" h="41968" w="48502">
                  <a:moveTo>
                    <a:pt x="24889" y="0"/>
                  </a:moveTo>
                  <a:cubicBezTo>
                    <a:pt x="15701" y="0"/>
                    <a:pt x="6680" y="4728"/>
                    <a:pt x="3803" y="14544"/>
                  </a:cubicBezTo>
                  <a:cubicBezTo>
                    <a:pt x="0" y="27487"/>
                    <a:pt x="9207" y="41297"/>
                    <a:pt x="22350" y="41930"/>
                  </a:cubicBezTo>
                  <a:cubicBezTo>
                    <a:pt x="22835" y="41955"/>
                    <a:pt x="23324" y="41967"/>
                    <a:pt x="23815" y="41967"/>
                  </a:cubicBezTo>
                  <a:cubicBezTo>
                    <a:pt x="30619" y="41967"/>
                    <a:pt x="37893" y="39578"/>
                    <a:pt x="42498" y="34258"/>
                  </a:cubicBezTo>
                  <a:cubicBezTo>
                    <a:pt x="47401" y="28654"/>
                    <a:pt x="48502" y="20448"/>
                    <a:pt x="46100" y="13577"/>
                  </a:cubicBezTo>
                  <a:cubicBezTo>
                    <a:pt x="44732" y="9574"/>
                    <a:pt x="42197" y="6071"/>
                    <a:pt x="38495" y="3770"/>
                  </a:cubicBezTo>
                  <a:cubicBezTo>
                    <a:pt x="34472" y="1274"/>
                    <a:pt x="29658" y="0"/>
                    <a:pt x="24889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53"/>
            <p:cNvSpPr/>
            <p:nvPr/>
          </p:nvSpPr>
          <p:spPr>
            <a:xfrm>
              <a:off x="5572475" y="3482725"/>
              <a:ext cx="158475" cy="50275"/>
            </a:xfrm>
            <a:custGeom>
              <a:rect b="b" l="l" r="r" t="t"/>
              <a:pathLst>
                <a:path extrusionOk="0" h="2011" w="6339">
                  <a:moveTo>
                    <a:pt x="1596" y="1"/>
                  </a:moveTo>
                  <a:cubicBezTo>
                    <a:pt x="1353" y="1"/>
                    <a:pt x="1111" y="4"/>
                    <a:pt x="868" y="9"/>
                  </a:cubicBezTo>
                  <a:cubicBezTo>
                    <a:pt x="368" y="9"/>
                    <a:pt x="1" y="443"/>
                    <a:pt x="34" y="910"/>
                  </a:cubicBezTo>
                  <a:cubicBezTo>
                    <a:pt x="34" y="1389"/>
                    <a:pt x="432" y="1746"/>
                    <a:pt x="876" y="1746"/>
                  </a:cubicBezTo>
                  <a:cubicBezTo>
                    <a:pt x="895" y="1746"/>
                    <a:pt x="915" y="1745"/>
                    <a:pt x="935" y="1743"/>
                  </a:cubicBezTo>
                  <a:cubicBezTo>
                    <a:pt x="1228" y="1730"/>
                    <a:pt x="1522" y="1723"/>
                    <a:pt x="1817" y="1723"/>
                  </a:cubicBezTo>
                  <a:cubicBezTo>
                    <a:pt x="2969" y="1723"/>
                    <a:pt x="4137" y="1825"/>
                    <a:pt x="5305" y="2010"/>
                  </a:cubicBezTo>
                  <a:lnTo>
                    <a:pt x="5438" y="2010"/>
                  </a:lnTo>
                  <a:cubicBezTo>
                    <a:pt x="5838" y="2010"/>
                    <a:pt x="6205" y="1743"/>
                    <a:pt x="6305" y="1276"/>
                  </a:cubicBezTo>
                  <a:cubicBezTo>
                    <a:pt x="6339" y="843"/>
                    <a:pt x="6038" y="409"/>
                    <a:pt x="5538" y="309"/>
                  </a:cubicBezTo>
                  <a:cubicBezTo>
                    <a:pt x="4241" y="84"/>
                    <a:pt x="2920" y="1"/>
                    <a:pt x="1596" y="1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53"/>
            <p:cNvSpPr/>
            <p:nvPr/>
          </p:nvSpPr>
          <p:spPr>
            <a:xfrm>
              <a:off x="5818500" y="3526525"/>
              <a:ext cx="375275" cy="762000"/>
            </a:xfrm>
            <a:custGeom>
              <a:rect b="b" l="l" r="r" t="t"/>
              <a:pathLst>
                <a:path extrusionOk="0" h="30480" w="15011">
                  <a:moveTo>
                    <a:pt x="971" y="0"/>
                  </a:moveTo>
                  <a:cubicBezTo>
                    <a:pt x="618" y="0"/>
                    <a:pt x="295" y="201"/>
                    <a:pt x="167" y="559"/>
                  </a:cubicBezTo>
                  <a:cubicBezTo>
                    <a:pt x="0" y="1026"/>
                    <a:pt x="200" y="1526"/>
                    <a:pt x="667" y="1693"/>
                  </a:cubicBezTo>
                  <a:cubicBezTo>
                    <a:pt x="1968" y="2193"/>
                    <a:pt x="3169" y="2793"/>
                    <a:pt x="4303" y="3527"/>
                  </a:cubicBezTo>
                  <a:cubicBezTo>
                    <a:pt x="7506" y="5529"/>
                    <a:pt x="9941" y="8598"/>
                    <a:pt x="11275" y="12467"/>
                  </a:cubicBezTo>
                  <a:cubicBezTo>
                    <a:pt x="13176" y="17971"/>
                    <a:pt x="12543" y="24376"/>
                    <a:pt x="9674" y="29146"/>
                  </a:cubicBezTo>
                  <a:cubicBezTo>
                    <a:pt x="9440" y="29579"/>
                    <a:pt x="9540" y="30113"/>
                    <a:pt x="9974" y="30380"/>
                  </a:cubicBezTo>
                  <a:cubicBezTo>
                    <a:pt x="10107" y="30447"/>
                    <a:pt x="10274" y="30480"/>
                    <a:pt x="10441" y="30480"/>
                  </a:cubicBezTo>
                  <a:cubicBezTo>
                    <a:pt x="10708" y="30480"/>
                    <a:pt x="11008" y="30313"/>
                    <a:pt x="11175" y="30080"/>
                  </a:cubicBezTo>
                  <a:cubicBezTo>
                    <a:pt x="14344" y="24743"/>
                    <a:pt x="15011" y="17938"/>
                    <a:pt x="12876" y="11867"/>
                  </a:cubicBezTo>
                  <a:cubicBezTo>
                    <a:pt x="11442" y="7597"/>
                    <a:pt x="8773" y="4194"/>
                    <a:pt x="5204" y="2026"/>
                  </a:cubicBezTo>
                  <a:cubicBezTo>
                    <a:pt x="4003" y="1259"/>
                    <a:pt x="2669" y="592"/>
                    <a:pt x="1301" y="58"/>
                  </a:cubicBezTo>
                  <a:cubicBezTo>
                    <a:pt x="1191" y="19"/>
                    <a:pt x="1080" y="0"/>
                    <a:pt x="971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53"/>
            <p:cNvSpPr/>
            <p:nvPr/>
          </p:nvSpPr>
          <p:spPr>
            <a:xfrm>
              <a:off x="5138850" y="3610000"/>
              <a:ext cx="922350" cy="798600"/>
            </a:xfrm>
            <a:custGeom>
              <a:rect b="b" l="l" r="r" t="t"/>
              <a:pathLst>
                <a:path extrusionOk="0" h="31944" w="36894">
                  <a:moveTo>
                    <a:pt x="18919" y="0"/>
                  </a:moveTo>
                  <a:cubicBezTo>
                    <a:pt x="11916" y="0"/>
                    <a:pt x="5043" y="3585"/>
                    <a:pt x="2869" y="11029"/>
                  </a:cubicBezTo>
                  <a:cubicBezTo>
                    <a:pt x="0" y="20903"/>
                    <a:pt x="7005" y="31411"/>
                    <a:pt x="17012" y="31911"/>
                  </a:cubicBezTo>
                  <a:cubicBezTo>
                    <a:pt x="17403" y="31932"/>
                    <a:pt x="17796" y="31943"/>
                    <a:pt x="18191" y="31943"/>
                  </a:cubicBezTo>
                  <a:cubicBezTo>
                    <a:pt x="23370" y="31943"/>
                    <a:pt x="28885" y="30102"/>
                    <a:pt x="32357" y="26074"/>
                  </a:cubicBezTo>
                  <a:cubicBezTo>
                    <a:pt x="36059" y="21837"/>
                    <a:pt x="36893" y="15533"/>
                    <a:pt x="35059" y="10329"/>
                  </a:cubicBezTo>
                  <a:cubicBezTo>
                    <a:pt x="34024" y="7260"/>
                    <a:pt x="32056" y="4592"/>
                    <a:pt x="29288" y="2857"/>
                  </a:cubicBezTo>
                  <a:cubicBezTo>
                    <a:pt x="26222" y="965"/>
                    <a:pt x="22553" y="0"/>
                    <a:pt x="1891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53"/>
            <p:cNvSpPr/>
            <p:nvPr/>
          </p:nvSpPr>
          <p:spPr>
            <a:xfrm>
              <a:off x="5610850" y="3311150"/>
              <a:ext cx="10850" cy="82575"/>
            </a:xfrm>
            <a:custGeom>
              <a:rect b="b" l="l" r="r" t="t"/>
              <a:pathLst>
                <a:path extrusionOk="0" h="3303" w="434">
                  <a:moveTo>
                    <a:pt x="0" y="0"/>
                  </a:moveTo>
                  <a:lnTo>
                    <a:pt x="0" y="3303"/>
                  </a:lnTo>
                  <a:lnTo>
                    <a:pt x="434" y="3303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53"/>
            <p:cNvSpPr/>
            <p:nvPr/>
          </p:nvSpPr>
          <p:spPr>
            <a:xfrm>
              <a:off x="5554975" y="3352850"/>
              <a:ext cx="10025" cy="82575"/>
            </a:xfrm>
            <a:custGeom>
              <a:rect b="b" l="l" r="r" t="t"/>
              <a:pathLst>
                <a:path extrusionOk="0" h="3303" w="401">
                  <a:moveTo>
                    <a:pt x="0" y="0"/>
                  </a:moveTo>
                  <a:lnTo>
                    <a:pt x="0" y="3303"/>
                  </a:lnTo>
                  <a:lnTo>
                    <a:pt x="401" y="3303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53"/>
            <p:cNvSpPr/>
            <p:nvPr/>
          </p:nvSpPr>
          <p:spPr>
            <a:xfrm>
              <a:off x="5665050" y="3364525"/>
              <a:ext cx="10875" cy="58400"/>
            </a:xfrm>
            <a:custGeom>
              <a:rect b="b" l="l" r="r" t="t"/>
              <a:pathLst>
                <a:path extrusionOk="0" h="2336" w="435">
                  <a:moveTo>
                    <a:pt x="0" y="0"/>
                  </a:moveTo>
                  <a:lnTo>
                    <a:pt x="0" y="2335"/>
                  </a:lnTo>
                  <a:lnTo>
                    <a:pt x="434" y="2335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53"/>
            <p:cNvSpPr/>
            <p:nvPr/>
          </p:nvSpPr>
          <p:spPr>
            <a:xfrm>
              <a:off x="5168850" y="3611350"/>
              <a:ext cx="869000" cy="803100"/>
            </a:xfrm>
            <a:custGeom>
              <a:rect b="b" l="l" r="r" t="t"/>
              <a:pathLst>
                <a:path extrusionOk="0" h="32124" w="34760">
                  <a:moveTo>
                    <a:pt x="14111" y="1"/>
                  </a:moveTo>
                  <a:cubicBezTo>
                    <a:pt x="7773" y="1168"/>
                    <a:pt x="3137" y="5138"/>
                    <a:pt x="1469" y="10875"/>
                  </a:cubicBezTo>
                  <a:cubicBezTo>
                    <a:pt x="1" y="15846"/>
                    <a:pt x="935" y="21149"/>
                    <a:pt x="3970" y="25386"/>
                  </a:cubicBezTo>
                  <a:cubicBezTo>
                    <a:pt x="6806" y="29389"/>
                    <a:pt x="11109" y="31824"/>
                    <a:pt x="15779" y="32057"/>
                  </a:cubicBezTo>
                  <a:cubicBezTo>
                    <a:pt x="16179" y="32124"/>
                    <a:pt x="16579" y="32124"/>
                    <a:pt x="16946" y="32124"/>
                  </a:cubicBezTo>
                  <a:cubicBezTo>
                    <a:pt x="22684" y="32124"/>
                    <a:pt x="28021" y="29889"/>
                    <a:pt x="31323" y="26153"/>
                  </a:cubicBezTo>
                  <a:cubicBezTo>
                    <a:pt x="33025" y="24152"/>
                    <a:pt x="34259" y="21650"/>
                    <a:pt x="34759" y="18881"/>
                  </a:cubicBezTo>
                  <a:lnTo>
                    <a:pt x="34326" y="18814"/>
                  </a:lnTo>
                  <a:cubicBezTo>
                    <a:pt x="33825" y="21483"/>
                    <a:pt x="32658" y="23918"/>
                    <a:pt x="30990" y="25853"/>
                  </a:cubicBezTo>
                  <a:cubicBezTo>
                    <a:pt x="27830" y="29513"/>
                    <a:pt x="22617" y="31618"/>
                    <a:pt x="16946" y="31618"/>
                  </a:cubicBezTo>
                  <a:cubicBezTo>
                    <a:pt x="16570" y="31618"/>
                    <a:pt x="16192" y="31609"/>
                    <a:pt x="15812" y="31590"/>
                  </a:cubicBezTo>
                  <a:cubicBezTo>
                    <a:pt x="11276" y="31390"/>
                    <a:pt x="7073" y="29022"/>
                    <a:pt x="4304" y="25152"/>
                  </a:cubicBezTo>
                  <a:cubicBezTo>
                    <a:pt x="1335" y="20983"/>
                    <a:pt x="468" y="15846"/>
                    <a:pt x="1902" y="11009"/>
                  </a:cubicBezTo>
                  <a:cubicBezTo>
                    <a:pt x="3503" y="5438"/>
                    <a:pt x="8007" y="1535"/>
                    <a:pt x="14178" y="401"/>
                  </a:cubicBezTo>
                  <a:lnTo>
                    <a:pt x="1411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53"/>
            <p:cNvSpPr/>
            <p:nvPr/>
          </p:nvSpPr>
          <p:spPr>
            <a:xfrm>
              <a:off x="5923575" y="3553825"/>
              <a:ext cx="198500" cy="191825"/>
            </a:xfrm>
            <a:custGeom>
              <a:rect b="b" l="l" r="r" t="t"/>
              <a:pathLst>
                <a:path extrusionOk="0" h="7673" w="7940">
                  <a:moveTo>
                    <a:pt x="3336" y="0"/>
                  </a:moveTo>
                  <a:lnTo>
                    <a:pt x="2469" y="3403"/>
                  </a:lnTo>
                  <a:lnTo>
                    <a:pt x="0" y="4303"/>
                  </a:lnTo>
                  <a:lnTo>
                    <a:pt x="2469" y="5171"/>
                  </a:lnTo>
                  <a:lnTo>
                    <a:pt x="3336" y="7672"/>
                  </a:lnTo>
                  <a:lnTo>
                    <a:pt x="4270" y="5171"/>
                  </a:lnTo>
                  <a:lnTo>
                    <a:pt x="7939" y="4303"/>
                  </a:lnTo>
                  <a:lnTo>
                    <a:pt x="4270" y="3403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53"/>
            <p:cNvSpPr/>
            <p:nvPr/>
          </p:nvSpPr>
          <p:spPr>
            <a:xfrm>
              <a:off x="5183875" y="4346050"/>
              <a:ext cx="155975" cy="150125"/>
            </a:xfrm>
            <a:custGeom>
              <a:rect b="b" l="l" r="r" t="t"/>
              <a:pathLst>
                <a:path extrusionOk="0" h="6005" w="6239">
                  <a:moveTo>
                    <a:pt x="2669" y="1"/>
                  </a:moveTo>
                  <a:lnTo>
                    <a:pt x="1968" y="2669"/>
                  </a:lnTo>
                  <a:lnTo>
                    <a:pt x="0" y="3403"/>
                  </a:lnTo>
                  <a:lnTo>
                    <a:pt x="1968" y="4104"/>
                  </a:lnTo>
                  <a:lnTo>
                    <a:pt x="2669" y="6005"/>
                  </a:lnTo>
                  <a:lnTo>
                    <a:pt x="3369" y="4104"/>
                  </a:lnTo>
                  <a:lnTo>
                    <a:pt x="6238" y="3403"/>
                  </a:lnTo>
                  <a:lnTo>
                    <a:pt x="3369" y="2669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53"/>
            <p:cNvSpPr/>
            <p:nvPr/>
          </p:nvSpPr>
          <p:spPr>
            <a:xfrm>
              <a:off x="5014575" y="4197625"/>
              <a:ext cx="94275" cy="90075"/>
            </a:xfrm>
            <a:custGeom>
              <a:rect b="b" l="l" r="r" t="t"/>
              <a:pathLst>
                <a:path extrusionOk="0" h="3603" w="3771">
                  <a:moveTo>
                    <a:pt x="1602" y="0"/>
                  </a:moveTo>
                  <a:lnTo>
                    <a:pt x="1168" y="1568"/>
                  </a:lnTo>
                  <a:lnTo>
                    <a:pt x="1" y="2035"/>
                  </a:lnTo>
                  <a:lnTo>
                    <a:pt x="1168" y="2435"/>
                  </a:lnTo>
                  <a:lnTo>
                    <a:pt x="1602" y="3603"/>
                  </a:lnTo>
                  <a:lnTo>
                    <a:pt x="2069" y="2435"/>
                  </a:lnTo>
                  <a:lnTo>
                    <a:pt x="3770" y="2035"/>
                  </a:lnTo>
                  <a:lnTo>
                    <a:pt x="2069" y="1568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53"/>
            <p:cNvSpPr/>
            <p:nvPr/>
          </p:nvSpPr>
          <p:spPr>
            <a:xfrm>
              <a:off x="1709725" y="4624375"/>
              <a:ext cx="1059125" cy="231175"/>
            </a:xfrm>
            <a:custGeom>
              <a:rect b="b" l="l" r="r" t="t"/>
              <a:pathLst>
                <a:path extrusionOk="0" h="9247" w="42365">
                  <a:moveTo>
                    <a:pt x="21407" y="1"/>
                  </a:moveTo>
                  <a:cubicBezTo>
                    <a:pt x="12034" y="1"/>
                    <a:pt x="2569" y="159"/>
                    <a:pt x="1402" y="476"/>
                  </a:cubicBezTo>
                  <a:cubicBezTo>
                    <a:pt x="1" y="709"/>
                    <a:pt x="67" y="8315"/>
                    <a:pt x="1402" y="8782"/>
                  </a:cubicBezTo>
                  <a:cubicBezTo>
                    <a:pt x="2258" y="9109"/>
                    <a:pt x="10516" y="9247"/>
                    <a:pt x="19265" y="9247"/>
                  </a:cubicBezTo>
                  <a:cubicBezTo>
                    <a:pt x="29264" y="9247"/>
                    <a:pt x="39902" y="9067"/>
                    <a:pt x="40863" y="8782"/>
                  </a:cubicBezTo>
                  <a:cubicBezTo>
                    <a:pt x="42364" y="8515"/>
                    <a:pt x="41930" y="976"/>
                    <a:pt x="40863" y="476"/>
                  </a:cubicBezTo>
                  <a:cubicBezTo>
                    <a:pt x="40062" y="159"/>
                    <a:pt x="30781" y="1"/>
                    <a:pt x="2140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53"/>
            <p:cNvSpPr/>
            <p:nvPr/>
          </p:nvSpPr>
          <p:spPr>
            <a:xfrm>
              <a:off x="17889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53"/>
            <p:cNvSpPr/>
            <p:nvPr/>
          </p:nvSpPr>
          <p:spPr>
            <a:xfrm>
              <a:off x="18473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53"/>
            <p:cNvSpPr/>
            <p:nvPr/>
          </p:nvSpPr>
          <p:spPr>
            <a:xfrm>
              <a:off x="19065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53"/>
            <p:cNvSpPr/>
            <p:nvPr/>
          </p:nvSpPr>
          <p:spPr>
            <a:xfrm>
              <a:off x="196575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53"/>
            <p:cNvSpPr/>
            <p:nvPr/>
          </p:nvSpPr>
          <p:spPr>
            <a:xfrm>
              <a:off x="202495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53"/>
            <p:cNvSpPr/>
            <p:nvPr/>
          </p:nvSpPr>
          <p:spPr>
            <a:xfrm>
              <a:off x="208332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53"/>
            <p:cNvSpPr/>
            <p:nvPr/>
          </p:nvSpPr>
          <p:spPr>
            <a:xfrm>
              <a:off x="21433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53"/>
            <p:cNvSpPr/>
            <p:nvPr/>
          </p:nvSpPr>
          <p:spPr>
            <a:xfrm>
              <a:off x="22025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53"/>
            <p:cNvSpPr/>
            <p:nvPr/>
          </p:nvSpPr>
          <p:spPr>
            <a:xfrm>
              <a:off x="226177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53"/>
            <p:cNvSpPr/>
            <p:nvPr/>
          </p:nvSpPr>
          <p:spPr>
            <a:xfrm>
              <a:off x="232100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53"/>
            <p:cNvSpPr/>
            <p:nvPr/>
          </p:nvSpPr>
          <p:spPr>
            <a:xfrm>
              <a:off x="237937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53"/>
            <p:cNvSpPr/>
            <p:nvPr/>
          </p:nvSpPr>
          <p:spPr>
            <a:xfrm>
              <a:off x="24394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53"/>
            <p:cNvSpPr/>
            <p:nvPr/>
          </p:nvSpPr>
          <p:spPr>
            <a:xfrm>
              <a:off x="24986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53"/>
            <p:cNvSpPr/>
            <p:nvPr/>
          </p:nvSpPr>
          <p:spPr>
            <a:xfrm>
              <a:off x="25578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53"/>
            <p:cNvSpPr/>
            <p:nvPr/>
          </p:nvSpPr>
          <p:spPr>
            <a:xfrm>
              <a:off x="26162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53"/>
            <p:cNvSpPr/>
            <p:nvPr/>
          </p:nvSpPr>
          <p:spPr>
            <a:xfrm>
              <a:off x="267542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53"/>
            <p:cNvSpPr/>
            <p:nvPr/>
          </p:nvSpPr>
          <p:spPr>
            <a:xfrm>
              <a:off x="2769650" y="4624375"/>
              <a:ext cx="1059125" cy="231175"/>
            </a:xfrm>
            <a:custGeom>
              <a:rect b="b" l="l" r="r" t="t"/>
              <a:pathLst>
                <a:path extrusionOk="0" h="9247" w="42365">
                  <a:moveTo>
                    <a:pt x="21407" y="1"/>
                  </a:moveTo>
                  <a:cubicBezTo>
                    <a:pt x="12034" y="1"/>
                    <a:pt x="2569" y="159"/>
                    <a:pt x="1401" y="476"/>
                  </a:cubicBezTo>
                  <a:cubicBezTo>
                    <a:pt x="0" y="709"/>
                    <a:pt x="67" y="8315"/>
                    <a:pt x="1401" y="8782"/>
                  </a:cubicBezTo>
                  <a:cubicBezTo>
                    <a:pt x="2258" y="9109"/>
                    <a:pt x="10516" y="9247"/>
                    <a:pt x="19265" y="9247"/>
                  </a:cubicBezTo>
                  <a:cubicBezTo>
                    <a:pt x="29264" y="9247"/>
                    <a:pt x="39902" y="9067"/>
                    <a:pt x="40863" y="8782"/>
                  </a:cubicBezTo>
                  <a:cubicBezTo>
                    <a:pt x="42364" y="8515"/>
                    <a:pt x="41930" y="976"/>
                    <a:pt x="40863" y="476"/>
                  </a:cubicBezTo>
                  <a:cubicBezTo>
                    <a:pt x="40062" y="159"/>
                    <a:pt x="30781" y="1"/>
                    <a:pt x="2140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53"/>
            <p:cNvSpPr/>
            <p:nvPr/>
          </p:nvSpPr>
          <p:spPr>
            <a:xfrm>
              <a:off x="28488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53"/>
            <p:cNvSpPr/>
            <p:nvPr/>
          </p:nvSpPr>
          <p:spPr>
            <a:xfrm>
              <a:off x="29072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53"/>
            <p:cNvSpPr/>
            <p:nvPr/>
          </p:nvSpPr>
          <p:spPr>
            <a:xfrm>
              <a:off x="2966450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53"/>
            <p:cNvSpPr/>
            <p:nvPr/>
          </p:nvSpPr>
          <p:spPr>
            <a:xfrm>
              <a:off x="302567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53"/>
            <p:cNvSpPr/>
            <p:nvPr/>
          </p:nvSpPr>
          <p:spPr>
            <a:xfrm>
              <a:off x="3085700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53"/>
            <p:cNvSpPr/>
            <p:nvPr/>
          </p:nvSpPr>
          <p:spPr>
            <a:xfrm>
              <a:off x="314325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53"/>
            <p:cNvSpPr/>
            <p:nvPr/>
          </p:nvSpPr>
          <p:spPr>
            <a:xfrm>
              <a:off x="320330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53"/>
            <p:cNvSpPr/>
            <p:nvPr/>
          </p:nvSpPr>
          <p:spPr>
            <a:xfrm>
              <a:off x="32625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53"/>
            <p:cNvSpPr/>
            <p:nvPr/>
          </p:nvSpPr>
          <p:spPr>
            <a:xfrm>
              <a:off x="33217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53"/>
            <p:cNvSpPr/>
            <p:nvPr/>
          </p:nvSpPr>
          <p:spPr>
            <a:xfrm>
              <a:off x="338007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53"/>
            <p:cNvSpPr/>
            <p:nvPr/>
          </p:nvSpPr>
          <p:spPr>
            <a:xfrm>
              <a:off x="34401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53"/>
            <p:cNvSpPr/>
            <p:nvPr/>
          </p:nvSpPr>
          <p:spPr>
            <a:xfrm>
              <a:off x="34993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53"/>
            <p:cNvSpPr/>
            <p:nvPr/>
          </p:nvSpPr>
          <p:spPr>
            <a:xfrm>
              <a:off x="35585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53"/>
            <p:cNvSpPr/>
            <p:nvPr/>
          </p:nvSpPr>
          <p:spPr>
            <a:xfrm>
              <a:off x="361692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53"/>
            <p:cNvSpPr/>
            <p:nvPr/>
          </p:nvSpPr>
          <p:spPr>
            <a:xfrm>
              <a:off x="367612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53"/>
            <p:cNvSpPr/>
            <p:nvPr/>
          </p:nvSpPr>
          <p:spPr>
            <a:xfrm>
              <a:off x="373535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53"/>
            <p:cNvSpPr/>
            <p:nvPr/>
          </p:nvSpPr>
          <p:spPr>
            <a:xfrm>
              <a:off x="2294300" y="4408400"/>
              <a:ext cx="1058300" cy="231175"/>
            </a:xfrm>
            <a:custGeom>
              <a:rect b="b" l="l" r="r" t="t"/>
              <a:pathLst>
                <a:path extrusionOk="0" h="9247" w="42332">
                  <a:moveTo>
                    <a:pt x="21408" y="0"/>
                  </a:moveTo>
                  <a:cubicBezTo>
                    <a:pt x="12034" y="0"/>
                    <a:pt x="2569" y="159"/>
                    <a:pt x="1402" y="475"/>
                  </a:cubicBezTo>
                  <a:cubicBezTo>
                    <a:pt x="1" y="742"/>
                    <a:pt x="68" y="8314"/>
                    <a:pt x="1402" y="8781"/>
                  </a:cubicBezTo>
                  <a:cubicBezTo>
                    <a:pt x="2258" y="9108"/>
                    <a:pt x="10517" y="9246"/>
                    <a:pt x="19265" y="9246"/>
                  </a:cubicBezTo>
                  <a:cubicBezTo>
                    <a:pt x="29264" y="9246"/>
                    <a:pt x="39903" y="9066"/>
                    <a:pt x="40863" y="8781"/>
                  </a:cubicBezTo>
                  <a:cubicBezTo>
                    <a:pt x="42331" y="8481"/>
                    <a:pt x="41897" y="942"/>
                    <a:pt x="40863" y="475"/>
                  </a:cubicBezTo>
                  <a:cubicBezTo>
                    <a:pt x="40063" y="159"/>
                    <a:pt x="30781" y="0"/>
                    <a:pt x="21408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53"/>
            <p:cNvSpPr/>
            <p:nvPr/>
          </p:nvSpPr>
          <p:spPr>
            <a:xfrm>
              <a:off x="23727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53"/>
            <p:cNvSpPr/>
            <p:nvPr/>
          </p:nvSpPr>
          <p:spPr>
            <a:xfrm>
              <a:off x="2431900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53"/>
            <p:cNvSpPr/>
            <p:nvPr/>
          </p:nvSpPr>
          <p:spPr>
            <a:xfrm>
              <a:off x="2491125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53"/>
            <p:cNvSpPr/>
            <p:nvPr/>
          </p:nvSpPr>
          <p:spPr>
            <a:xfrm>
              <a:off x="25495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53"/>
            <p:cNvSpPr/>
            <p:nvPr/>
          </p:nvSpPr>
          <p:spPr>
            <a:xfrm>
              <a:off x="2608700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53"/>
            <p:cNvSpPr/>
            <p:nvPr/>
          </p:nvSpPr>
          <p:spPr>
            <a:xfrm>
              <a:off x="266875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53"/>
            <p:cNvSpPr/>
            <p:nvPr/>
          </p:nvSpPr>
          <p:spPr>
            <a:xfrm>
              <a:off x="272795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53"/>
            <p:cNvSpPr/>
            <p:nvPr/>
          </p:nvSpPr>
          <p:spPr>
            <a:xfrm>
              <a:off x="2786325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53"/>
            <p:cNvSpPr/>
            <p:nvPr/>
          </p:nvSpPr>
          <p:spPr>
            <a:xfrm>
              <a:off x="2845525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53"/>
            <p:cNvSpPr/>
            <p:nvPr/>
          </p:nvSpPr>
          <p:spPr>
            <a:xfrm>
              <a:off x="2904750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53"/>
            <p:cNvSpPr/>
            <p:nvPr/>
          </p:nvSpPr>
          <p:spPr>
            <a:xfrm>
              <a:off x="2963950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53"/>
            <p:cNvSpPr/>
            <p:nvPr/>
          </p:nvSpPr>
          <p:spPr>
            <a:xfrm>
              <a:off x="30240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53"/>
            <p:cNvSpPr/>
            <p:nvPr/>
          </p:nvSpPr>
          <p:spPr>
            <a:xfrm>
              <a:off x="3082375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53"/>
            <p:cNvSpPr/>
            <p:nvPr/>
          </p:nvSpPr>
          <p:spPr>
            <a:xfrm>
              <a:off x="3141575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53"/>
            <p:cNvSpPr/>
            <p:nvPr/>
          </p:nvSpPr>
          <p:spPr>
            <a:xfrm>
              <a:off x="3200800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53"/>
            <p:cNvSpPr/>
            <p:nvPr/>
          </p:nvSpPr>
          <p:spPr>
            <a:xfrm>
              <a:off x="3260825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53"/>
            <p:cNvSpPr/>
            <p:nvPr/>
          </p:nvSpPr>
          <p:spPr>
            <a:xfrm>
              <a:off x="2324325" y="4619575"/>
              <a:ext cx="412825" cy="24225"/>
            </a:xfrm>
            <a:custGeom>
              <a:rect b="b" l="l" r="r" t="t"/>
              <a:pathLst>
                <a:path extrusionOk="0" h="969" w="16513">
                  <a:moveTo>
                    <a:pt x="1" y="1"/>
                  </a:moveTo>
                  <a:lnTo>
                    <a:pt x="1" y="401"/>
                  </a:lnTo>
                  <a:cubicBezTo>
                    <a:pt x="168" y="401"/>
                    <a:pt x="14544" y="701"/>
                    <a:pt x="15345" y="735"/>
                  </a:cubicBezTo>
                  <a:cubicBezTo>
                    <a:pt x="16012" y="801"/>
                    <a:pt x="16279" y="968"/>
                    <a:pt x="16279" y="968"/>
                  </a:cubicBezTo>
                  <a:lnTo>
                    <a:pt x="16513" y="635"/>
                  </a:lnTo>
                  <a:cubicBezTo>
                    <a:pt x="16479" y="568"/>
                    <a:pt x="16179" y="368"/>
                    <a:pt x="15345" y="334"/>
                  </a:cubicBezTo>
                  <a:cubicBezTo>
                    <a:pt x="14544" y="301"/>
                    <a:pt x="601" y="1"/>
                    <a:pt x="1" y="1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53"/>
            <p:cNvSpPr/>
            <p:nvPr/>
          </p:nvSpPr>
          <p:spPr>
            <a:xfrm>
              <a:off x="2793825" y="4619575"/>
              <a:ext cx="529575" cy="24225"/>
            </a:xfrm>
            <a:custGeom>
              <a:rect b="b" l="l" r="r" t="t"/>
              <a:pathLst>
                <a:path extrusionOk="0" h="969" w="21183">
                  <a:moveTo>
                    <a:pt x="21183" y="1"/>
                  </a:moveTo>
                  <a:cubicBezTo>
                    <a:pt x="6439" y="1"/>
                    <a:pt x="1368" y="334"/>
                    <a:pt x="1168" y="334"/>
                  </a:cubicBezTo>
                  <a:cubicBezTo>
                    <a:pt x="334" y="368"/>
                    <a:pt x="34" y="568"/>
                    <a:pt x="1" y="635"/>
                  </a:cubicBezTo>
                  <a:lnTo>
                    <a:pt x="234" y="968"/>
                  </a:lnTo>
                  <a:cubicBezTo>
                    <a:pt x="234" y="968"/>
                    <a:pt x="434" y="801"/>
                    <a:pt x="1202" y="735"/>
                  </a:cubicBezTo>
                  <a:cubicBezTo>
                    <a:pt x="1402" y="735"/>
                    <a:pt x="6505" y="401"/>
                    <a:pt x="21183" y="401"/>
                  </a:cubicBezTo>
                  <a:lnTo>
                    <a:pt x="21183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53"/>
            <p:cNvSpPr/>
            <p:nvPr/>
          </p:nvSpPr>
          <p:spPr>
            <a:xfrm>
              <a:off x="2168375" y="4391925"/>
              <a:ext cx="197675" cy="191000"/>
            </a:xfrm>
            <a:custGeom>
              <a:rect b="b" l="l" r="r" t="t"/>
              <a:pathLst>
                <a:path extrusionOk="0" h="7640" w="7907">
                  <a:moveTo>
                    <a:pt x="3370" y="0"/>
                  </a:moveTo>
                  <a:lnTo>
                    <a:pt x="2436" y="3403"/>
                  </a:lnTo>
                  <a:lnTo>
                    <a:pt x="1" y="4303"/>
                  </a:lnTo>
                  <a:lnTo>
                    <a:pt x="2436" y="5171"/>
                  </a:lnTo>
                  <a:lnTo>
                    <a:pt x="3370" y="7639"/>
                  </a:lnTo>
                  <a:lnTo>
                    <a:pt x="4237" y="5171"/>
                  </a:lnTo>
                  <a:lnTo>
                    <a:pt x="7907" y="4303"/>
                  </a:lnTo>
                  <a:lnTo>
                    <a:pt x="4237" y="3403"/>
                  </a:lnTo>
                  <a:lnTo>
                    <a:pt x="33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53"/>
            <p:cNvSpPr/>
            <p:nvPr/>
          </p:nvSpPr>
          <p:spPr>
            <a:xfrm>
              <a:off x="3732825" y="4581225"/>
              <a:ext cx="129300" cy="123450"/>
            </a:xfrm>
            <a:custGeom>
              <a:rect b="b" l="l" r="r" t="t"/>
              <a:pathLst>
                <a:path extrusionOk="0" h="4938" w="5172">
                  <a:moveTo>
                    <a:pt x="2203" y="0"/>
                  </a:moveTo>
                  <a:lnTo>
                    <a:pt x="1569" y="2169"/>
                  </a:lnTo>
                  <a:lnTo>
                    <a:pt x="1" y="2736"/>
                  </a:lnTo>
                  <a:lnTo>
                    <a:pt x="1569" y="3336"/>
                  </a:lnTo>
                  <a:lnTo>
                    <a:pt x="2203" y="4937"/>
                  </a:lnTo>
                  <a:lnTo>
                    <a:pt x="2803" y="3336"/>
                  </a:lnTo>
                  <a:lnTo>
                    <a:pt x="5171" y="2736"/>
                  </a:lnTo>
                  <a:lnTo>
                    <a:pt x="2803" y="2169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53"/>
            <p:cNvSpPr/>
            <p:nvPr/>
          </p:nvSpPr>
          <p:spPr>
            <a:xfrm>
              <a:off x="2074975" y="4577050"/>
              <a:ext cx="91775" cy="88425"/>
            </a:xfrm>
            <a:custGeom>
              <a:rect b="b" l="l" r="r" t="t"/>
              <a:pathLst>
                <a:path extrusionOk="0" h="3537" w="3671">
                  <a:moveTo>
                    <a:pt x="1569" y="1"/>
                  </a:moveTo>
                  <a:lnTo>
                    <a:pt x="1135" y="1535"/>
                  </a:lnTo>
                  <a:lnTo>
                    <a:pt x="1" y="1935"/>
                  </a:lnTo>
                  <a:lnTo>
                    <a:pt x="1135" y="2402"/>
                  </a:lnTo>
                  <a:lnTo>
                    <a:pt x="1569" y="3536"/>
                  </a:lnTo>
                  <a:lnTo>
                    <a:pt x="1969" y="2402"/>
                  </a:lnTo>
                  <a:lnTo>
                    <a:pt x="3670" y="1935"/>
                  </a:lnTo>
                  <a:lnTo>
                    <a:pt x="1969" y="1535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53"/>
            <p:cNvSpPr/>
            <p:nvPr/>
          </p:nvSpPr>
          <p:spPr>
            <a:xfrm>
              <a:off x="2923100" y="2111125"/>
              <a:ext cx="1785450" cy="594600"/>
            </a:xfrm>
            <a:custGeom>
              <a:rect b="b" l="l" r="r" t="t"/>
              <a:pathLst>
                <a:path extrusionOk="0" h="23784" w="71418">
                  <a:moveTo>
                    <a:pt x="71118" y="0"/>
                  </a:moveTo>
                  <a:lnTo>
                    <a:pt x="63012" y="8173"/>
                  </a:lnTo>
                  <a:lnTo>
                    <a:pt x="60710" y="14611"/>
                  </a:lnTo>
                  <a:lnTo>
                    <a:pt x="53905" y="16279"/>
                  </a:lnTo>
                  <a:lnTo>
                    <a:pt x="46967" y="3603"/>
                  </a:lnTo>
                  <a:lnTo>
                    <a:pt x="39028" y="11675"/>
                  </a:lnTo>
                  <a:lnTo>
                    <a:pt x="22550" y="11675"/>
                  </a:lnTo>
                  <a:lnTo>
                    <a:pt x="20014" y="19014"/>
                  </a:lnTo>
                  <a:lnTo>
                    <a:pt x="7506" y="16279"/>
                  </a:lnTo>
                  <a:lnTo>
                    <a:pt x="0" y="23450"/>
                  </a:lnTo>
                  <a:lnTo>
                    <a:pt x="267" y="23784"/>
                  </a:lnTo>
                  <a:lnTo>
                    <a:pt x="7606" y="16746"/>
                  </a:lnTo>
                  <a:lnTo>
                    <a:pt x="20248" y="19481"/>
                  </a:lnTo>
                  <a:lnTo>
                    <a:pt x="22850" y="12109"/>
                  </a:lnTo>
                  <a:lnTo>
                    <a:pt x="39195" y="12109"/>
                  </a:lnTo>
                  <a:lnTo>
                    <a:pt x="46900" y="4303"/>
                  </a:lnTo>
                  <a:lnTo>
                    <a:pt x="53638" y="16779"/>
                  </a:lnTo>
                  <a:lnTo>
                    <a:pt x="60977" y="14944"/>
                  </a:lnTo>
                  <a:lnTo>
                    <a:pt x="63312" y="8473"/>
                  </a:lnTo>
                  <a:lnTo>
                    <a:pt x="71418" y="301"/>
                  </a:lnTo>
                  <a:lnTo>
                    <a:pt x="7111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53"/>
            <p:cNvSpPr/>
            <p:nvPr/>
          </p:nvSpPr>
          <p:spPr>
            <a:xfrm>
              <a:off x="4647650" y="2108625"/>
              <a:ext cx="65900" cy="64225"/>
            </a:xfrm>
            <a:custGeom>
              <a:rect b="b" l="l" r="r" t="t"/>
              <a:pathLst>
                <a:path extrusionOk="0" h="2569" w="2636">
                  <a:moveTo>
                    <a:pt x="1" y="0"/>
                  </a:moveTo>
                  <a:lnTo>
                    <a:pt x="1" y="401"/>
                  </a:lnTo>
                  <a:lnTo>
                    <a:pt x="2236" y="401"/>
                  </a:lnTo>
                  <a:lnTo>
                    <a:pt x="2236" y="2569"/>
                  </a:lnTo>
                  <a:lnTo>
                    <a:pt x="2636" y="2569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53"/>
            <p:cNvSpPr/>
            <p:nvPr/>
          </p:nvSpPr>
          <p:spPr>
            <a:xfrm>
              <a:off x="3011500" y="4012275"/>
              <a:ext cx="700525" cy="231175"/>
            </a:xfrm>
            <a:custGeom>
              <a:rect b="b" l="l" r="r" t="t"/>
              <a:pathLst>
                <a:path extrusionOk="0" h="9247" w="28021">
                  <a:moveTo>
                    <a:pt x="14231" y="0"/>
                  </a:moveTo>
                  <a:cubicBezTo>
                    <a:pt x="8273" y="0"/>
                    <a:pt x="2252" y="159"/>
                    <a:pt x="1501" y="476"/>
                  </a:cubicBezTo>
                  <a:cubicBezTo>
                    <a:pt x="0" y="1110"/>
                    <a:pt x="167" y="7981"/>
                    <a:pt x="1501" y="8782"/>
                  </a:cubicBezTo>
                  <a:cubicBezTo>
                    <a:pt x="2046" y="9109"/>
                    <a:pt x="7291" y="9247"/>
                    <a:pt x="12849" y="9247"/>
                  </a:cubicBezTo>
                  <a:cubicBezTo>
                    <a:pt x="19201" y="9247"/>
                    <a:pt x="25963" y="9066"/>
                    <a:pt x="26586" y="8782"/>
                  </a:cubicBezTo>
                  <a:cubicBezTo>
                    <a:pt x="28020" y="8115"/>
                    <a:pt x="27887" y="1276"/>
                    <a:pt x="26586" y="476"/>
                  </a:cubicBezTo>
                  <a:cubicBezTo>
                    <a:pt x="26085" y="159"/>
                    <a:pt x="20189" y="0"/>
                    <a:pt x="1423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53"/>
            <p:cNvSpPr/>
            <p:nvPr/>
          </p:nvSpPr>
          <p:spPr>
            <a:xfrm>
              <a:off x="3222475" y="4077525"/>
              <a:ext cx="68400" cy="95925"/>
            </a:xfrm>
            <a:custGeom>
              <a:rect b="b" l="l" r="r" t="t"/>
              <a:pathLst>
                <a:path extrusionOk="0" h="3837" w="2736">
                  <a:moveTo>
                    <a:pt x="1301" y="434"/>
                  </a:moveTo>
                  <a:cubicBezTo>
                    <a:pt x="1535" y="434"/>
                    <a:pt x="1735" y="501"/>
                    <a:pt x="1868" y="568"/>
                  </a:cubicBezTo>
                  <a:cubicBezTo>
                    <a:pt x="1968" y="668"/>
                    <a:pt x="2035" y="835"/>
                    <a:pt x="2035" y="1001"/>
                  </a:cubicBezTo>
                  <a:cubicBezTo>
                    <a:pt x="2035" y="1201"/>
                    <a:pt x="1968" y="1368"/>
                    <a:pt x="1868" y="1435"/>
                  </a:cubicBezTo>
                  <a:cubicBezTo>
                    <a:pt x="1735" y="1535"/>
                    <a:pt x="1535" y="1602"/>
                    <a:pt x="1301" y="1602"/>
                  </a:cubicBezTo>
                  <a:lnTo>
                    <a:pt x="534" y="1602"/>
                  </a:lnTo>
                  <a:lnTo>
                    <a:pt x="534" y="434"/>
                  </a:lnTo>
                  <a:close/>
                  <a:moveTo>
                    <a:pt x="1368" y="2002"/>
                  </a:moveTo>
                  <a:cubicBezTo>
                    <a:pt x="1635" y="2002"/>
                    <a:pt x="1835" y="2069"/>
                    <a:pt x="1968" y="2169"/>
                  </a:cubicBezTo>
                  <a:cubicBezTo>
                    <a:pt x="2102" y="2302"/>
                    <a:pt x="2169" y="2469"/>
                    <a:pt x="2169" y="2703"/>
                  </a:cubicBezTo>
                  <a:cubicBezTo>
                    <a:pt x="2169" y="2936"/>
                    <a:pt x="2102" y="3103"/>
                    <a:pt x="1968" y="3236"/>
                  </a:cubicBezTo>
                  <a:cubicBezTo>
                    <a:pt x="1835" y="3336"/>
                    <a:pt x="1635" y="3403"/>
                    <a:pt x="1368" y="3403"/>
                  </a:cubicBezTo>
                  <a:lnTo>
                    <a:pt x="534" y="3403"/>
                  </a:lnTo>
                  <a:lnTo>
                    <a:pt x="534" y="2002"/>
                  </a:lnTo>
                  <a:close/>
                  <a:moveTo>
                    <a:pt x="0" y="1"/>
                  </a:moveTo>
                  <a:lnTo>
                    <a:pt x="0" y="3837"/>
                  </a:lnTo>
                  <a:lnTo>
                    <a:pt x="1401" y="3837"/>
                  </a:lnTo>
                  <a:cubicBezTo>
                    <a:pt x="1802" y="3837"/>
                    <a:pt x="2135" y="3737"/>
                    <a:pt x="2369" y="3536"/>
                  </a:cubicBezTo>
                  <a:cubicBezTo>
                    <a:pt x="2602" y="3370"/>
                    <a:pt x="2736" y="3103"/>
                    <a:pt x="2736" y="2769"/>
                  </a:cubicBezTo>
                  <a:cubicBezTo>
                    <a:pt x="2736" y="2502"/>
                    <a:pt x="2669" y="2302"/>
                    <a:pt x="2502" y="2102"/>
                  </a:cubicBezTo>
                  <a:cubicBezTo>
                    <a:pt x="2369" y="1935"/>
                    <a:pt x="2169" y="1835"/>
                    <a:pt x="1935" y="1769"/>
                  </a:cubicBezTo>
                  <a:cubicBezTo>
                    <a:pt x="2135" y="1735"/>
                    <a:pt x="2302" y="1668"/>
                    <a:pt x="2402" y="1502"/>
                  </a:cubicBezTo>
                  <a:cubicBezTo>
                    <a:pt x="2502" y="1368"/>
                    <a:pt x="2569" y="1201"/>
                    <a:pt x="2569" y="968"/>
                  </a:cubicBezTo>
                  <a:cubicBezTo>
                    <a:pt x="2569" y="668"/>
                    <a:pt x="2469" y="434"/>
                    <a:pt x="2235" y="267"/>
                  </a:cubicBezTo>
                  <a:cubicBezTo>
                    <a:pt x="2035" y="101"/>
                    <a:pt x="1735" y="1"/>
                    <a:pt x="1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53"/>
            <p:cNvSpPr/>
            <p:nvPr/>
          </p:nvSpPr>
          <p:spPr>
            <a:xfrm>
              <a:off x="3310875" y="4077525"/>
              <a:ext cx="73400" cy="97600"/>
            </a:xfrm>
            <a:custGeom>
              <a:rect b="b" l="l" r="r" t="t"/>
              <a:pathLst>
                <a:path extrusionOk="0" h="3904" w="2936">
                  <a:moveTo>
                    <a:pt x="0" y="1"/>
                  </a:moveTo>
                  <a:lnTo>
                    <a:pt x="0" y="2402"/>
                  </a:lnTo>
                  <a:cubicBezTo>
                    <a:pt x="0" y="2903"/>
                    <a:pt x="134" y="3270"/>
                    <a:pt x="367" y="3536"/>
                  </a:cubicBezTo>
                  <a:cubicBezTo>
                    <a:pt x="634" y="3770"/>
                    <a:pt x="1001" y="3903"/>
                    <a:pt x="1468" y="3903"/>
                  </a:cubicBezTo>
                  <a:cubicBezTo>
                    <a:pt x="1968" y="3903"/>
                    <a:pt x="2335" y="3770"/>
                    <a:pt x="2569" y="3536"/>
                  </a:cubicBezTo>
                  <a:cubicBezTo>
                    <a:pt x="2802" y="3270"/>
                    <a:pt x="2936" y="2903"/>
                    <a:pt x="2936" y="2402"/>
                  </a:cubicBezTo>
                  <a:lnTo>
                    <a:pt x="2936" y="1"/>
                  </a:lnTo>
                  <a:lnTo>
                    <a:pt x="2402" y="1"/>
                  </a:lnTo>
                  <a:lnTo>
                    <a:pt x="2402" y="2336"/>
                  </a:lnTo>
                  <a:cubicBezTo>
                    <a:pt x="2402" y="2736"/>
                    <a:pt x="2335" y="3036"/>
                    <a:pt x="2202" y="3203"/>
                  </a:cubicBezTo>
                  <a:cubicBezTo>
                    <a:pt x="2035" y="3403"/>
                    <a:pt x="1802" y="3470"/>
                    <a:pt x="1468" y="3470"/>
                  </a:cubicBezTo>
                  <a:cubicBezTo>
                    <a:pt x="1134" y="3470"/>
                    <a:pt x="901" y="3403"/>
                    <a:pt x="767" y="3203"/>
                  </a:cubicBezTo>
                  <a:cubicBezTo>
                    <a:pt x="601" y="3036"/>
                    <a:pt x="534" y="2736"/>
                    <a:pt x="534" y="2336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53"/>
            <p:cNvSpPr/>
            <p:nvPr/>
          </p:nvSpPr>
          <p:spPr>
            <a:xfrm>
              <a:off x="3395100" y="4077525"/>
              <a:ext cx="80900" cy="95925"/>
            </a:xfrm>
            <a:custGeom>
              <a:rect b="b" l="l" r="r" t="t"/>
              <a:pathLst>
                <a:path extrusionOk="0" h="3837" w="3236">
                  <a:moveTo>
                    <a:pt x="0" y="1"/>
                  </a:moveTo>
                  <a:lnTo>
                    <a:pt x="1368" y="2002"/>
                  </a:lnTo>
                  <a:lnTo>
                    <a:pt x="1368" y="3837"/>
                  </a:lnTo>
                  <a:lnTo>
                    <a:pt x="1868" y="3837"/>
                  </a:lnTo>
                  <a:lnTo>
                    <a:pt x="1868" y="2002"/>
                  </a:lnTo>
                  <a:lnTo>
                    <a:pt x="3236" y="1"/>
                  </a:lnTo>
                  <a:lnTo>
                    <a:pt x="2669" y="1"/>
                  </a:lnTo>
                  <a:lnTo>
                    <a:pt x="1635" y="15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53"/>
            <p:cNvSpPr/>
            <p:nvPr/>
          </p:nvSpPr>
          <p:spPr>
            <a:xfrm>
              <a:off x="3917975" y="4012275"/>
              <a:ext cx="700525" cy="231175"/>
            </a:xfrm>
            <a:custGeom>
              <a:rect b="b" l="l" r="r" t="t"/>
              <a:pathLst>
                <a:path extrusionOk="0" h="9247" w="28021">
                  <a:moveTo>
                    <a:pt x="14248" y="0"/>
                  </a:moveTo>
                  <a:cubicBezTo>
                    <a:pt x="8281" y="0"/>
                    <a:pt x="2252" y="159"/>
                    <a:pt x="1501" y="476"/>
                  </a:cubicBezTo>
                  <a:cubicBezTo>
                    <a:pt x="0" y="1110"/>
                    <a:pt x="167" y="7981"/>
                    <a:pt x="1501" y="8782"/>
                  </a:cubicBezTo>
                  <a:cubicBezTo>
                    <a:pt x="2046" y="9109"/>
                    <a:pt x="7298" y="9247"/>
                    <a:pt x="12864" y="9247"/>
                  </a:cubicBezTo>
                  <a:cubicBezTo>
                    <a:pt x="19226" y="9247"/>
                    <a:pt x="25997" y="9066"/>
                    <a:pt x="26619" y="8782"/>
                  </a:cubicBezTo>
                  <a:cubicBezTo>
                    <a:pt x="28020" y="8115"/>
                    <a:pt x="27920" y="1276"/>
                    <a:pt x="26619" y="476"/>
                  </a:cubicBezTo>
                  <a:cubicBezTo>
                    <a:pt x="26119" y="159"/>
                    <a:pt x="20215" y="0"/>
                    <a:pt x="14248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53"/>
            <p:cNvSpPr/>
            <p:nvPr/>
          </p:nvSpPr>
          <p:spPr>
            <a:xfrm>
              <a:off x="4104775" y="4075850"/>
              <a:ext cx="67575" cy="99275"/>
            </a:xfrm>
            <a:custGeom>
              <a:rect b="b" l="l" r="r" t="t"/>
              <a:pathLst>
                <a:path extrusionOk="0" h="3971" w="2703">
                  <a:moveTo>
                    <a:pt x="1368" y="1"/>
                  </a:moveTo>
                  <a:cubicBezTo>
                    <a:pt x="934" y="1"/>
                    <a:pt x="601" y="101"/>
                    <a:pt x="367" y="301"/>
                  </a:cubicBezTo>
                  <a:cubicBezTo>
                    <a:pt x="134" y="501"/>
                    <a:pt x="0" y="768"/>
                    <a:pt x="0" y="1102"/>
                  </a:cubicBezTo>
                  <a:cubicBezTo>
                    <a:pt x="0" y="1402"/>
                    <a:pt x="100" y="1635"/>
                    <a:pt x="267" y="1769"/>
                  </a:cubicBezTo>
                  <a:cubicBezTo>
                    <a:pt x="434" y="1936"/>
                    <a:pt x="734" y="2069"/>
                    <a:pt x="1101" y="2136"/>
                  </a:cubicBezTo>
                  <a:lnTo>
                    <a:pt x="1435" y="2202"/>
                  </a:lnTo>
                  <a:cubicBezTo>
                    <a:pt x="1668" y="2269"/>
                    <a:pt x="1868" y="2336"/>
                    <a:pt x="2002" y="2436"/>
                  </a:cubicBezTo>
                  <a:cubicBezTo>
                    <a:pt x="2102" y="2536"/>
                    <a:pt x="2168" y="2703"/>
                    <a:pt x="2168" y="2870"/>
                  </a:cubicBezTo>
                  <a:cubicBezTo>
                    <a:pt x="2168" y="3103"/>
                    <a:pt x="2068" y="3270"/>
                    <a:pt x="1935" y="3370"/>
                  </a:cubicBezTo>
                  <a:cubicBezTo>
                    <a:pt x="1768" y="3503"/>
                    <a:pt x="1535" y="3537"/>
                    <a:pt x="1234" y="3537"/>
                  </a:cubicBezTo>
                  <a:cubicBezTo>
                    <a:pt x="1034" y="3537"/>
                    <a:pt x="834" y="3537"/>
                    <a:pt x="634" y="3470"/>
                  </a:cubicBezTo>
                  <a:cubicBezTo>
                    <a:pt x="434" y="3403"/>
                    <a:pt x="234" y="3303"/>
                    <a:pt x="34" y="3203"/>
                  </a:cubicBezTo>
                  <a:lnTo>
                    <a:pt x="34" y="3737"/>
                  </a:lnTo>
                  <a:cubicBezTo>
                    <a:pt x="234" y="3804"/>
                    <a:pt x="467" y="3870"/>
                    <a:pt x="667" y="3904"/>
                  </a:cubicBezTo>
                  <a:cubicBezTo>
                    <a:pt x="868" y="3937"/>
                    <a:pt x="1068" y="3970"/>
                    <a:pt x="1234" y="3970"/>
                  </a:cubicBezTo>
                  <a:cubicBezTo>
                    <a:pt x="1701" y="3970"/>
                    <a:pt x="2068" y="3870"/>
                    <a:pt x="2335" y="3670"/>
                  </a:cubicBezTo>
                  <a:cubicBezTo>
                    <a:pt x="2569" y="3503"/>
                    <a:pt x="2702" y="3203"/>
                    <a:pt x="2702" y="2836"/>
                  </a:cubicBezTo>
                  <a:cubicBezTo>
                    <a:pt x="2702" y="2536"/>
                    <a:pt x="2602" y="2303"/>
                    <a:pt x="2435" y="2102"/>
                  </a:cubicBezTo>
                  <a:cubicBezTo>
                    <a:pt x="2235" y="1902"/>
                    <a:pt x="1968" y="1802"/>
                    <a:pt x="1568" y="1702"/>
                  </a:cubicBezTo>
                  <a:lnTo>
                    <a:pt x="1268" y="1635"/>
                  </a:lnTo>
                  <a:cubicBezTo>
                    <a:pt x="968" y="1602"/>
                    <a:pt x="801" y="1535"/>
                    <a:pt x="667" y="1435"/>
                  </a:cubicBezTo>
                  <a:cubicBezTo>
                    <a:pt x="567" y="1369"/>
                    <a:pt x="534" y="1235"/>
                    <a:pt x="534" y="1068"/>
                  </a:cubicBezTo>
                  <a:cubicBezTo>
                    <a:pt x="534" y="868"/>
                    <a:pt x="601" y="701"/>
                    <a:pt x="767" y="601"/>
                  </a:cubicBezTo>
                  <a:cubicBezTo>
                    <a:pt x="901" y="468"/>
                    <a:pt x="1134" y="435"/>
                    <a:pt x="1401" y="435"/>
                  </a:cubicBezTo>
                  <a:cubicBezTo>
                    <a:pt x="1568" y="435"/>
                    <a:pt x="1735" y="468"/>
                    <a:pt x="1902" y="501"/>
                  </a:cubicBezTo>
                  <a:cubicBezTo>
                    <a:pt x="2102" y="535"/>
                    <a:pt x="2269" y="601"/>
                    <a:pt x="2469" y="701"/>
                  </a:cubicBezTo>
                  <a:lnTo>
                    <a:pt x="2469" y="201"/>
                  </a:lnTo>
                  <a:cubicBezTo>
                    <a:pt x="2269" y="134"/>
                    <a:pt x="2102" y="101"/>
                    <a:pt x="1902" y="68"/>
                  </a:cubicBezTo>
                  <a:cubicBezTo>
                    <a:pt x="1701" y="34"/>
                    <a:pt x="153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53"/>
            <p:cNvSpPr/>
            <p:nvPr/>
          </p:nvSpPr>
          <p:spPr>
            <a:xfrm>
              <a:off x="4192325" y="4077525"/>
              <a:ext cx="61750" cy="95925"/>
            </a:xfrm>
            <a:custGeom>
              <a:rect b="b" l="l" r="r" t="t"/>
              <a:pathLst>
                <a:path extrusionOk="0" h="3837" w="2470">
                  <a:moveTo>
                    <a:pt x="1" y="1"/>
                  </a:moveTo>
                  <a:lnTo>
                    <a:pt x="1" y="3837"/>
                  </a:lnTo>
                  <a:lnTo>
                    <a:pt x="2469" y="3837"/>
                  </a:lnTo>
                  <a:lnTo>
                    <a:pt x="2469" y="3403"/>
                  </a:lnTo>
                  <a:lnTo>
                    <a:pt x="534" y="3403"/>
                  </a:lnTo>
                  <a:lnTo>
                    <a:pt x="534" y="2002"/>
                  </a:lnTo>
                  <a:lnTo>
                    <a:pt x="2336" y="2002"/>
                  </a:lnTo>
                  <a:lnTo>
                    <a:pt x="2336" y="1568"/>
                  </a:lnTo>
                  <a:lnTo>
                    <a:pt x="534" y="1568"/>
                  </a:lnTo>
                  <a:lnTo>
                    <a:pt x="534" y="434"/>
                  </a:lnTo>
                  <a:lnTo>
                    <a:pt x="2436" y="434"/>
                  </a:lnTo>
                  <a:lnTo>
                    <a:pt x="24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53"/>
            <p:cNvSpPr/>
            <p:nvPr/>
          </p:nvSpPr>
          <p:spPr>
            <a:xfrm>
              <a:off x="4274900" y="4077525"/>
              <a:ext cx="60050" cy="95925"/>
            </a:xfrm>
            <a:custGeom>
              <a:rect b="b" l="l" r="r" t="t"/>
              <a:pathLst>
                <a:path extrusionOk="0" h="3837" w="2402">
                  <a:moveTo>
                    <a:pt x="0" y="1"/>
                  </a:moveTo>
                  <a:lnTo>
                    <a:pt x="0" y="3837"/>
                  </a:lnTo>
                  <a:lnTo>
                    <a:pt x="2402" y="3837"/>
                  </a:lnTo>
                  <a:lnTo>
                    <a:pt x="2402" y="3403"/>
                  </a:lnTo>
                  <a:lnTo>
                    <a:pt x="534" y="3403"/>
                  </a:lnTo>
                  <a:lnTo>
                    <a:pt x="5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53"/>
            <p:cNvSpPr/>
            <p:nvPr/>
          </p:nvSpPr>
          <p:spPr>
            <a:xfrm>
              <a:off x="4348275" y="4077525"/>
              <a:ext cx="59225" cy="95925"/>
            </a:xfrm>
            <a:custGeom>
              <a:rect b="b" l="l" r="r" t="t"/>
              <a:pathLst>
                <a:path extrusionOk="0" h="3837" w="2369">
                  <a:moveTo>
                    <a:pt x="1" y="1"/>
                  </a:moveTo>
                  <a:lnTo>
                    <a:pt x="1" y="3837"/>
                  </a:lnTo>
                  <a:lnTo>
                    <a:pt x="2369" y="3837"/>
                  </a:lnTo>
                  <a:lnTo>
                    <a:pt x="2369" y="3403"/>
                  </a:lnTo>
                  <a:lnTo>
                    <a:pt x="501" y="3403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53"/>
            <p:cNvSpPr/>
            <p:nvPr/>
          </p:nvSpPr>
          <p:spPr>
            <a:xfrm>
              <a:off x="3078200" y="1610175"/>
              <a:ext cx="1471075" cy="463425"/>
            </a:xfrm>
            <a:custGeom>
              <a:rect b="b" l="l" r="r" t="t"/>
              <a:pathLst>
                <a:path extrusionOk="0" h="18537" w="58843">
                  <a:moveTo>
                    <a:pt x="23956" y="0"/>
                  </a:moveTo>
                  <a:cubicBezTo>
                    <a:pt x="11824" y="0"/>
                    <a:pt x="1066" y="98"/>
                    <a:pt x="734" y="358"/>
                  </a:cubicBezTo>
                  <a:cubicBezTo>
                    <a:pt x="1" y="991"/>
                    <a:pt x="401" y="17970"/>
                    <a:pt x="734" y="18270"/>
                  </a:cubicBezTo>
                  <a:cubicBezTo>
                    <a:pt x="920" y="18419"/>
                    <a:pt x="18649" y="18537"/>
                    <a:pt x="34395" y="18537"/>
                  </a:cubicBezTo>
                  <a:cubicBezTo>
                    <a:pt x="46908" y="18537"/>
                    <a:pt x="58169" y="18462"/>
                    <a:pt x="58376" y="18270"/>
                  </a:cubicBezTo>
                  <a:cubicBezTo>
                    <a:pt x="58843" y="17803"/>
                    <a:pt x="58743" y="658"/>
                    <a:pt x="58376" y="358"/>
                  </a:cubicBezTo>
                  <a:cubicBezTo>
                    <a:pt x="58167" y="168"/>
                    <a:pt x="39878" y="0"/>
                    <a:pt x="23956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53"/>
            <p:cNvSpPr/>
            <p:nvPr/>
          </p:nvSpPr>
          <p:spPr>
            <a:xfrm>
              <a:off x="3287525" y="1302175"/>
              <a:ext cx="1114150" cy="539600"/>
            </a:xfrm>
            <a:custGeom>
              <a:rect b="b" l="l" r="r" t="t"/>
              <a:pathLst>
                <a:path extrusionOk="0" h="21584" w="44566">
                  <a:moveTo>
                    <a:pt x="22046" y="1"/>
                  </a:moveTo>
                  <a:cubicBezTo>
                    <a:pt x="12861" y="1"/>
                    <a:pt x="3844" y="4721"/>
                    <a:pt x="968" y="14512"/>
                  </a:cubicBezTo>
                  <a:cubicBezTo>
                    <a:pt x="267" y="16847"/>
                    <a:pt x="0" y="19282"/>
                    <a:pt x="134" y="21584"/>
                  </a:cubicBezTo>
                  <a:lnTo>
                    <a:pt x="44499" y="21584"/>
                  </a:lnTo>
                  <a:cubicBezTo>
                    <a:pt x="44565" y="18849"/>
                    <a:pt x="44198" y="16113"/>
                    <a:pt x="43298" y="13578"/>
                  </a:cubicBezTo>
                  <a:cubicBezTo>
                    <a:pt x="41897" y="9575"/>
                    <a:pt x="39362" y="6073"/>
                    <a:pt x="35659" y="3771"/>
                  </a:cubicBezTo>
                  <a:cubicBezTo>
                    <a:pt x="31634" y="1274"/>
                    <a:pt x="26817" y="1"/>
                    <a:pt x="22046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53"/>
            <p:cNvSpPr/>
            <p:nvPr/>
          </p:nvSpPr>
          <p:spPr>
            <a:xfrm>
              <a:off x="3801225" y="1301175"/>
              <a:ext cx="158475" cy="50250"/>
            </a:xfrm>
            <a:custGeom>
              <a:rect b="b" l="l" r="r" t="t"/>
              <a:pathLst>
                <a:path extrusionOk="0" h="2010" w="6339">
                  <a:moveTo>
                    <a:pt x="1615" y="1"/>
                  </a:moveTo>
                  <a:cubicBezTo>
                    <a:pt x="1376" y="1"/>
                    <a:pt x="1138" y="3"/>
                    <a:pt x="901" y="8"/>
                  </a:cubicBezTo>
                  <a:cubicBezTo>
                    <a:pt x="401" y="8"/>
                    <a:pt x="0" y="442"/>
                    <a:pt x="67" y="876"/>
                  </a:cubicBezTo>
                  <a:cubicBezTo>
                    <a:pt x="67" y="1355"/>
                    <a:pt x="434" y="1712"/>
                    <a:pt x="875" y="1712"/>
                  </a:cubicBezTo>
                  <a:cubicBezTo>
                    <a:pt x="895" y="1712"/>
                    <a:pt x="915" y="1711"/>
                    <a:pt x="934" y="1710"/>
                  </a:cubicBezTo>
                  <a:cubicBezTo>
                    <a:pt x="1161" y="1705"/>
                    <a:pt x="1388" y="1702"/>
                    <a:pt x="1613" y="1702"/>
                  </a:cubicBezTo>
                  <a:cubicBezTo>
                    <a:pt x="2847" y="1702"/>
                    <a:pt x="4063" y="1784"/>
                    <a:pt x="5304" y="2010"/>
                  </a:cubicBezTo>
                  <a:lnTo>
                    <a:pt x="5437" y="2010"/>
                  </a:lnTo>
                  <a:cubicBezTo>
                    <a:pt x="5838" y="2010"/>
                    <a:pt x="6238" y="1710"/>
                    <a:pt x="6305" y="1276"/>
                  </a:cubicBezTo>
                  <a:cubicBezTo>
                    <a:pt x="6338" y="842"/>
                    <a:pt x="6005" y="375"/>
                    <a:pt x="5571" y="309"/>
                  </a:cubicBezTo>
                  <a:cubicBezTo>
                    <a:pt x="4246" y="83"/>
                    <a:pt x="2920" y="1"/>
                    <a:pt x="1615" y="1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53"/>
            <p:cNvSpPr/>
            <p:nvPr/>
          </p:nvSpPr>
          <p:spPr>
            <a:xfrm>
              <a:off x="4046400" y="1345800"/>
              <a:ext cx="354450" cy="496825"/>
            </a:xfrm>
            <a:custGeom>
              <a:rect b="b" l="l" r="r" t="t"/>
              <a:pathLst>
                <a:path extrusionOk="0" h="19873" w="14178">
                  <a:moveTo>
                    <a:pt x="971" y="0"/>
                  </a:moveTo>
                  <a:cubicBezTo>
                    <a:pt x="618" y="0"/>
                    <a:pt x="295" y="201"/>
                    <a:pt x="167" y="558"/>
                  </a:cubicBezTo>
                  <a:cubicBezTo>
                    <a:pt x="0" y="992"/>
                    <a:pt x="267" y="1492"/>
                    <a:pt x="667" y="1659"/>
                  </a:cubicBezTo>
                  <a:cubicBezTo>
                    <a:pt x="1968" y="2160"/>
                    <a:pt x="3169" y="2760"/>
                    <a:pt x="4303" y="3494"/>
                  </a:cubicBezTo>
                  <a:cubicBezTo>
                    <a:pt x="7506" y="5495"/>
                    <a:pt x="9941" y="8564"/>
                    <a:pt x="11275" y="12434"/>
                  </a:cubicBezTo>
                  <a:cubicBezTo>
                    <a:pt x="12109" y="14835"/>
                    <a:pt x="12442" y="17370"/>
                    <a:pt x="12342" y="19872"/>
                  </a:cubicBezTo>
                  <a:lnTo>
                    <a:pt x="14110" y="19872"/>
                  </a:lnTo>
                  <a:cubicBezTo>
                    <a:pt x="14177" y="17204"/>
                    <a:pt x="13810" y="14435"/>
                    <a:pt x="12876" y="11867"/>
                  </a:cubicBezTo>
                  <a:cubicBezTo>
                    <a:pt x="11442" y="7597"/>
                    <a:pt x="8773" y="4194"/>
                    <a:pt x="5204" y="2026"/>
                  </a:cubicBezTo>
                  <a:cubicBezTo>
                    <a:pt x="4003" y="1259"/>
                    <a:pt x="2669" y="592"/>
                    <a:pt x="1301" y="58"/>
                  </a:cubicBezTo>
                  <a:cubicBezTo>
                    <a:pt x="1192" y="19"/>
                    <a:pt x="1080" y="0"/>
                    <a:pt x="971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53"/>
            <p:cNvSpPr/>
            <p:nvPr/>
          </p:nvSpPr>
          <p:spPr>
            <a:xfrm>
              <a:off x="3420950" y="1426950"/>
              <a:ext cx="848125" cy="414825"/>
            </a:xfrm>
            <a:custGeom>
              <a:rect b="b" l="l" r="r" t="t"/>
              <a:pathLst>
                <a:path extrusionOk="0" h="16593" w="33925">
                  <a:moveTo>
                    <a:pt x="16808" y="1"/>
                  </a:moveTo>
                  <a:cubicBezTo>
                    <a:pt x="9800" y="1"/>
                    <a:pt x="2922" y="3592"/>
                    <a:pt x="768" y="11022"/>
                  </a:cubicBezTo>
                  <a:cubicBezTo>
                    <a:pt x="201" y="12857"/>
                    <a:pt x="0" y="14758"/>
                    <a:pt x="134" y="16526"/>
                  </a:cubicBezTo>
                  <a:lnTo>
                    <a:pt x="33858" y="16526"/>
                  </a:lnTo>
                  <a:lnTo>
                    <a:pt x="33858" y="16593"/>
                  </a:lnTo>
                  <a:cubicBezTo>
                    <a:pt x="33925" y="14458"/>
                    <a:pt x="33658" y="12323"/>
                    <a:pt x="32957" y="10322"/>
                  </a:cubicBezTo>
                  <a:cubicBezTo>
                    <a:pt x="31890" y="7286"/>
                    <a:pt x="29955" y="4618"/>
                    <a:pt x="27153" y="2850"/>
                  </a:cubicBezTo>
                  <a:cubicBezTo>
                    <a:pt x="24094" y="962"/>
                    <a:pt x="20433" y="1"/>
                    <a:pt x="16808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53"/>
            <p:cNvSpPr/>
            <p:nvPr/>
          </p:nvSpPr>
          <p:spPr>
            <a:xfrm>
              <a:off x="3838750" y="1129575"/>
              <a:ext cx="10850" cy="82600"/>
            </a:xfrm>
            <a:custGeom>
              <a:rect b="b" l="l" r="r" t="t"/>
              <a:pathLst>
                <a:path extrusionOk="0" h="3304" w="434">
                  <a:moveTo>
                    <a:pt x="0" y="1"/>
                  </a:moveTo>
                  <a:lnTo>
                    <a:pt x="0" y="3303"/>
                  </a:lnTo>
                  <a:lnTo>
                    <a:pt x="434" y="3303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53"/>
            <p:cNvSpPr/>
            <p:nvPr/>
          </p:nvSpPr>
          <p:spPr>
            <a:xfrm>
              <a:off x="3783700" y="1170450"/>
              <a:ext cx="10875" cy="81750"/>
            </a:xfrm>
            <a:custGeom>
              <a:rect b="b" l="l" r="r" t="t"/>
              <a:pathLst>
                <a:path extrusionOk="0" h="3270" w="435">
                  <a:moveTo>
                    <a:pt x="1" y="0"/>
                  </a:moveTo>
                  <a:lnTo>
                    <a:pt x="1" y="3269"/>
                  </a:lnTo>
                  <a:lnTo>
                    <a:pt x="434" y="3269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53"/>
            <p:cNvSpPr/>
            <p:nvPr/>
          </p:nvSpPr>
          <p:spPr>
            <a:xfrm>
              <a:off x="3893775" y="1182125"/>
              <a:ext cx="10875" cy="58400"/>
            </a:xfrm>
            <a:custGeom>
              <a:rect b="b" l="l" r="r" t="t"/>
              <a:pathLst>
                <a:path extrusionOk="0" h="2336" w="435">
                  <a:moveTo>
                    <a:pt x="1" y="0"/>
                  </a:moveTo>
                  <a:lnTo>
                    <a:pt x="1" y="2335"/>
                  </a:lnTo>
                  <a:lnTo>
                    <a:pt x="435" y="2335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53"/>
            <p:cNvSpPr/>
            <p:nvPr/>
          </p:nvSpPr>
          <p:spPr>
            <a:xfrm>
              <a:off x="3415950" y="1430625"/>
              <a:ext cx="336925" cy="392825"/>
            </a:xfrm>
            <a:custGeom>
              <a:rect b="b" l="l" r="r" t="t"/>
              <a:pathLst>
                <a:path extrusionOk="0" h="15713" w="13477">
                  <a:moveTo>
                    <a:pt x="13376" y="1"/>
                  </a:moveTo>
                  <a:cubicBezTo>
                    <a:pt x="5471" y="1469"/>
                    <a:pt x="0" y="7940"/>
                    <a:pt x="67" y="15712"/>
                  </a:cubicBezTo>
                  <a:lnTo>
                    <a:pt x="501" y="15712"/>
                  </a:lnTo>
                  <a:cubicBezTo>
                    <a:pt x="401" y="8140"/>
                    <a:pt x="5738" y="1835"/>
                    <a:pt x="13477" y="434"/>
                  </a:cubicBezTo>
                  <a:lnTo>
                    <a:pt x="13376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53"/>
            <p:cNvSpPr/>
            <p:nvPr/>
          </p:nvSpPr>
          <p:spPr>
            <a:xfrm>
              <a:off x="3210800" y="1835925"/>
              <a:ext cx="1234225" cy="10875"/>
            </a:xfrm>
            <a:custGeom>
              <a:rect b="b" l="l" r="r" t="t"/>
              <a:pathLst>
                <a:path extrusionOk="0" h="435" w="49369">
                  <a:moveTo>
                    <a:pt x="0" y="0"/>
                  </a:moveTo>
                  <a:lnTo>
                    <a:pt x="0" y="434"/>
                  </a:lnTo>
                  <a:lnTo>
                    <a:pt x="49369" y="434"/>
                  </a:lnTo>
                  <a:lnTo>
                    <a:pt x="49369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53"/>
            <p:cNvSpPr/>
            <p:nvPr/>
          </p:nvSpPr>
          <p:spPr>
            <a:xfrm>
              <a:off x="2925600" y="3588000"/>
              <a:ext cx="140125" cy="189325"/>
            </a:xfrm>
            <a:custGeom>
              <a:rect b="b" l="l" r="r" t="t"/>
              <a:pathLst>
                <a:path extrusionOk="0" h="7573" w="5605">
                  <a:moveTo>
                    <a:pt x="0" y="1"/>
                  </a:moveTo>
                  <a:lnTo>
                    <a:pt x="0" y="7573"/>
                  </a:lnTo>
                  <a:lnTo>
                    <a:pt x="5604" y="7573"/>
                  </a:lnTo>
                  <a:lnTo>
                    <a:pt x="5604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53"/>
            <p:cNvSpPr/>
            <p:nvPr/>
          </p:nvSpPr>
          <p:spPr>
            <a:xfrm>
              <a:off x="2925600" y="3027600"/>
              <a:ext cx="140125" cy="561275"/>
            </a:xfrm>
            <a:custGeom>
              <a:rect b="b" l="l" r="r" t="t"/>
              <a:pathLst>
                <a:path extrusionOk="0" h="22451" w="5605">
                  <a:moveTo>
                    <a:pt x="0" y="1"/>
                  </a:moveTo>
                  <a:lnTo>
                    <a:pt x="0" y="22450"/>
                  </a:lnTo>
                  <a:lnTo>
                    <a:pt x="5604" y="22450"/>
                  </a:lnTo>
                  <a:lnTo>
                    <a:pt x="5604" y="1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53"/>
            <p:cNvSpPr/>
            <p:nvPr/>
          </p:nvSpPr>
          <p:spPr>
            <a:xfrm>
              <a:off x="3160750" y="2664850"/>
              <a:ext cx="139300" cy="663825"/>
            </a:xfrm>
            <a:custGeom>
              <a:rect b="b" l="l" r="r" t="t"/>
              <a:pathLst>
                <a:path extrusionOk="0" h="26553" w="5572">
                  <a:moveTo>
                    <a:pt x="1" y="0"/>
                  </a:moveTo>
                  <a:lnTo>
                    <a:pt x="1" y="26553"/>
                  </a:lnTo>
                  <a:lnTo>
                    <a:pt x="5572" y="26553"/>
                  </a:lnTo>
                  <a:lnTo>
                    <a:pt x="5572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53"/>
            <p:cNvSpPr/>
            <p:nvPr/>
          </p:nvSpPr>
          <p:spPr>
            <a:xfrm>
              <a:off x="3393425" y="2741575"/>
              <a:ext cx="140125" cy="83425"/>
            </a:xfrm>
            <a:custGeom>
              <a:rect b="b" l="l" r="r" t="t"/>
              <a:pathLst>
                <a:path extrusionOk="0" h="3337" w="5605">
                  <a:moveTo>
                    <a:pt x="1" y="0"/>
                  </a:moveTo>
                  <a:lnTo>
                    <a:pt x="1" y="3336"/>
                  </a:lnTo>
                  <a:lnTo>
                    <a:pt x="5605" y="3336"/>
                  </a:lnTo>
                  <a:lnTo>
                    <a:pt x="5605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53"/>
            <p:cNvSpPr/>
            <p:nvPr/>
          </p:nvSpPr>
          <p:spPr>
            <a:xfrm>
              <a:off x="3628600" y="3141025"/>
              <a:ext cx="139275" cy="487875"/>
            </a:xfrm>
            <a:custGeom>
              <a:rect b="b" l="l" r="r" t="t"/>
              <a:pathLst>
                <a:path extrusionOk="0" h="19515" w="5571">
                  <a:moveTo>
                    <a:pt x="0" y="0"/>
                  </a:moveTo>
                  <a:lnTo>
                    <a:pt x="0" y="19514"/>
                  </a:lnTo>
                  <a:lnTo>
                    <a:pt x="5571" y="19514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53"/>
            <p:cNvSpPr/>
            <p:nvPr/>
          </p:nvSpPr>
          <p:spPr>
            <a:xfrm>
              <a:off x="4096425" y="2873325"/>
              <a:ext cx="139300" cy="165975"/>
            </a:xfrm>
            <a:custGeom>
              <a:rect b="b" l="l" r="r" t="t"/>
              <a:pathLst>
                <a:path extrusionOk="0" h="6639" w="5572">
                  <a:moveTo>
                    <a:pt x="1" y="1"/>
                  </a:moveTo>
                  <a:lnTo>
                    <a:pt x="1" y="6639"/>
                  </a:lnTo>
                  <a:lnTo>
                    <a:pt x="5571" y="6639"/>
                  </a:lnTo>
                  <a:lnTo>
                    <a:pt x="5571" y="1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53"/>
            <p:cNvSpPr/>
            <p:nvPr/>
          </p:nvSpPr>
          <p:spPr>
            <a:xfrm>
              <a:off x="4330775" y="3191050"/>
              <a:ext cx="140125" cy="342775"/>
            </a:xfrm>
            <a:custGeom>
              <a:rect b="b" l="l" r="r" t="t"/>
              <a:pathLst>
                <a:path extrusionOk="0" h="13711" w="5605">
                  <a:moveTo>
                    <a:pt x="0" y="1"/>
                  </a:moveTo>
                  <a:lnTo>
                    <a:pt x="0" y="13711"/>
                  </a:lnTo>
                  <a:lnTo>
                    <a:pt x="5604" y="13711"/>
                  </a:lnTo>
                  <a:lnTo>
                    <a:pt x="5604" y="1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53"/>
            <p:cNvSpPr/>
            <p:nvPr/>
          </p:nvSpPr>
          <p:spPr>
            <a:xfrm>
              <a:off x="4564275" y="2535600"/>
              <a:ext cx="140125" cy="828950"/>
            </a:xfrm>
            <a:custGeom>
              <a:rect b="b" l="l" r="r" t="t"/>
              <a:pathLst>
                <a:path extrusionOk="0" h="33158" w="5605">
                  <a:moveTo>
                    <a:pt x="0" y="0"/>
                  </a:moveTo>
                  <a:lnTo>
                    <a:pt x="0" y="33157"/>
                  </a:lnTo>
                  <a:lnTo>
                    <a:pt x="5604" y="33157"/>
                  </a:lnTo>
                  <a:lnTo>
                    <a:pt x="5604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53"/>
            <p:cNvSpPr/>
            <p:nvPr/>
          </p:nvSpPr>
          <p:spPr>
            <a:xfrm>
              <a:off x="3862925" y="2603150"/>
              <a:ext cx="139300" cy="819775"/>
            </a:xfrm>
            <a:custGeom>
              <a:rect b="b" l="l" r="r" t="t"/>
              <a:pathLst>
                <a:path extrusionOk="0" h="32791" w="5572">
                  <a:moveTo>
                    <a:pt x="1" y="0"/>
                  </a:moveTo>
                  <a:lnTo>
                    <a:pt x="1" y="32790"/>
                  </a:lnTo>
                  <a:lnTo>
                    <a:pt x="5571" y="32790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53"/>
            <p:cNvSpPr/>
            <p:nvPr/>
          </p:nvSpPr>
          <p:spPr>
            <a:xfrm>
              <a:off x="3160750" y="3327825"/>
              <a:ext cx="139300" cy="449500"/>
            </a:xfrm>
            <a:custGeom>
              <a:rect b="b" l="l" r="r" t="t"/>
              <a:pathLst>
                <a:path extrusionOk="0" h="17980" w="5572">
                  <a:moveTo>
                    <a:pt x="1" y="0"/>
                  </a:moveTo>
                  <a:lnTo>
                    <a:pt x="1" y="17980"/>
                  </a:lnTo>
                  <a:lnTo>
                    <a:pt x="5572" y="17980"/>
                  </a:lnTo>
                  <a:lnTo>
                    <a:pt x="5572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53"/>
            <p:cNvSpPr/>
            <p:nvPr/>
          </p:nvSpPr>
          <p:spPr>
            <a:xfrm>
              <a:off x="3393425" y="2824975"/>
              <a:ext cx="140125" cy="952350"/>
            </a:xfrm>
            <a:custGeom>
              <a:rect b="b" l="l" r="r" t="t"/>
              <a:pathLst>
                <a:path extrusionOk="0" h="38094" w="5605">
                  <a:moveTo>
                    <a:pt x="1" y="0"/>
                  </a:moveTo>
                  <a:lnTo>
                    <a:pt x="1" y="38094"/>
                  </a:lnTo>
                  <a:lnTo>
                    <a:pt x="5605" y="38094"/>
                  </a:lnTo>
                  <a:lnTo>
                    <a:pt x="5605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53"/>
            <p:cNvSpPr/>
            <p:nvPr/>
          </p:nvSpPr>
          <p:spPr>
            <a:xfrm>
              <a:off x="3628600" y="3628875"/>
              <a:ext cx="139275" cy="148450"/>
            </a:xfrm>
            <a:custGeom>
              <a:rect b="b" l="l" r="r" t="t"/>
              <a:pathLst>
                <a:path extrusionOk="0" h="5938" w="5571">
                  <a:moveTo>
                    <a:pt x="0" y="0"/>
                  </a:moveTo>
                  <a:lnTo>
                    <a:pt x="0" y="5938"/>
                  </a:lnTo>
                  <a:lnTo>
                    <a:pt x="5571" y="5938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53"/>
            <p:cNvSpPr/>
            <p:nvPr/>
          </p:nvSpPr>
          <p:spPr>
            <a:xfrm>
              <a:off x="3862925" y="3422900"/>
              <a:ext cx="139300" cy="354425"/>
            </a:xfrm>
            <a:custGeom>
              <a:rect b="b" l="l" r="r" t="t"/>
              <a:pathLst>
                <a:path extrusionOk="0" h="14177" w="5572">
                  <a:moveTo>
                    <a:pt x="1" y="0"/>
                  </a:moveTo>
                  <a:lnTo>
                    <a:pt x="1" y="14177"/>
                  </a:lnTo>
                  <a:lnTo>
                    <a:pt x="5571" y="14177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53"/>
            <p:cNvSpPr/>
            <p:nvPr/>
          </p:nvSpPr>
          <p:spPr>
            <a:xfrm>
              <a:off x="4096425" y="3038450"/>
              <a:ext cx="139300" cy="738050"/>
            </a:xfrm>
            <a:custGeom>
              <a:rect b="b" l="l" r="r" t="t"/>
              <a:pathLst>
                <a:path extrusionOk="0" h="29522" w="5572">
                  <a:moveTo>
                    <a:pt x="1" y="1"/>
                  </a:moveTo>
                  <a:lnTo>
                    <a:pt x="1" y="29522"/>
                  </a:lnTo>
                  <a:lnTo>
                    <a:pt x="5571" y="29522"/>
                  </a:lnTo>
                  <a:lnTo>
                    <a:pt x="5571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53"/>
            <p:cNvSpPr/>
            <p:nvPr/>
          </p:nvSpPr>
          <p:spPr>
            <a:xfrm>
              <a:off x="4330775" y="3534650"/>
              <a:ext cx="140125" cy="242675"/>
            </a:xfrm>
            <a:custGeom>
              <a:rect b="b" l="l" r="r" t="t"/>
              <a:pathLst>
                <a:path extrusionOk="0" h="9707" w="5605">
                  <a:moveTo>
                    <a:pt x="0" y="0"/>
                  </a:moveTo>
                  <a:lnTo>
                    <a:pt x="0" y="9707"/>
                  </a:lnTo>
                  <a:lnTo>
                    <a:pt x="5604" y="9707"/>
                  </a:lnTo>
                  <a:lnTo>
                    <a:pt x="5604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53"/>
            <p:cNvSpPr/>
            <p:nvPr/>
          </p:nvSpPr>
          <p:spPr>
            <a:xfrm>
              <a:off x="4564275" y="3364525"/>
              <a:ext cx="140125" cy="412800"/>
            </a:xfrm>
            <a:custGeom>
              <a:rect b="b" l="l" r="r" t="t"/>
              <a:pathLst>
                <a:path extrusionOk="0" h="16512" w="5605">
                  <a:moveTo>
                    <a:pt x="0" y="0"/>
                  </a:moveTo>
                  <a:lnTo>
                    <a:pt x="0" y="16512"/>
                  </a:lnTo>
                  <a:lnTo>
                    <a:pt x="5604" y="16512"/>
                  </a:lnTo>
                  <a:lnTo>
                    <a:pt x="5604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53"/>
            <p:cNvSpPr/>
            <p:nvPr/>
          </p:nvSpPr>
          <p:spPr>
            <a:xfrm>
              <a:off x="2866375" y="3772300"/>
              <a:ext cx="1899725" cy="10050"/>
            </a:xfrm>
            <a:custGeom>
              <a:rect b="b" l="l" r="r" t="t"/>
              <a:pathLst>
                <a:path extrusionOk="0" h="402" w="75989">
                  <a:moveTo>
                    <a:pt x="1" y="1"/>
                  </a:moveTo>
                  <a:lnTo>
                    <a:pt x="1" y="401"/>
                  </a:lnTo>
                  <a:lnTo>
                    <a:pt x="75988" y="401"/>
                  </a:lnTo>
                  <a:lnTo>
                    <a:pt x="75988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53"/>
            <p:cNvSpPr/>
            <p:nvPr/>
          </p:nvSpPr>
          <p:spPr>
            <a:xfrm>
              <a:off x="3078200" y="2492575"/>
              <a:ext cx="85100" cy="72325"/>
            </a:xfrm>
            <a:custGeom>
              <a:rect b="b" l="l" r="r" t="t"/>
              <a:pathLst>
                <a:path extrusionOk="0" h="2893" w="3404">
                  <a:moveTo>
                    <a:pt x="1759" y="0"/>
                  </a:moveTo>
                  <a:cubicBezTo>
                    <a:pt x="1104" y="0"/>
                    <a:pt x="456" y="334"/>
                    <a:pt x="234" y="1021"/>
                  </a:cubicBezTo>
                  <a:cubicBezTo>
                    <a:pt x="1" y="1888"/>
                    <a:pt x="634" y="2855"/>
                    <a:pt x="1535" y="2889"/>
                  </a:cubicBezTo>
                  <a:cubicBezTo>
                    <a:pt x="1576" y="2891"/>
                    <a:pt x="1618" y="2893"/>
                    <a:pt x="1660" y="2893"/>
                  </a:cubicBezTo>
                  <a:cubicBezTo>
                    <a:pt x="2128" y="2893"/>
                    <a:pt x="2633" y="2722"/>
                    <a:pt x="2969" y="2355"/>
                  </a:cubicBezTo>
                  <a:cubicBezTo>
                    <a:pt x="3336" y="1988"/>
                    <a:pt x="3403" y="1421"/>
                    <a:pt x="3236" y="921"/>
                  </a:cubicBezTo>
                  <a:cubicBezTo>
                    <a:pt x="3170" y="654"/>
                    <a:pt x="2969" y="420"/>
                    <a:pt x="2703" y="253"/>
                  </a:cubicBezTo>
                  <a:cubicBezTo>
                    <a:pt x="2423" y="85"/>
                    <a:pt x="2090" y="0"/>
                    <a:pt x="175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53"/>
            <p:cNvSpPr/>
            <p:nvPr/>
          </p:nvSpPr>
          <p:spPr>
            <a:xfrm>
              <a:off x="3102375" y="2513100"/>
              <a:ext cx="38400" cy="31700"/>
            </a:xfrm>
            <a:custGeom>
              <a:rect b="b" l="l" r="r" t="t"/>
              <a:pathLst>
                <a:path extrusionOk="0" h="1268" w="1536">
                  <a:moveTo>
                    <a:pt x="791" y="1"/>
                  </a:moveTo>
                  <a:cubicBezTo>
                    <a:pt x="492" y="1"/>
                    <a:pt x="191" y="141"/>
                    <a:pt x="101" y="433"/>
                  </a:cubicBezTo>
                  <a:cubicBezTo>
                    <a:pt x="1" y="833"/>
                    <a:pt x="268" y="1234"/>
                    <a:pt x="701" y="1267"/>
                  </a:cubicBezTo>
                  <a:cubicBezTo>
                    <a:pt x="902" y="1267"/>
                    <a:pt x="1168" y="1234"/>
                    <a:pt x="1335" y="1034"/>
                  </a:cubicBezTo>
                  <a:cubicBezTo>
                    <a:pt x="1502" y="867"/>
                    <a:pt x="1535" y="600"/>
                    <a:pt x="1435" y="400"/>
                  </a:cubicBezTo>
                  <a:cubicBezTo>
                    <a:pt x="1402" y="266"/>
                    <a:pt x="1335" y="200"/>
                    <a:pt x="1202" y="100"/>
                  </a:cubicBezTo>
                  <a:cubicBezTo>
                    <a:pt x="1082" y="34"/>
                    <a:pt x="937" y="1"/>
                    <a:pt x="7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53"/>
            <p:cNvSpPr/>
            <p:nvPr/>
          </p:nvSpPr>
          <p:spPr>
            <a:xfrm>
              <a:off x="3381750" y="2555100"/>
              <a:ext cx="85100" cy="72350"/>
            </a:xfrm>
            <a:custGeom>
              <a:rect b="b" l="l" r="r" t="t"/>
              <a:pathLst>
                <a:path extrusionOk="0" h="2894" w="3404">
                  <a:moveTo>
                    <a:pt x="1759" y="1"/>
                  </a:moveTo>
                  <a:cubicBezTo>
                    <a:pt x="1104" y="1"/>
                    <a:pt x="456" y="335"/>
                    <a:pt x="234" y="1021"/>
                  </a:cubicBezTo>
                  <a:cubicBezTo>
                    <a:pt x="1" y="1889"/>
                    <a:pt x="601" y="2856"/>
                    <a:pt x="1535" y="2889"/>
                  </a:cubicBezTo>
                  <a:cubicBezTo>
                    <a:pt x="1576" y="2892"/>
                    <a:pt x="1618" y="2894"/>
                    <a:pt x="1660" y="2894"/>
                  </a:cubicBezTo>
                  <a:cubicBezTo>
                    <a:pt x="2128" y="2894"/>
                    <a:pt x="2630" y="2723"/>
                    <a:pt x="2936" y="2356"/>
                  </a:cubicBezTo>
                  <a:cubicBezTo>
                    <a:pt x="3336" y="1989"/>
                    <a:pt x="3403" y="1388"/>
                    <a:pt x="3236" y="921"/>
                  </a:cubicBezTo>
                  <a:cubicBezTo>
                    <a:pt x="3170" y="654"/>
                    <a:pt x="2936" y="421"/>
                    <a:pt x="2703" y="254"/>
                  </a:cubicBezTo>
                  <a:cubicBezTo>
                    <a:pt x="2423" y="86"/>
                    <a:pt x="2090" y="1"/>
                    <a:pt x="1759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53"/>
            <p:cNvSpPr/>
            <p:nvPr/>
          </p:nvSpPr>
          <p:spPr>
            <a:xfrm>
              <a:off x="3405100" y="2575650"/>
              <a:ext cx="37550" cy="31675"/>
            </a:xfrm>
            <a:custGeom>
              <a:rect b="b" l="l" r="r" t="t"/>
              <a:pathLst>
                <a:path extrusionOk="0" h="1267" w="1502">
                  <a:moveTo>
                    <a:pt x="809" y="0"/>
                  </a:moveTo>
                  <a:cubicBezTo>
                    <a:pt x="510" y="0"/>
                    <a:pt x="224" y="141"/>
                    <a:pt x="134" y="433"/>
                  </a:cubicBezTo>
                  <a:cubicBezTo>
                    <a:pt x="1" y="833"/>
                    <a:pt x="301" y="1233"/>
                    <a:pt x="734" y="1267"/>
                  </a:cubicBezTo>
                  <a:cubicBezTo>
                    <a:pt x="935" y="1267"/>
                    <a:pt x="1168" y="1233"/>
                    <a:pt x="1335" y="1033"/>
                  </a:cubicBezTo>
                  <a:cubicBezTo>
                    <a:pt x="1502" y="867"/>
                    <a:pt x="1502" y="600"/>
                    <a:pt x="1468" y="400"/>
                  </a:cubicBezTo>
                  <a:cubicBezTo>
                    <a:pt x="1435" y="266"/>
                    <a:pt x="1335" y="199"/>
                    <a:pt x="1235" y="99"/>
                  </a:cubicBezTo>
                  <a:cubicBezTo>
                    <a:pt x="1104" y="34"/>
                    <a:pt x="955" y="0"/>
                    <a:pt x="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53"/>
            <p:cNvSpPr/>
            <p:nvPr/>
          </p:nvSpPr>
          <p:spPr>
            <a:xfrm>
              <a:off x="3448475" y="2371650"/>
              <a:ext cx="85075" cy="72325"/>
            </a:xfrm>
            <a:custGeom>
              <a:rect b="b" l="l" r="r" t="t"/>
              <a:pathLst>
                <a:path extrusionOk="0" h="2893" w="3403">
                  <a:moveTo>
                    <a:pt x="1758" y="0"/>
                  </a:moveTo>
                  <a:cubicBezTo>
                    <a:pt x="1104" y="0"/>
                    <a:pt x="455" y="334"/>
                    <a:pt x="234" y="1021"/>
                  </a:cubicBezTo>
                  <a:cubicBezTo>
                    <a:pt x="0" y="1888"/>
                    <a:pt x="601" y="2855"/>
                    <a:pt x="1535" y="2889"/>
                  </a:cubicBezTo>
                  <a:cubicBezTo>
                    <a:pt x="1576" y="2892"/>
                    <a:pt x="1618" y="2893"/>
                    <a:pt x="1660" y="2893"/>
                  </a:cubicBezTo>
                  <a:cubicBezTo>
                    <a:pt x="2127" y="2893"/>
                    <a:pt x="2630" y="2722"/>
                    <a:pt x="2936" y="2355"/>
                  </a:cubicBezTo>
                  <a:cubicBezTo>
                    <a:pt x="3336" y="1988"/>
                    <a:pt x="3403" y="1421"/>
                    <a:pt x="3236" y="921"/>
                  </a:cubicBezTo>
                  <a:cubicBezTo>
                    <a:pt x="3169" y="654"/>
                    <a:pt x="2936" y="420"/>
                    <a:pt x="2702" y="254"/>
                  </a:cubicBezTo>
                  <a:cubicBezTo>
                    <a:pt x="2422" y="86"/>
                    <a:pt x="2089" y="0"/>
                    <a:pt x="1758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53"/>
            <p:cNvSpPr/>
            <p:nvPr/>
          </p:nvSpPr>
          <p:spPr>
            <a:xfrm>
              <a:off x="3471825" y="2392175"/>
              <a:ext cx="39200" cy="31700"/>
            </a:xfrm>
            <a:custGeom>
              <a:rect b="b" l="l" r="r" t="t"/>
              <a:pathLst>
                <a:path extrusionOk="0" h="1268" w="1568">
                  <a:moveTo>
                    <a:pt x="809" y="1"/>
                  </a:moveTo>
                  <a:cubicBezTo>
                    <a:pt x="509" y="1"/>
                    <a:pt x="223" y="142"/>
                    <a:pt x="134" y="433"/>
                  </a:cubicBezTo>
                  <a:cubicBezTo>
                    <a:pt x="0" y="834"/>
                    <a:pt x="300" y="1234"/>
                    <a:pt x="734" y="1267"/>
                  </a:cubicBezTo>
                  <a:cubicBezTo>
                    <a:pt x="934" y="1267"/>
                    <a:pt x="1168" y="1234"/>
                    <a:pt x="1334" y="1034"/>
                  </a:cubicBezTo>
                  <a:cubicBezTo>
                    <a:pt x="1501" y="867"/>
                    <a:pt x="1568" y="600"/>
                    <a:pt x="1468" y="400"/>
                  </a:cubicBezTo>
                  <a:cubicBezTo>
                    <a:pt x="1435" y="267"/>
                    <a:pt x="1334" y="200"/>
                    <a:pt x="1234" y="100"/>
                  </a:cubicBezTo>
                  <a:cubicBezTo>
                    <a:pt x="1103" y="34"/>
                    <a:pt x="954" y="1"/>
                    <a:pt x="8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53"/>
            <p:cNvSpPr/>
            <p:nvPr/>
          </p:nvSpPr>
          <p:spPr>
            <a:xfrm>
              <a:off x="3857925" y="2371650"/>
              <a:ext cx="85075" cy="72325"/>
            </a:xfrm>
            <a:custGeom>
              <a:rect b="b" l="l" r="r" t="t"/>
              <a:pathLst>
                <a:path extrusionOk="0" h="2893" w="3403">
                  <a:moveTo>
                    <a:pt x="1759" y="0"/>
                  </a:moveTo>
                  <a:cubicBezTo>
                    <a:pt x="1104" y="0"/>
                    <a:pt x="456" y="334"/>
                    <a:pt x="234" y="1021"/>
                  </a:cubicBezTo>
                  <a:cubicBezTo>
                    <a:pt x="1" y="1888"/>
                    <a:pt x="601" y="2855"/>
                    <a:pt x="1535" y="2889"/>
                  </a:cubicBezTo>
                  <a:cubicBezTo>
                    <a:pt x="1576" y="2892"/>
                    <a:pt x="1618" y="2893"/>
                    <a:pt x="1661" y="2893"/>
                  </a:cubicBezTo>
                  <a:cubicBezTo>
                    <a:pt x="2133" y="2893"/>
                    <a:pt x="2663" y="2722"/>
                    <a:pt x="2969" y="2355"/>
                  </a:cubicBezTo>
                  <a:cubicBezTo>
                    <a:pt x="3336" y="1988"/>
                    <a:pt x="3403" y="1421"/>
                    <a:pt x="3236" y="921"/>
                  </a:cubicBezTo>
                  <a:cubicBezTo>
                    <a:pt x="3169" y="654"/>
                    <a:pt x="2969" y="420"/>
                    <a:pt x="2702" y="254"/>
                  </a:cubicBezTo>
                  <a:cubicBezTo>
                    <a:pt x="2422" y="86"/>
                    <a:pt x="2090" y="0"/>
                    <a:pt x="175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53"/>
            <p:cNvSpPr/>
            <p:nvPr/>
          </p:nvSpPr>
          <p:spPr>
            <a:xfrm>
              <a:off x="3881275" y="2392175"/>
              <a:ext cx="38375" cy="31700"/>
            </a:xfrm>
            <a:custGeom>
              <a:rect b="b" l="l" r="r" t="t"/>
              <a:pathLst>
                <a:path extrusionOk="0" h="1268" w="1535">
                  <a:moveTo>
                    <a:pt x="824" y="1"/>
                  </a:moveTo>
                  <a:cubicBezTo>
                    <a:pt x="525" y="1"/>
                    <a:pt x="224" y="142"/>
                    <a:pt x="134" y="433"/>
                  </a:cubicBezTo>
                  <a:cubicBezTo>
                    <a:pt x="1" y="834"/>
                    <a:pt x="301" y="1234"/>
                    <a:pt x="734" y="1267"/>
                  </a:cubicBezTo>
                  <a:cubicBezTo>
                    <a:pt x="935" y="1267"/>
                    <a:pt x="1168" y="1234"/>
                    <a:pt x="1335" y="1034"/>
                  </a:cubicBezTo>
                  <a:cubicBezTo>
                    <a:pt x="1535" y="867"/>
                    <a:pt x="1535" y="600"/>
                    <a:pt x="1468" y="400"/>
                  </a:cubicBezTo>
                  <a:cubicBezTo>
                    <a:pt x="1435" y="267"/>
                    <a:pt x="1335" y="200"/>
                    <a:pt x="1235" y="100"/>
                  </a:cubicBezTo>
                  <a:cubicBezTo>
                    <a:pt x="1115" y="34"/>
                    <a:pt x="969" y="1"/>
                    <a:pt x="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53"/>
            <p:cNvSpPr/>
            <p:nvPr/>
          </p:nvSpPr>
          <p:spPr>
            <a:xfrm>
              <a:off x="4049725" y="2182975"/>
              <a:ext cx="85100" cy="72550"/>
            </a:xfrm>
            <a:custGeom>
              <a:rect b="b" l="l" r="r" t="t"/>
              <a:pathLst>
                <a:path extrusionOk="0" h="2902" w="3404">
                  <a:moveTo>
                    <a:pt x="1737" y="1"/>
                  </a:moveTo>
                  <a:cubicBezTo>
                    <a:pt x="1090" y="1"/>
                    <a:pt x="453" y="328"/>
                    <a:pt x="234" y="1029"/>
                  </a:cubicBezTo>
                  <a:cubicBezTo>
                    <a:pt x="1" y="1896"/>
                    <a:pt x="634" y="2864"/>
                    <a:pt x="1535" y="2897"/>
                  </a:cubicBezTo>
                  <a:cubicBezTo>
                    <a:pt x="1577" y="2900"/>
                    <a:pt x="1619" y="2901"/>
                    <a:pt x="1661" y="2901"/>
                  </a:cubicBezTo>
                  <a:cubicBezTo>
                    <a:pt x="2133" y="2901"/>
                    <a:pt x="2664" y="2731"/>
                    <a:pt x="2969" y="2363"/>
                  </a:cubicBezTo>
                  <a:cubicBezTo>
                    <a:pt x="3336" y="1963"/>
                    <a:pt x="3403" y="1396"/>
                    <a:pt x="3236" y="929"/>
                  </a:cubicBezTo>
                  <a:cubicBezTo>
                    <a:pt x="3170" y="629"/>
                    <a:pt x="2969" y="429"/>
                    <a:pt x="2703" y="262"/>
                  </a:cubicBezTo>
                  <a:cubicBezTo>
                    <a:pt x="2416" y="90"/>
                    <a:pt x="2075" y="1"/>
                    <a:pt x="1737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53"/>
            <p:cNvSpPr/>
            <p:nvPr/>
          </p:nvSpPr>
          <p:spPr>
            <a:xfrm>
              <a:off x="4073075" y="2203525"/>
              <a:ext cx="39225" cy="31875"/>
            </a:xfrm>
            <a:custGeom>
              <a:rect b="b" l="l" r="r" t="t"/>
              <a:pathLst>
                <a:path extrusionOk="0" h="1275" w="1569">
                  <a:moveTo>
                    <a:pt x="800" y="1"/>
                  </a:moveTo>
                  <a:cubicBezTo>
                    <a:pt x="509" y="1"/>
                    <a:pt x="221" y="135"/>
                    <a:pt x="134" y="441"/>
                  </a:cubicBezTo>
                  <a:cubicBezTo>
                    <a:pt x="1" y="808"/>
                    <a:pt x="301" y="1241"/>
                    <a:pt x="735" y="1275"/>
                  </a:cubicBezTo>
                  <a:cubicBezTo>
                    <a:pt x="935" y="1275"/>
                    <a:pt x="1168" y="1241"/>
                    <a:pt x="1335" y="1041"/>
                  </a:cubicBezTo>
                  <a:cubicBezTo>
                    <a:pt x="1535" y="874"/>
                    <a:pt x="1568" y="607"/>
                    <a:pt x="1468" y="407"/>
                  </a:cubicBezTo>
                  <a:cubicBezTo>
                    <a:pt x="1435" y="274"/>
                    <a:pt x="1368" y="207"/>
                    <a:pt x="1235" y="107"/>
                  </a:cubicBezTo>
                  <a:cubicBezTo>
                    <a:pt x="1108" y="38"/>
                    <a:pt x="954" y="1"/>
                    <a:pt x="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53"/>
            <p:cNvSpPr/>
            <p:nvPr/>
          </p:nvSpPr>
          <p:spPr>
            <a:xfrm>
              <a:off x="4224025" y="2485675"/>
              <a:ext cx="85075" cy="71975"/>
            </a:xfrm>
            <a:custGeom>
              <a:rect b="b" l="l" r="r" t="t"/>
              <a:pathLst>
                <a:path extrusionOk="0" h="2879" w="3403">
                  <a:moveTo>
                    <a:pt x="1729" y="0"/>
                  </a:moveTo>
                  <a:cubicBezTo>
                    <a:pt x="1084" y="0"/>
                    <a:pt x="452" y="320"/>
                    <a:pt x="234" y="996"/>
                  </a:cubicBezTo>
                  <a:cubicBezTo>
                    <a:pt x="0" y="1864"/>
                    <a:pt x="601" y="2831"/>
                    <a:pt x="1535" y="2864"/>
                  </a:cubicBezTo>
                  <a:cubicBezTo>
                    <a:pt x="1606" y="2874"/>
                    <a:pt x="1678" y="2879"/>
                    <a:pt x="1750" y="2879"/>
                  </a:cubicBezTo>
                  <a:cubicBezTo>
                    <a:pt x="2191" y="2879"/>
                    <a:pt x="2649" y="2703"/>
                    <a:pt x="2936" y="2331"/>
                  </a:cubicBezTo>
                  <a:cubicBezTo>
                    <a:pt x="3369" y="1964"/>
                    <a:pt x="3403" y="1430"/>
                    <a:pt x="3236" y="930"/>
                  </a:cubicBezTo>
                  <a:cubicBezTo>
                    <a:pt x="3169" y="629"/>
                    <a:pt x="2936" y="429"/>
                    <a:pt x="2702" y="263"/>
                  </a:cubicBezTo>
                  <a:cubicBezTo>
                    <a:pt x="2414" y="90"/>
                    <a:pt x="2070" y="0"/>
                    <a:pt x="172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53"/>
            <p:cNvSpPr/>
            <p:nvPr/>
          </p:nvSpPr>
          <p:spPr>
            <a:xfrm>
              <a:off x="4248200" y="2505875"/>
              <a:ext cx="38400" cy="32250"/>
            </a:xfrm>
            <a:custGeom>
              <a:rect b="b" l="l" r="r" t="t"/>
              <a:pathLst>
                <a:path extrusionOk="0" h="1290" w="1536">
                  <a:moveTo>
                    <a:pt x="787" y="0"/>
                  </a:moveTo>
                  <a:cubicBezTo>
                    <a:pt x="496" y="0"/>
                    <a:pt x="222" y="149"/>
                    <a:pt x="134" y="455"/>
                  </a:cubicBezTo>
                  <a:cubicBezTo>
                    <a:pt x="1" y="822"/>
                    <a:pt x="301" y="1222"/>
                    <a:pt x="735" y="1289"/>
                  </a:cubicBezTo>
                  <a:cubicBezTo>
                    <a:pt x="935" y="1289"/>
                    <a:pt x="1168" y="1222"/>
                    <a:pt x="1335" y="1022"/>
                  </a:cubicBezTo>
                  <a:cubicBezTo>
                    <a:pt x="1468" y="856"/>
                    <a:pt x="1535" y="622"/>
                    <a:pt x="1468" y="389"/>
                  </a:cubicBezTo>
                  <a:cubicBezTo>
                    <a:pt x="1435" y="288"/>
                    <a:pt x="1335" y="188"/>
                    <a:pt x="1235" y="122"/>
                  </a:cubicBezTo>
                  <a:cubicBezTo>
                    <a:pt x="1097" y="41"/>
                    <a:pt x="940" y="0"/>
                    <a:pt x="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53"/>
            <p:cNvSpPr/>
            <p:nvPr/>
          </p:nvSpPr>
          <p:spPr>
            <a:xfrm>
              <a:off x="4400825" y="2442525"/>
              <a:ext cx="85900" cy="72350"/>
            </a:xfrm>
            <a:custGeom>
              <a:rect b="b" l="l" r="r" t="t"/>
              <a:pathLst>
                <a:path extrusionOk="0" h="2894" w="3436">
                  <a:moveTo>
                    <a:pt x="1760" y="1"/>
                  </a:moveTo>
                  <a:cubicBezTo>
                    <a:pt x="1107" y="1"/>
                    <a:pt x="466" y="334"/>
                    <a:pt x="267" y="1021"/>
                  </a:cubicBezTo>
                  <a:cubicBezTo>
                    <a:pt x="0" y="1888"/>
                    <a:pt x="634" y="2856"/>
                    <a:pt x="1534" y="2889"/>
                  </a:cubicBezTo>
                  <a:cubicBezTo>
                    <a:pt x="1576" y="2892"/>
                    <a:pt x="1618" y="2893"/>
                    <a:pt x="1661" y="2893"/>
                  </a:cubicBezTo>
                  <a:cubicBezTo>
                    <a:pt x="2132" y="2893"/>
                    <a:pt x="2663" y="2723"/>
                    <a:pt x="2969" y="2355"/>
                  </a:cubicBezTo>
                  <a:cubicBezTo>
                    <a:pt x="3336" y="1922"/>
                    <a:pt x="3436" y="1388"/>
                    <a:pt x="3269" y="921"/>
                  </a:cubicBezTo>
                  <a:cubicBezTo>
                    <a:pt x="3169" y="654"/>
                    <a:pt x="2969" y="421"/>
                    <a:pt x="2702" y="254"/>
                  </a:cubicBezTo>
                  <a:cubicBezTo>
                    <a:pt x="2422" y="86"/>
                    <a:pt x="2089" y="1"/>
                    <a:pt x="1760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53"/>
            <p:cNvSpPr/>
            <p:nvPr/>
          </p:nvSpPr>
          <p:spPr>
            <a:xfrm>
              <a:off x="4425000" y="2462050"/>
              <a:ext cx="38375" cy="31875"/>
            </a:xfrm>
            <a:custGeom>
              <a:rect b="b" l="l" r="r" t="t"/>
              <a:pathLst>
                <a:path extrusionOk="0" h="1275" w="1535">
                  <a:moveTo>
                    <a:pt x="767" y="0"/>
                  </a:moveTo>
                  <a:cubicBezTo>
                    <a:pt x="475" y="0"/>
                    <a:pt x="188" y="135"/>
                    <a:pt x="100" y="440"/>
                  </a:cubicBezTo>
                  <a:cubicBezTo>
                    <a:pt x="0" y="807"/>
                    <a:pt x="267" y="1241"/>
                    <a:pt x="701" y="1274"/>
                  </a:cubicBezTo>
                  <a:cubicBezTo>
                    <a:pt x="901" y="1274"/>
                    <a:pt x="1168" y="1241"/>
                    <a:pt x="1335" y="1041"/>
                  </a:cubicBezTo>
                  <a:cubicBezTo>
                    <a:pt x="1501" y="874"/>
                    <a:pt x="1535" y="607"/>
                    <a:pt x="1468" y="407"/>
                  </a:cubicBezTo>
                  <a:cubicBezTo>
                    <a:pt x="1401" y="274"/>
                    <a:pt x="1335" y="207"/>
                    <a:pt x="1201" y="107"/>
                  </a:cubicBezTo>
                  <a:cubicBezTo>
                    <a:pt x="1075" y="38"/>
                    <a:pt x="920" y="0"/>
                    <a:pt x="7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53"/>
            <p:cNvSpPr/>
            <p:nvPr/>
          </p:nvSpPr>
          <p:spPr>
            <a:xfrm>
              <a:off x="4456675" y="2284075"/>
              <a:ext cx="85925" cy="72350"/>
            </a:xfrm>
            <a:custGeom>
              <a:rect b="b" l="l" r="r" t="t"/>
              <a:pathLst>
                <a:path extrusionOk="0" h="2894" w="3437">
                  <a:moveTo>
                    <a:pt x="1793" y="1"/>
                  </a:moveTo>
                  <a:cubicBezTo>
                    <a:pt x="1138" y="1"/>
                    <a:pt x="489" y="334"/>
                    <a:pt x="268" y="1021"/>
                  </a:cubicBezTo>
                  <a:cubicBezTo>
                    <a:pt x="1" y="1889"/>
                    <a:pt x="635" y="2856"/>
                    <a:pt x="1569" y="2889"/>
                  </a:cubicBezTo>
                  <a:cubicBezTo>
                    <a:pt x="1610" y="2892"/>
                    <a:pt x="1652" y="2893"/>
                    <a:pt x="1694" y="2893"/>
                  </a:cubicBezTo>
                  <a:cubicBezTo>
                    <a:pt x="2161" y="2893"/>
                    <a:pt x="2664" y="2723"/>
                    <a:pt x="2970" y="2356"/>
                  </a:cubicBezTo>
                  <a:cubicBezTo>
                    <a:pt x="3337" y="1989"/>
                    <a:pt x="3437" y="1422"/>
                    <a:pt x="3270" y="921"/>
                  </a:cubicBezTo>
                  <a:cubicBezTo>
                    <a:pt x="3203" y="654"/>
                    <a:pt x="2970" y="421"/>
                    <a:pt x="2736" y="254"/>
                  </a:cubicBezTo>
                  <a:cubicBezTo>
                    <a:pt x="2456" y="86"/>
                    <a:pt x="2124" y="1"/>
                    <a:pt x="1793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53"/>
            <p:cNvSpPr/>
            <p:nvPr/>
          </p:nvSpPr>
          <p:spPr>
            <a:xfrm>
              <a:off x="4480875" y="2304625"/>
              <a:ext cx="38375" cy="31675"/>
            </a:xfrm>
            <a:custGeom>
              <a:rect b="b" l="l" r="r" t="t"/>
              <a:pathLst>
                <a:path extrusionOk="0" h="1267" w="1535">
                  <a:moveTo>
                    <a:pt x="799" y="0"/>
                  </a:moveTo>
                  <a:cubicBezTo>
                    <a:pt x="509" y="0"/>
                    <a:pt x="224" y="141"/>
                    <a:pt x="134" y="433"/>
                  </a:cubicBezTo>
                  <a:cubicBezTo>
                    <a:pt x="0" y="833"/>
                    <a:pt x="301" y="1233"/>
                    <a:pt x="701" y="1267"/>
                  </a:cubicBezTo>
                  <a:cubicBezTo>
                    <a:pt x="934" y="1267"/>
                    <a:pt x="1168" y="1233"/>
                    <a:pt x="1335" y="1033"/>
                  </a:cubicBezTo>
                  <a:cubicBezTo>
                    <a:pt x="1501" y="866"/>
                    <a:pt x="1535" y="600"/>
                    <a:pt x="1468" y="399"/>
                  </a:cubicBezTo>
                  <a:cubicBezTo>
                    <a:pt x="1435" y="266"/>
                    <a:pt x="1335" y="199"/>
                    <a:pt x="1201" y="99"/>
                  </a:cubicBezTo>
                  <a:cubicBezTo>
                    <a:pt x="1081" y="34"/>
                    <a:pt x="939" y="0"/>
                    <a:pt x="7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53"/>
            <p:cNvSpPr/>
            <p:nvPr/>
          </p:nvSpPr>
          <p:spPr>
            <a:xfrm>
              <a:off x="1785625" y="2664825"/>
              <a:ext cx="1212550" cy="1048550"/>
            </a:xfrm>
            <a:custGeom>
              <a:rect b="b" l="l" r="r" t="t"/>
              <a:pathLst>
                <a:path extrusionOk="0" h="41942" w="48502">
                  <a:moveTo>
                    <a:pt x="24871" y="0"/>
                  </a:moveTo>
                  <a:cubicBezTo>
                    <a:pt x="15692" y="0"/>
                    <a:pt x="6667" y="4720"/>
                    <a:pt x="3769" y="14512"/>
                  </a:cubicBezTo>
                  <a:cubicBezTo>
                    <a:pt x="0" y="27488"/>
                    <a:pt x="9207" y="41298"/>
                    <a:pt x="22349" y="41898"/>
                  </a:cubicBezTo>
                  <a:cubicBezTo>
                    <a:pt x="22872" y="41927"/>
                    <a:pt x="23399" y="41942"/>
                    <a:pt x="23928" y="41942"/>
                  </a:cubicBezTo>
                  <a:cubicBezTo>
                    <a:pt x="30699" y="41942"/>
                    <a:pt x="37916" y="39547"/>
                    <a:pt x="42464" y="34226"/>
                  </a:cubicBezTo>
                  <a:cubicBezTo>
                    <a:pt x="47401" y="28655"/>
                    <a:pt x="48501" y="20449"/>
                    <a:pt x="46100" y="13545"/>
                  </a:cubicBezTo>
                  <a:cubicBezTo>
                    <a:pt x="44732" y="9542"/>
                    <a:pt x="42197" y="6039"/>
                    <a:pt x="38461" y="3771"/>
                  </a:cubicBezTo>
                  <a:cubicBezTo>
                    <a:pt x="34447" y="1274"/>
                    <a:pt x="29638" y="0"/>
                    <a:pt x="24871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53"/>
            <p:cNvSpPr/>
            <p:nvPr/>
          </p:nvSpPr>
          <p:spPr>
            <a:xfrm>
              <a:off x="2370200" y="2663825"/>
              <a:ext cx="159300" cy="50250"/>
            </a:xfrm>
            <a:custGeom>
              <a:rect b="b" l="l" r="r" t="t"/>
              <a:pathLst>
                <a:path extrusionOk="0" h="2010" w="6372">
                  <a:moveTo>
                    <a:pt x="1595" y="0"/>
                  </a:moveTo>
                  <a:cubicBezTo>
                    <a:pt x="1353" y="0"/>
                    <a:pt x="1110" y="3"/>
                    <a:pt x="868" y="8"/>
                  </a:cubicBezTo>
                  <a:cubicBezTo>
                    <a:pt x="367" y="8"/>
                    <a:pt x="0" y="408"/>
                    <a:pt x="34" y="875"/>
                  </a:cubicBezTo>
                  <a:cubicBezTo>
                    <a:pt x="34" y="1355"/>
                    <a:pt x="431" y="1711"/>
                    <a:pt x="875" y="1711"/>
                  </a:cubicBezTo>
                  <a:cubicBezTo>
                    <a:pt x="895" y="1711"/>
                    <a:pt x="915" y="1711"/>
                    <a:pt x="934" y="1709"/>
                  </a:cubicBezTo>
                  <a:cubicBezTo>
                    <a:pt x="1156" y="1704"/>
                    <a:pt x="1379" y="1701"/>
                    <a:pt x="1602" y="1701"/>
                  </a:cubicBezTo>
                  <a:cubicBezTo>
                    <a:pt x="2823" y="1701"/>
                    <a:pt x="4064" y="1784"/>
                    <a:pt x="5304" y="2010"/>
                  </a:cubicBezTo>
                  <a:lnTo>
                    <a:pt x="5404" y="2010"/>
                  </a:lnTo>
                  <a:cubicBezTo>
                    <a:pt x="5838" y="2010"/>
                    <a:pt x="6205" y="1709"/>
                    <a:pt x="6305" y="1242"/>
                  </a:cubicBezTo>
                  <a:cubicBezTo>
                    <a:pt x="6372" y="809"/>
                    <a:pt x="6038" y="375"/>
                    <a:pt x="5538" y="308"/>
                  </a:cubicBezTo>
                  <a:cubicBezTo>
                    <a:pt x="4241" y="83"/>
                    <a:pt x="2920" y="0"/>
                    <a:pt x="1595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53"/>
            <p:cNvSpPr/>
            <p:nvPr/>
          </p:nvSpPr>
          <p:spPr>
            <a:xfrm>
              <a:off x="2616200" y="2707600"/>
              <a:ext cx="375300" cy="762025"/>
            </a:xfrm>
            <a:custGeom>
              <a:rect b="b" l="l" r="r" t="t"/>
              <a:pathLst>
                <a:path extrusionOk="0" h="30481" w="15012">
                  <a:moveTo>
                    <a:pt x="972" y="0"/>
                  </a:moveTo>
                  <a:cubicBezTo>
                    <a:pt x="618" y="0"/>
                    <a:pt x="295" y="201"/>
                    <a:pt x="168" y="559"/>
                  </a:cubicBezTo>
                  <a:cubicBezTo>
                    <a:pt x="1" y="992"/>
                    <a:pt x="201" y="1493"/>
                    <a:pt x="668" y="1660"/>
                  </a:cubicBezTo>
                  <a:cubicBezTo>
                    <a:pt x="1969" y="2160"/>
                    <a:pt x="3170" y="2794"/>
                    <a:pt x="4304" y="3494"/>
                  </a:cubicBezTo>
                  <a:cubicBezTo>
                    <a:pt x="7506" y="5496"/>
                    <a:pt x="9908" y="8598"/>
                    <a:pt x="11242" y="12467"/>
                  </a:cubicBezTo>
                  <a:cubicBezTo>
                    <a:pt x="13177" y="17971"/>
                    <a:pt x="12543" y="24342"/>
                    <a:pt x="9674" y="29146"/>
                  </a:cubicBezTo>
                  <a:cubicBezTo>
                    <a:pt x="9407" y="29580"/>
                    <a:pt x="9541" y="30113"/>
                    <a:pt x="9975" y="30347"/>
                  </a:cubicBezTo>
                  <a:cubicBezTo>
                    <a:pt x="10075" y="30447"/>
                    <a:pt x="10241" y="30480"/>
                    <a:pt x="10408" y="30480"/>
                  </a:cubicBezTo>
                  <a:cubicBezTo>
                    <a:pt x="10708" y="30480"/>
                    <a:pt x="11009" y="30313"/>
                    <a:pt x="11175" y="30080"/>
                  </a:cubicBezTo>
                  <a:cubicBezTo>
                    <a:pt x="14344" y="24743"/>
                    <a:pt x="15011" y="17938"/>
                    <a:pt x="12877" y="11834"/>
                  </a:cubicBezTo>
                  <a:cubicBezTo>
                    <a:pt x="11442" y="7597"/>
                    <a:pt x="8740" y="4161"/>
                    <a:pt x="5204" y="1993"/>
                  </a:cubicBezTo>
                  <a:cubicBezTo>
                    <a:pt x="4004" y="1259"/>
                    <a:pt x="2669" y="592"/>
                    <a:pt x="1302" y="58"/>
                  </a:cubicBezTo>
                  <a:cubicBezTo>
                    <a:pt x="1192" y="19"/>
                    <a:pt x="1081" y="0"/>
                    <a:pt x="972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53"/>
            <p:cNvSpPr/>
            <p:nvPr/>
          </p:nvSpPr>
          <p:spPr>
            <a:xfrm>
              <a:off x="1936550" y="2789400"/>
              <a:ext cx="922350" cy="798600"/>
            </a:xfrm>
            <a:custGeom>
              <a:rect b="b" l="l" r="r" t="t"/>
              <a:pathLst>
                <a:path extrusionOk="0" h="31944" w="36894">
                  <a:moveTo>
                    <a:pt x="18910" y="1"/>
                  </a:moveTo>
                  <a:cubicBezTo>
                    <a:pt x="11917" y="1"/>
                    <a:pt x="5044" y="3585"/>
                    <a:pt x="2869" y="11030"/>
                  </a:cubicBezTo>
                  <a:cubicBezTo>
                    <a:pt x="1" y="20904"/>
                    <a:pt x="7006" y="31411"/>
                    <a:pt x="17013" y="31912"/>
                  </a:cubicBezTo>
                  <a:cubicBezTo>
                    <a:pt x="17403" y="31933"/>
                    <a:pt x="17796" y="31944"/>
                    <a:pt x="18191" y="31944"/>
                  </a:cubicBezTo>
                  <a:cubicBezTo>
                    <a:pt x="23366" y="31944"/>
                    <a:pt x="28855" y="30103"/>
                    <a:pt x="32357" y="26074"/>
                  </a:cubicBezTo>
                  <a:cubicBezTo>
                    <a:pt x="36060" y="21838"/>
                    <a:pt x="36894" y="15567"/>
                    <a:pt x="35059" y="10329"/>
                  </a:cubicBezTo>
                  <a:cubicBezTo>
                    <a:pt x="34025" y="7294"/>
                    <a:pt x="32057" y="4625"/>
                    <a:pt x="29255" y="2857"/>
                  </a:cubicBezTo>
                  <a:cubicBezTo>
                    <a:pt x="26201" y="966"/>
                    <a:pt x="22539" y="1"/>
                    <a:pt x="18910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53"/>
            <p:cNvSpPr/>
            <p:nvPr/>
          </p:nvSpPr>
          <p:spPr>
            <a:xfrm>
              <a:off x="2408550" y="2490550"/>
              <a:ext cx="10875" cy="82600"/>
            </a:xfrm>
            <a:custGeom>
              <a:rect b="b" l="l" r="r" t="t"/>
              <a:pathLst>
                <a:path extrusionOk="0" h="3304" w="435">
                  <a:moveTo>
                    <a:pt x="1" y="1"/>
                  </a:moveTo>
                  <a:lnTo>
                    <a:pt x="1" y="3303"/>
                  </a:lnTo>
                  <a:lnTo>
                    <a:pt x="434" y="3303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53"/>
            <p:cNvSpPr/>
            <p:nvPr/>
          </p:nvSpPr>
          <p:spPr>
            <a:xfrm>
              <a:off x="2352675" y="2532250"/>
              <a:ext cx="10050" cy="82600"/>
            </a:xfrm>
            <a:custGeom>
              <a:rect b="b" l="l" r="r" t="t"/>
              <a:pathLst>
                <a:path extrusionOk="0" h="3304" w="402">
                  <a:moveTo>
                    <a:pt x="1" y="1"/>
                  </a:moveTo>
                  <a:lnTo>
                    <a:pt x="1" y="3303"/>
                  </a:lnTo>
                  <a:lnTo>
                    <a:pt x="401" y="33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53"/>
            <p:cNvSpPr/>
            <p:nvPr/>
          </p:nvSpPr>
          <p:spPr>
            <a:xfrm>
              <a:off x="2462775" y="2544775"/>
              <a:ext cx="10850" cy="58400"/>
            </a:xfrm>
            <a:custGeom>
              <a:rect b="b" l="l" r="r" t="t"/>
              <a:pathLst>
                <a:path extrusionOk="0" h="2336" w="434">
                  <a:moveTo>
                    <a:pt x="0" y="0"/>
                  </a:moveTo>
                  <a:lnTo>
                    <a:pt x="0" y="2335"/>
                  </a:lnTo>
                  <a:lnTo>
                    <a:pt x="434" y="2335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53"/>
            <p:cNvSpPr/>
            <p:nvPr/>
          </p:nvSpPr>
          <p:spPr>
            <a:xfrm>
              <a:off x="1966575" y="2790775"/>
              <a:ext cx="868975" cy="803100"/>
            </a:xfrm>
            <a:custGeom>
              <a:rect b="b" l="l" r="r" t="t"/>
              <a:pathLst>
                <a:path extrusionOk="0" h="32124" w="34759">
                  <a:moveTo>
                    <a:pt x="14111" y="0"/>
                  </a:moveTo>
                  <a:cubicBezTo>
                    <a:pt x="7773" y="1168"/>
                    <a:pt x="3136" y="5137"/>
                    <a:pt x="1468" y="10875"/>
                  </a:cubicBezTo>
                  <a:cubicBezTo>
                    <a:pt x="1" y="15845"/>
                    <a:pt x="935" y="21149"/>
                    <a:pt x="3970" y="25385"/>
                  </a:cubicBezTo>
                  <a:cubicBezTo>
                    <a:pt x="6805" y="29388"/>
                    <a:pt x="11108" y="31823"/>
                    <a:pt x="15778" y="32057"/>
                  </a:cubicBezTo>
                  <a:cubicBezTo>
                    <a:pt x="16179" y="32123"/>
                    <a:pt x="16546" y="32123"/>
                    <a:pt x="16946" y="32123"/>
                  </a:cubicBezTo>
                  <a:cubicBezTo>
                    <a:pt x="22750" y="32123"/>
                    <a:pt x="28021" y="29955"/>
                    <a:pt x="31323" y="26152"/>
                  </a:cubicBezTo>
                  <a:cubicBezTo>
                    <a:pt x="33024" y="24151"/>
                    <a:pt x="34258" y="21649"/>
                    <a:pt x="34759" y="18881"/>
                  </a:cubicBezTo>
                  <a:lnTo>
                    <a:pt x="34325" y="18814"/>
                  </a:lnTo>
                  <a:cubicBezTo>
                    <a:pt x="33825" y="21482"/>
                    <a:pt x="32657" y="23951"/>
                    <a:pt x="30989" y="25852"/>
                  </a:cubicBezTo>
                  <a:cubicBezTo>
                    <a:pt x="27811" y="29565"/>
                    <a:pt x="22556" y="31646"/>
                    <a:pt x="16846" y="31646"/>
                  </a:cubicBezTo>
                  <a:cubicBezTo>
                    <a:pt x="16503" y="31646"/>
                    <a:pt x="16158" y="31638"/>
                    <a:pt x="15812" y="31623"/>
                  </a:cubicBezTo>
                  <a:cubicBezTo>
                    <a:pt x="11275" y="31390"/>
                    <a:pt x="7072" y="29021"/>
                    <a:pt x="4304" y="25152"/>
                  </a:cubicBezTo>
                  <a:cubicBezTo>
                    <a:pt x="1335" y="20982"/>
                    <a:pt x="468" y="15845"/>
                    <a:pt x="1902" y="11008"/>
                  </a:cubicBezTo>
                  <a:cubicBezTo>
                    <a:pt x="3503" y="5438"/>
                    <a:pt x="8006" y="1535"/>
                    <a:pt x="14177" y="434"/>
                  </a:cubicBezTo>
                  <a:lnTo>
                    <a:pt x="1411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53"/>
            <p:cNvSpPr/>
            <p:nvPr/>
          </p:nvSpPr>
          <p:spPr>
            <a:xfrm>
              <a:off x="1857325" y="2761575"/>
              <a:ext cx="227700" cy="219350"/>
            </a:xfrm>
            <a:custGeom>
              <a:rect b="b" l="l" r="r" t="t"/>
              <a:pathLst>
                <a:path extrusionOk="0" h="8774" w="9108">
                  <a:moveTo>
                    <a:pt x="3870" y="1"/>
                  </a:moveTo>
                  <a:lnTo>
                    <a:pt x="2836" y="3904"/>
                  </a:lnTo>
                  <a:lnTo>
                    <a:pt x="1" y="4938"/>
                  </a:lnTo>
                  <a:lnTo>
                    <a:pt x="2836" y="5972"/>
                  </a:lnTo>
                  <a:lnTo>
                    <a:pt x="3870" y="8774"/>
                  </a:lnTo>
                  <a:lnTo>
                    <a:pt x="4938" y="5972"/>
                  </a:lnTo>
                  <a:lnTo>
                    <a:pt x="9107" y="4938"/>
                  </a:lnTo>
                  <a:lnTo>
                    <a:pt x="4938" y="3904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53"/>
            <p:cNvSpPr/>
            <p:nvPr/>
          </p:nvSpPr>
          <p:spPr>
            <a:xfrm>
              <a:off x="2487775" y="3660575"/>
              <a:ext cx="145975" cy="140950"/>
            </a:xfrm>
            <a:custGeom>
              <a:rect b="b" l="l" r="r" t="t"/>
              <a:pathLst>
                <a:path extrusionOk="0" h="5638" w="5839">
                  <a:moveTo>
                    <a:pt x="2469" y="0"/>
                  </a:moveTo>
                  <a:lnTo>
                    <a:pt x="1802" y="2468"/>
                  </a:lnTo>
                  <a:lnTo>
                    <a:pt x="1" y="3136"/>
                  </a:lnTo>
                  <a:lnTo>
                    <a:pt x="1802" y="3803"/>
                  </a:lnTo>
                  <a:lnTo>
                    <a:pt x="2469" y="5637"/>
                  </a:lnTo>
                  <a:lnTo>
                    <a:pt x="3136" y="3803"/>
                  </a:lnTo>
                  <a:lnTo>
                    <a:pt x="5838" y="3136"/>
                  </a:lnTo>
                  <a:lnTo>
                    <a:pt x="3136" y="2468"/>
                  </a:lnTo>
                  <a:lnTo>
                    <a:pt x="24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53"/>
            <p:cNvSpPr/>
            <p:nvPr/>
          </p:nvSpPr>
          <p:spPr>
            <a:xfrm>
              <a:off x="2344350" y="3749800"/>
              <a:ext cx="105100" cy="101750"/>
            </a:xfrm>
            <a:custGeom>
              <a:rect b="b" l="l" r="r" t="t"/>
              <a:pathLst>
                <a:path extrusionOk="0" h="4070" w="4204">
                  <a:moveTo>
                    <a:pt x="1802" y="0"/>
                  </a:moveTo>
                  <a:lnTo>
                    <a:pt x="1335" y="1802"/>
                  </a:lnTo>
                  <a:lnTo>
                    <a:pt x="0" y="2302"/>
                  </a:lnTo>
                  <a:lnTo>
                    <a:pt x="1335" y="2769"/>
                  </a:lnTo>
                  <a:lnTo>
                    <a:pt x="1802" y="4070"/>
                  </a:lnTo>
                  <a:lnTo>
                    <a:pt x="2302" y="2769"/>
                  </a:lnTo>
                  <a:lnTo>
                    <a:pt x="4203" y="2302"/>
                  </a:lnTo>
                  <a:lnTo>
                    <a:pt x="2302" y="1802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800" lIns="54800" spcFirstLastPara="1" rIns="54800" wrap="square" tIns="5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9" name="Google Shape;1679;p53"/>
          <p:cNvSpPr/>
          <p:nvPr/>
        </p:nvSpPr>
        <p:spPr>
          <a:xfrm>
            <a:off x="7199170" y="4117650"/>
            <a:ext cx="186078" cy="333659"/>
          </a:xfrm>
          <a:custGeom>
            <a:rect b="b" l="l" r="r" t="t"/>
            <a:pathLst>
              <a:path extrusionOk="0" h="12143" w="6772">
                <a:moveTo>
                  <a:pt x="3136" y="0"/>
                </a:moveTo>
                <a:cubicBezTo>
                  <a:pt x="3002" y="0"/>
                  <a:pt x="2936" y="67"/>
                  <a:pt x="2836" y="67"/>
                </a:cubicBezTo>
                <a:cubicBezTo>
                  <a:pt x="2736" y="101"/>
                  <a:pt x="2602" y="234"/>
                  <a:pt x="2602" y="334"/>
                </a:cubicBezTo>
                <a:lnTo>
                  <a:pt x="2602" y="1468"/>
                </a:lnTo>
                <a:cubicBezTo>
                  <a:pt x="2269" y="1502"/>
                  <a:pt x="2002" y="1635"/>
                  <a:pt x="1735" y="1768"/>
                </a:cubicBezTo>
                <a:cubicBezTo>
                  <a:pt x="1268" y="2002"/>
                  <a:pt x="901" y="2302"/>
                  <a:pt x="634" y="2736"/>
                </a:cubicBezTo>
                <a:cubicBezTo>
                  <a:pt x="401" y="3136"/>
                  <a:pt x="267" y="3603"/>
                  <a:pt x="267" y="4070"/>
                </a:cubicBezTo>
                <a:cubicBezTo>
                  <a:pt x="267" y="4637"/>
                  <a:pt x="434" y="5137"/>
                  <a:pt x="768" y="5504"/>
                </a:cubicBezTo>
                <a:cubicBezTo>
                  <a:pt x="1101" y="5905"/>
                  <a:pt x="1568" y="6238"/>
                  <a:pt x="2169" y="6438"/>
                </a:cubicBezTo>
                <a:lnTo>
                  <a:pt x="3770" y="6972"/>
                </a:lnTo>
                <a:cubicBezTo>
                  <a:pt x="4137" y="7106"/>
                  <a:pt x="4437" y="7272"/>
                  <a:pt x="4604" y="7473"/>
                </a:cubicBezTo>
                <a:cubicBezTo>
                  <a:pt x="4770" y="7673"/>
                  <a:pt x="4837" y="7906"/>
                  <a:pt x="4837" y="8173"/>
                </a:cubicBezTo>
                <a:cubicBezTo>
                  <a:pt x="4837" y="8473"/>
                  <a:pt x="4737" y="8740"/>
                  <a:pt x="4470" y="8840"/>
                </a:cubicBezTo>
                <a:cubicBezTo>
                  <a:pt x="4170" y="9007"/>
                  <a:pt x="3803" y="9140"/>
                  <a:pt x="3336" y="9140"/>
                </a:cubicBezTo>
                <a:cubicBezTo>
                  <a:pt x="2902" y="9140"/>
                  <a:pt x="2469" y="9074"/>
                  <a:pt x="2068" y="8907"/>
                </a:cubicBezTo>
                <a:cubicBezTo>
                  <a:pt x="1635" y="8740"/>
                  <a:pt x="1268" y="8507"/>
                  <a:pt x="934" y="8306"/>
                </a:cubicBezTo>
                <a:cubicBezTo>
                  <a:pt x="884" y="8273"/>
                  <a:pt x="818" y="8256"/>
                  <a:pt x="755" y="8256"/>
                </a:cubicBezTo>
                <a:cubicBezTo>
                  <a:pt x="692" y="8256"/>
                  <a:pt x="634" y="8273"/>
                  <a:pt x="601" y="8306"/>
                </a:cubicBezTo>
                <a:cubicBezTo>
                  <a:pt x="467" y="8407"/>
                  <a:pt x="401" y="8473"/>
                  <a:pt x="301" y="8607"/>
                </a:cubicBezTo>
                <a:cubicBezTo>
                  <a:pt x="234" y="8740"/>
                  <a:pt x="134" y="8840"/>
                  <a:pt x="100" y="9007"/>
                </a:cubicBezTo>
                <a:cubicBezTo>
                  <a:pt x="67" y="9174"/>
                  <a:pt x="0" y="9307"/>
                  <a:pt x="0" y="9474"/>
                </a:cubicBezTo>
                <a:cubicBezTo>
                  <a:pt x="0" y="9574"/>
                  <a:pt x="67" y="9674"/>
                  <a:pt x="134" y="9741"/>
                </a:cubicBezTo>
                <a:cubicBezTo>
                  <a:pt x="401" y="9908"/>
                  <a:pt x="667" y="10074"/>
                  <a:pt x="1001" y="10241"/>
                </a:cubicBezTo>
                <a:cubicBezTo>
                  <a:pt x="1335" y="10408"/>
                  <a:pt x="1735" y="10508"/>
                  <a:pt x="2135" y="10608"/>
                </a:cubicBezTo>
                <a:cubicBezTo>
                  <a:pt x="2269" y="10641"/>
                  <a:pt x="2402" y="10641"/>
                  <a:pt x="2502" y="10675"/>
                </a:cubicBezTo>
                <a:lnTo>
                  <a:pt x="2502" y="11809"/>
                </a:lnTo>
                <a:cubicBezTo>
                  <a:pt x="2502" y="11942"/>
                  <a:pt x="2602" y="12076"/>
                  <a:pt x="2769" y="12109"/>
                </a:cubicBezTo>
                <a:cubicBezTo>
                  <a:pt x="2936" y="12143"/>
                  <a:pt x="3103" y="12143"/>
                  <a:pt x="3336" y="12143"/>
                </a:cubicBezTo>
                <a:lnTo>
                  <a:pt x="3636" y="12143"/>
                </a:lnTo>
                <a:cubicBezTo>
                  <a:pt x="3770" y="12143"/>
                  <a:pt x="3836" y="12109"/>
                  <a:pt x="3936" y="12109"/>
                </a:cubicBezTo>
                <a:cubicBezTo>
                  <a:pt x="4070" y="12076"/>
                  <a:pt x="4170" y="11942"/>
                  <a:pt x="4170" y="11809"/>
                </a:cubicBezTo>
                <a:lnTo>
                  <a:pt x="4170" y="10675"/>
                </a:lnTo>
                <a:cubicBezTo>
                  <a:pt x="4570" y="10641"/>
                  <a:pt x="4904" y="10508"/>
                  <a:pt x="5171" y="10408"/>
                </a:cubicBezTo>
                <a:cubicBezTo>
                  <a:pt x="5671" y="10174"/>
                  <a:pt x="6071" y="9841"/>
                  <a:pt x="6338" y="9441"/>
                </a:cubicBezTo>
                <a:cubicBezTo>
                  <a:pt x="6638" y="9007"/>
                  <a:pt x="6772" y="8573"/>
                  <a:pt x="6772" y="8073"/>
                </a:cubicBezTo>
                <a:cubicBezTo>
                  <a:pt x="6772" y="7439"/>
                  <a:pt x="6572" y="6905"/>
                  <a:pt x="6171" y="6438"/>
                </a:cubicBezTo>
                <a:cubicBezTo>
                  <a:pt x="5804" y="6005"/>
                  <a:pt x="5304" y="5671"/>
                  <a:pt x="4637" y="5471"/>
                </a:cubicBezTo>
                <a:lnTo>
                  <a:pt x="3136" y="4937"/>
                </a:lnTo>
                <a:cubicBezTo>
                  <a:pt x="2802" y="4804"/>
                  <a:pt x="2569" y="4670"/>
                  <a:pt x="2335" y="4504"/>
                </a:cubicBezTo>
                <a:cubicBezTo>
                  <a:pt x="2169" y="4404"/>
                  <a:pt x="2135" y="4237"/>
                  <a:pt x="2135" y="3970"/>
                </a:cubicBezTo>
                <a:cubicBezTo>
                  <a:pt x="2135" y="3670"/>
                  <a:pt x="2269" y="3470"/>
                  <a:pt x="2469" y="3303"/>
                </a:cubicBezTo>
                <a:cubicBezTo>
                  <a:pt x="2736" y="3136"/>
                  <a:pt x="3069" y="3003"/>
                  <a:pt x="3503" y="3003"/>
                </a:cubicBezTo>
                <a:cubicBezTo>
                  <a:pt x="3903" y="3003"/>
                  <a:pt x="4237" y="3069"/>
                  <a:pt x="4570" y="3169"/>
                </a:cubicBezTo>
                <a:cubicBezTo>
                  <a:pt x="4904" y="3303"/>
                  <a:pt x="5271" y="3436"/>
                  <a:pt x="5571" y="3603"/>
                </a:cubicBezTo>
                <a:cubicBezTo>
                  <a:pt x="5609" y="3629"/>
                  <a:pt x="5652" y="3639"/>
                  <a:pt x="5697" y="3639"/>
                </a:cubicBezTo>
                <a:cubicBezTo>
                  <a:pt x="5768" y="3639"/>
                  <a:pt x="5843" y="3611"/>
                  <a:pt x="5905" y="3570"/>
                </a:cubicBezTo>
                <a:cubicBezTo>
                  <a:pt x="6071" y="3436"/>
                  <a:pt x="6171" y="3236"/>
                  <a:pt x="6271" y="3003"/>
                </a:cubicBezTo>
                <a:cubicBezTo>
                  <a:pt x="6338" y="2802"/>
                  <a:pt x="6405" y="2602"/>
                  <a:pt x="6405" y="2402"/>
                </a:cubicBezTo>
                <a:cubicBezTo>
                  <a:pt x="6405" y="2269"/>
                  <a:pt x="6338" y="2169"/>
                  <a:pt x="6238" y="2135"/>
                </a:cubicBezTo>
                <a:cubicBezTo>
                  <a:pt x="5905" y="1935"/>
                  <a:pt x="5438" y="1768"/>
                  <a:pt x="4971" y="1635"/>
                </a:cubicBezTo>
                <a:cubicBezTo>
                  <a:pt x="4770" y="1568"/>
                  <a:pt x="4504" y="1502"/>
                  <a:pt x="4270" y="1468"/>
                </a:cubicBezTo>
                <a:lnTo>
                  <a:pt x="4270" y="334"/>
                </a:lnTo>
                <a:cubicBezTo>
                  <a:pt x="4270" y="234"/>
                  <a:pt x="4170" y="101"/>
                  <a:pt x="4003" y="67"/>
                </a:cubicBezTo>
                <a:cubicBezTo>
                  <a:pt x="3936" y="67"/>
                  <a:pt x="3836" y="0"/>
                  <a:pt x="3736" y="0"/>
                </a:cubicBezTo>
                <a:close/>
              </a:path>
            </a:pathLst>
          </a:custGeom>
          <a:solidFill>
            <a:srgbClr val="D16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53"/>
          <p:cNvSpPr/>
          <p:nvPr/>
        </p:nvSpPr>
        <p:spPr>
          <a:xfrm>
            <a:off x="8897120" y="4519475"/>
            <a:ext cx="186078" cy="333659"/>
          </a:xfrm>
          <a:custGeom>
            <a:rect b="b" l="l" r="r" t="t"/>
            <a:pathLst>
              <a:path extrusionOk="0" h="12143" w="6772">
                <a:moveTo>
                  <a:pt x="3136" y="0"/>
                </a:moveTo>
                <a:cubicBezTo>
                  <a:pt x="3002" y="0"/>
                  <a:pt x="2936" y="67"/>
                  <a:pt x="2836" y="67"/>
                </a:cubicBezTo>
                <a:cubicBezTo>
                  <a:pt x="2736" y="101"/>
                  <a:pt x="2602" y="234"/>
                  <a:pt x="2602" y="334"/>
                </a:cubicBezTo>
                <a:lnTo>
                  <a:pt x="2602" y="1468"/>
                </a:lnTo>
                <a:cubicBezTo>
                  <a:pt x="2269" y="1502"/>
                  <a:pt x="2002" y="1635"/>
                  <a:pt x="1735" y="1768"/>
                </a:cubicBezTo>
                <a:cubicBezTo>
                  <a:pt x="1268" y="2002"/>
                  <a:pt x="901" y="2302"/>
                  <a:pt x="634" y="2736"/>
                </a:cubicBezTo>
                <a:cubicBezTo>
                  <a:pt x="401" y="3136"/>
                  <a:pt x="267" y="3603"/>
                  <a:pt x="267" y="4070"/>
                </a:cubicBezTo>
                <a:cubicBezTo>
                  <a:pt x="267" y="4637"/>
                  <a:pt x="434" y="5137"/>
                  <a:pt x="768" y="5504"/>
                </a:cubicBezTo>
                <a:cubicBezTo>
                  <a:pt x="1101" y="5905"/>
                  <a:pt x="1568" y="6238"/>
                  <a:pt x="2169" y="6438"/>
                </a:cubicBezTo>
                <a:lnTo>
                  <a:pt x="3770" y="6972"/>
                </a:lnTo>
                <a:cubicBezTo>
                  <a:pt x="4137" y="7106"/>
                  <a:pt x="4437" y="7272"/>
                  <a:pt x="4604" y="7473"/>
                </a:cubicBezTo>
                <a:cubicBezTo>
                  <a:pt x="4770" y="7673"/>
                  <a:pt x="4837" y="7906"/>
                  <a:pt x="4837" y="8173"/>
                </a:cubicBezTo>
                <a:cubicBezTo>
                  <a:pt x="4837" y="8473"/>
                  <a:pt x="4737" y="8740"/>
                  <a:pt x="4470" y="8840"/>
                </a:cubicBezTo>
                <a:cubicBezTo>
                  <a:pt x="4170" y="9007"/>
                  <a:pt x="3803" y="9140"/>
                  <a:pt x="3336" y="9140"/>
                </a:cubicBezTo>
                <a:cubicBezTo>
                  <a:pt x="2902" y="9140"/>
                  <a:pt x="2469" y="9074"/>
                  <a:pt x="2068" y="8907"/>
                </a:cubicBezTo>
                <a:cubicBezTo>
                  <a:pt x="1635" y="8740"/>
                  <a:pt x="1268" y="8507"/>
                  <a:pt x="934" y="8306"/>
                </a:cubicBezTo>
                <a:cubicBezTo>
                  <a:pt x="884" y="8273"/>
                  <a:pt x="818" y="8256"/>
                  <a:pt x="755" y="8256"/>
                </a:cubicBezTo>
                <a:cubicBezTo>
                  <a:pt x="692" y="8256"/>
                  <a:pt x="634" y="8273"/>
                  <a:pt x="601" y="8306"/>
                </a:cubicBezTo>
                <a:cubicBezTo>
                  <a:pt x="467" y="8407"/>
                  <a:pt x="401" y="8473"/>
                  <a:pt x="301" y="8607"/>
                </a:cubicBezTo>
                <a:cubicBezTo>
                  <a:pt x="234" y="8740"/>
                  <a:pt x="134" y="8840"/>
                  <a:pt x="100" y="9007"/>
                </a:cubicBezTo>
                <a:cubicBezTo>
                  <a:pt x="67" y="9174"/>
                  <a:pt x="0" y="9307"/>
                  <a:pt x="0" y="9474"/>
                </a:cubicBezTo>
                <a:cubicBezTo>
                  <a:pt x="0" y="9574"/>
                  <a:pt x="67" y="9674"/>
                  <a:pt x="134" y="9741"/>
                </a:cubicBezTo>
                <a:cubicBezTo>
                  <a:pt x="401" y="9908"/>
                  <a:pt x="667" y="10074"/>
                  <a:pt x="1001" y="10241"/>
                </a:cubicBezTo>
                <a:cubicBezTo>
                  <a:pt x="1335" y="10408"/>
                  <a:pt x="1735" y="10508"/>
                  <a:pt x="2135" y="10608"/>
                </a:cubicBezTo>
                <a:cubicBezTo>
                  <a:pt x="2269" y="10641"/>
                  <a:pt x="2402" y="10641"/>
                  <a:pt x="2502" y="10675"/>
                </a:cubicBezTo>
                <a:lnTo>
                  <a:pt x="2502" y="11809"/>
                </a:lnTo>
                <a:cubicBezTo>
                  <a:pt x="2502" y="11942"/>
                  <a:pt x="2602" y="12076"/>
                  <a:pt x="2769" y="12109"/>
                </a:cubicBezTo>
                <a:cubicBezTo>
                  <a:pt x="2936" y="12143"/>
                  <a:pt x="3103" y="12143"/>
                  <a:pt x="3336" y="12143"/>
                </a:cubicBezTo>
                <a:lnTo>
                  <a:pt x="3636" y="12143"/>
                </a:lnTo>
                <a:cubicBezTo>
                  <a:pt x="3770" y="12143"/>
                  <a:pt x="3836" y="12109"/>
                  <a:pt x="3936" y="12109"/>
                </a:cubicBezTo>
                <a:cubicBezTo>
                  <a:pt x="4070" y="12076"/>
                  <a:pt x="4170" y="11942"/>
                  <a:pt x="4170" y="11809"/>
                </a:cubicBezTo>
                <a:lnTo>
                  <a:pt x="4170" y="10675"/>
                </a:lnTo>
                <a:cubicBezTo>
                  <a:pt x="4570" y="10641"/>
                  <a:pt x="4904" y="10508"/>
                  <a:pt x="5171" y="10408"/>
                </a:cubicBezTo>
                <a:cubicBezTo>
                  <a:pt x="5671" y="10174"/>
                  <a:pt x="6071" y="9841"/>
                  <a:pt x="6338" y="9441"/>
                </a:cubicBezTo>
                <a:cubicBezTo>
                  <a:pt x="6638" y="9007"/>
                  <a:pt x="6772" y="8573"/>
                  <a:pt x="6772" y="8073"/>
                </a:cubicBezTo>
                <a:cubicBezTo>
                  <a:pt x="6772" y="7439"/>
                  <a:pt x="6572" y="6905"/>
                  <a:pt x="6171" y="6438"/>
                </a:cubicBezTo>
                <a:cubicBezTo>
                  <a:pt x="5804" y="6005"/>
                  <a:pt x="5304" y="5671"/>
                  <a:pt x="4637" y="5471"/>
                </a:cubicBezTo>
                <a:lnTo>
                  <a:pt x="3136" y="4937"/>
                </a:lnTo>
                <a:cubicBezTo>
                  <a:pt x="2802" y="4804"/>
                  <a:pt x="2569" y="4670"/>
                  <a:pt x="2335" y="4504"/>
                </a:cubicBezTo>
                <a:cubicBezTo>
                  <a:pt x="2169" y="4404"/>
                  <a:pt x="2135" y="4237"/>
                  <a:pt x="2135" y="3970"/>
                </a:cubicBezTo>
                <a:cubicBezTo>
                  <a:pt x="2135" y="3670"/>
                  <a:pt x="2269" y="3470"/>
                  <a:pt x="2469" y="3303"/>
                </a:cubicBezTo>
                <a:cubicBezTo>
                  <a:pt x="2736" y="3136"/>
                  <a:pt x="3069" y="3003"/>
                  <a:pt x="3503" y="3003"/>
                </a:cubicBezTo>
                <a:cubicBezTo>
                  <a:pt x="3903" y="3003"/>
                  <a:pt x="4237" y="3069"/>
                  <a:pt x="4570" y="3169"/>
                </a:cubicBezTo>
                <a:cubicBezTo>
                  <a:pt x="4904" y="3303"/>
                  <a:pt x="5271" y="3436"/>
                  <a:pt x="5571" y="3603"/>
                </a:cubicBezTo>
                <a:cubicBezTo>
                  <a:pt x="5609" y="3629"/>
                  <a:pt x="5652" y="3639"/>
                  <a:pt x="5697" y="3639"/>
                </a:cubicBezTo>
                <a:cubicBezTo>
                  <a:pt x="5768" y="3639"/>
                  <a:pt x="5843" y="3611"/>
                  <a:pt x="5905" y="3570"/>
                </a:cubicBezTo>
                <a:cubicBezTo>
                  <a:pt x="6071" y="3436"/>
                  <a:pt x="6171" y="3236"/>
                  <a:pt x="6271" y="3003"/>
                </a:cubicBezTo>
                <a:cubicBezTo>
                  <a:pt x="6338" y="2802"/>
                  <a:pt x="6405" y="2602"/>
                  <a:pt x="6405" y="2402"/>
                </a:cubicBezTo>
                <a:cubicBezTo>
                  <a:pt x="6405" y="2269"/>
                  <a:pt x="6338" y="2169"/>
                  <a:pt x="6238" y="2135"/>
                </a:cubicBezTo>
                <a:cubicBezTo>
                  <a:pt x="5905" y="1935"/>
                  <a:pt x="5438" y="1768"/>
                  <a:pt x="4971" y="1635"/>
                </a:cubicBezTo>
                <a:cubicBezTo>
                  <a:pt x="4770" y="1568"/>
                  <a:pt x="4504" y="1502"/>
                  <a:pt x="4270" y="1468"/>
                </a:cubicBezTo>
                <a:lnTo>
                  <a:pt x="4270" y="334"/>
                </a:lnTo>
                <a:cubicBezTo>
                  <a:pt x="4270" y="234"/>
                  <a:pt x="4170" y="101"/>
                  <a:pt x="4003" y="67"/>
                </a:cubicBezTo>
                <a:cubicBezTo>
                  <a:pt x="3936" y="67"/>
                  <a:pt x="3836" y="0"/>
                  <a:pt x="3736" y="0"/>
                </a:cubicBezTo>
                <a:close/>
              </a:path>
            </a:pathLst>
          </a:custGeom>
          <a:solidFill>
            <a:srgbClr val="D16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53"/>
          <p:cNvSpPr txBox="1"/>
          <p:nvPr>
            <p:ph idx="6" type="subTitle"/>
          </p:nvPr>
        </p:nvSpPr>
        <p:spPr>
          <a:xfrm>
            <a:off x="1245900" y="1477238"/>
            <a:ext cx="6652200" cy="4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Fira Sans Condensed"/>
                <a:ea typeface="Fira Sans Condensed"/>
                <a:cs typeface="Fira Sans Condensed"/>
                <a:sym typeface="Fira Sans Condensed"/>
              </a:rPr>
              <a:t>Currency Growth Rate Per USD from 2019-2024</a:t>
            </a:r>
            <a:endParaRPr b="1" sz="19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54"/>
          <p:cNvSpPr txBox="1"/>
          <p:nvPr>
            <p:ph idx="1" type="subTitle"/>
          </p:nvPr>
        </p:nvSpPr>
        <p:spPr>
          <a:xfrm>
            <a:off x="720000" y="1055675"/>
            <a:ext cx="2109000" cy="33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accent3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Saudi Arabia</a:t>
            </a:r>
            <a:r>
              <a:rPr lang="en" sz="1700">
                <a:latin typeface="Fira Sans Condensed"/>
                <a:ea typeface="Fira Sans Condensed"/>
                <a:cs typeface="Fira Sans Condensed"/>
                <a:sym typeface="Fira Sans Condensed"/>
              </a:rPr>
              <a:t> is the 4th </a:t>
            </a:r>
            <a:r>
              <a:rPr b="1" lang="en" sz="1700">
                <a:latin typeface="Fira Sans Condensed"/>
                <a:ea typeface="Fira Sans Condensed"/>
                <a:cs typeface="Fira Sans Condensed"/>
                <a:sym typeface="Fira Sans Condensed"/>
              </a:rPr>
              <a:t>most growing economy</a:t>
            </a:r>
            <a:r>
              <a:rPr lang="en" sz="1700">
                <a:latin typeface="Fira Sans Condensed"/>
                <a:ea typeface="Fira Sans Condensed"/>
                <a:cs typeface="Fira Sans Condensed"/>
                <a:sym typeface="Fira Sans Condensed"/>
              </a:rPr>
              <a:t> based on analysis.</a:t>
            </a:r>
            <a:endParaRPr sz="1700"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latin typeface="Fira Sans Condensed"/>
                <a:ea typeface="Fira Sans Condensed"/>
                <a:cs typeface="Fira Sans Condensed"/>
                <a:sym typeface="Fira Sans Condensed"/>
              </a:rPr>
              <a:t>Doesn’t</a:t>
            </a:r>
            <a:r>
              <a:rPr lang="en" sz="1700">
                <a:latin typeface="Fira Sans Condensed"/>
                <a:ea typeface="Fira Sans Condensed"/>
                <a:cs typeface="Fira Sans Condensed"/>
                <a:sym typeface="Fira Sans Condensed"/>
              </a:rPr>
              <a:t> have any currency fluctuations in the past 5 years.</a:t>
            </a:r>
            <a:endParaRPr sz="1700"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ra Sans Condensed"/>
                <a:ea typeface="Fira Sans Condensed"/>
                <a:cs typeface="Fira Sans Condensed"/>
                <a:sym typeface="Fira Sans Condensed"/>
              </a:rPr>
              <a:t>Has </a:t>
            </a:r>
            <a:r>
              <a:rPr b="1" lang="en" sz="1700">
                <a:latin typeface="Fira Sans Condensed"/>
                <a:ea typeface="Fira Sans Condensed"/>
                <a:cs typeface="Fira Sans Condensed"/>
                <a:sym typeface="Fira Sans Condensed"/>
              </a:rPr>
              <a:t>huge</a:t>
            </a:r>
            <a:r>
              <a:rPr lang="en" sz="1700">
                <a:latin typeface="Fira Sans Condensed"/>
                <a:ea typeface="Fira Sans Condensed"/>
                <a:cs typeface="Fira Sans Condensed"/>
                <a:sym typeface="Fira Sans Condensed"/>
              </a:rPr>
              <a:t> stock market growth.</a:t>
            </a:r>
            <a:endParaRPr sz="17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687" name="Google Shape;168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8" name="Google Shape;1688;p54"/>
          <p:cNvSpPr txBox="1"/>
          <p:nvPr/>
        </p:nvSpPr>
        <p:spPr>
          <a:xfrm>
            <a:off x="720000" y="4829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62E4C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Recommendation</a:t>
            </a:r>
            <a:endParaRPr sz="2700">
              <a:solidFill>
                <a:srgbClr val="162E4C"/>
              </a:solidFill>
              <a:latin typeface="Fira Sans Condensed ExtraBold"/>
              <a:ea typeface="Fira Sans Condensed ExtraBold"/>
              <a:cs typeface="Fira Sans Condensed ExtraBold"/>
              <a:sym typeface="Fira Sans Condensed ExtraBold"/>
            </a:endParaRPr>
          </a:p>
        </p:txBody>
      </p:sp>
      <p:grpSp>
        <p:nvGrpSpPr>
          <p:cNvPr id="1689" name="Google Shape;1689;p54"/>
          <p:cNvGrpSpPr/>
          <p:nvPr/>
        </p:nvGrpSpPr>
        <p:grpSpPr>
          <a:xfrm>
            <a:off x="2688381" y="1259440"/>
            <a:ext cx="5784068" cy="3081384"/>
            <a:chOff x="233350" y="949250"/>
            <a:chExt cx="7137300" cy="3802300"/>
          </a:xfrm>
        </p:grpSpPr>
        <p:sp>
          <p:nvSpPr>
            <p:cNvPr id="1690" name="Google Shape;1690;p54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54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54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54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54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54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54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54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54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54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54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54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54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54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54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54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54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54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54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54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54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54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54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54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54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54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54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54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54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54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54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54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54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54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54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54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54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54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54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54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54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54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54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54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54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54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54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54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54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54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54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700" lIns="81700" spcFirstLastPara="1" rIns="81700" wrap="square" tIns="8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1" name="Google Shape;1741;p54"/>
          <p:cNvGrpSpPr/>
          <p:nvPr/>
        </p:nvGrpSpPr>
        <p:grpSpPr>
          <a:xfrm>
            <a:off x="5991002" y="2197480"/>
            <a:ext cx="230067" cy="393598"/>
            <a:chOff x="7601242" y="3729267"/>
            <a:chExt cx="222566" cy="380803"/>
          </a:xfrm>
        </p:grpSpPr>
        <p:sp>
          <p:nvSpPr>
            <p:cNvPr id="1742" name="Google Shape;1742;p54"/>
            <p:cNvSpPr/>
            <p:nvPr/>
          </p:nvSpPr>
          <p:spPr>
            <a:xfrm>
              <a:off x="7601242" y="3729267"/>
              <a:ext cx="222566" cy="380803"/>
            </a:xfrm>
            <a:custGeom>
              <a:rect b="b" l="l" r="r" t="t"/>
              <a:pathLst>
                <a:path extrusionOk="0" h="41881" w="24478">
                  <a:moveTo>
                    <a:pt x="12239" y="1"/>
                  </a:moveTo>
                  <a:cubicBezTo>
                    <a:pt x="5480" y="1"/>
                    <a:pt x="0" y="5320"/>
                    <a:pt x="0" y="11875"/>
                  </a:cubicBezTo>
                  <a:cubicBezTo>
                    <a:pt x="0" y="17537"/>
                    <a:pt x="4080" y="22270"/>
                    <a:pt x="9537" y="23461"/>
                  </a:cubicBezTo>
                  <a:cubicBezTo>
                    <a:pt x="10235" y="23616"/>
                    <a:pt x="10190" y="24114"/>
                    <a:pt x="10270" y="24825"/>
                  </a:cubicBezTo>
                  <a:lnTo>
                    <a:pt x="12239" y="41881"/>
                  </a:lnTo>
                  <a:lnTo>
                    <a:pt x="14181" y="25065"/>
                  </a:lnTo>
                  <a:cubicBezTo>
                    <a:pt x="14257" y="24385"/>
                    <a:pt x="14230" y="23612"/>
                    <a:pt x="14897" y="23469"/>
                  </a:cubicBezTo>
                  <a:cubicBezTo>
                    <a:pt x="20381" y="22296"/>
                    <a:pt x="24478" y="17550"/>
                    <a:pt x="24478" y="11875"/>
                  </a:cubicBezTo>
                  <a:cubicBezTo>
                    <a:pt x="24478" y="5320"/>
                    <a:pt x="18998" y="1"/>
                    <a:pt x="12239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125" lIns="129125" spcFirstLastPara="1" rIns="129125" wrap="square" tIns="129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54"/>
            <p:cNvSpPr/>
            <p:nvPr/>
          </p:nvSpPr>
          <p:spPr>
            <a:xfrm>
              <a:off x="7621200" y="3748625"/>
              <a:ext cx="182696" cy="177276"/>
            </a:xfrm>
            <a:custGeom>
              <a:rect b="b" l="l" r="r" t="t"/>
              <a:pathLst>
                <a:path extrusionOk="0" h="19497" w="20093">
                  <a:moveTo>
                    <a:pt x="10044" y="19496"/>
                  </a:moveTo>
                  <a:cubicBezTo>
                    <a:pt x="15577" y="19496"/>
                    <a:pt x="20092" y="15119"/>
                    <a:pt x="20092" y="9751"/>
                  </a:cubicBezTo>
                  <a:cubicBezTo>
                    <a:pt x="20092" y="4378"/>
                    <a:pt x="15577" y="0"/>
                    <a:pt x="10044" y="0"/>
                  </a:cubicBezTo>
                  <a:cubicBezTo>
                    <a:pt x="4511" y="0"/>
                    <a:pt x="1" y="4378"/>
                    <a:pt x="1" y="9751"/>
                  </a:cubicBezTo>
                  <a:cubicBezTo>
                    <a:pt x="1" y="15119"/>
                    <a:pt x="4511" y="19496"/>
                    <a:pt x="10044" y="19496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125" lIns="129125" spcFirstLastPara="1" rIns="129125" wrap="square" tIns="129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8" name="Google Shape;1748;p55"/>
          <p:cNvCxnSpPr/>
          <p:nvPr/>
        </p:nvCxnSpPr>
        <p:spPr>
          <a:xfrm flipH="1">
            <a:off x="3127688" y="2639404"/>
            <a:ext cx="887100" cy="3630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49" name="Google Shape;1749;p55"/>
          <p:cNvSpPr/>
          <p:nvPr/>
        </p:nvSpPr>
        <p:spPr>
          <a:xfrm>
            <a:off x="1999700" y="2985027"/>
            <a:ext cx="1940400" cy="629700"/>
          </a:xfrm>
          <a:prstGeom prst="rect">
            <a:avLst/>
          </a:prstGeom>
          <a:solidFill>
            <a:schemeClr val="accent6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750" name="Google Shape;1750;p55"/>
          <p:cNvGrpSpPr/>
          <p:nvPr/>
        </p:nvGrpSpPr>
        <p:grpSpPr>
          <a:xfrm>
            <a:off x="639563" y="2662933"/>
            <a:ext cx="1005988" cy="629717"/>
            <a:chOff x="3110528" y="2277675"/>
            <a:chExt cx="855869" cy="535747"/>
          </a:xfrm>
        </p:grpSpPr>
        <p:sp>
          <p:nvSpPr>
            <p:cNvPr id="1751" name="Google Shape;1751;p55"/>
            <p:cNvSpPr/>
            <p:nvPr/>
          </p:nvSpPr>
          <p:spPr>
            <a:xfrm>
              <a:off x="3110539" y="2712322"/>
              <a:ext cx="855502" cy="101100"/>
            </a:xfrm>
            <a:custGeom>
              <a:rect b="b" l="l" r="r" t="t"/>
              <a:pathLst>
                <a:path extrusionOk="0" h="4044" w="74440">
                  <a:moveTo>
                    <a:pt x="72434" y="335"/>
                  </a:moveTo>
                  <a:cubicBezTo>
                    <a:pt x="73285" y="335"/>
                    <a:pt x="74045" y="1065"/>
                    <a:pt x="74045" y="1977"/>
                  </a:cubicBezTo>
                  <a:cubicBezTo>
                    <a:pt x="74045" y="2858"/>
                    <a:pt x="73346" y="3618"/>
                    <a:pt x="72434" y="3618"/>
                  </a:cubicBezTo>
                  <a:lnTo>
                    <a:pt x="2007" y="3618"/>
                  </a:lnTo>
                  <a:cubicBezTo>
                    <a:pt x="1156" y="3618"/>
                    <a:pt x="396" y="2889"/>
                    <a:pt x="396" y="1977"/>
                  </a:cubicBezTo>
                  <a:cubicBezTo>
                    <a:pt x="396" y="1095"/>
                    <a:pt x="1095" y="335"/>
                    <a:pt x="2007" y="335"/>
                  </a:cubicBezTo>
                  <a:close/>
                  <a:moveTo>
                    <a:pt x="2007" y="1"/>
                  </a:moveTo>
                  <a:cubicBezTo>
                    <a:pt x="913" y="1"/>
                    <a:pt x="1" y="913"/>
                    <a:pt x="1" y="2007"/>
                  </a:cubicBezTo>
                  <a:cubicBezTo>
                    <a:pt x="1" y="3132"/>
                    <a:pt x="913" y="4044"/>
                    <a:pt x="2007" y="4044"/>
                  </a:cubicBezTo>
                  <a:lnTo>
                    <a:pt x="72464" y="4044"/>
                  </a:lnTo>
                  <a:cubicBezTo>
                    <a:pt x="73558" y="4044"/>
                    <a:pt x="74440" y="3132"/>
                    <a:pt x="74440" y="2007"/>
                  </a:cubicBezTo>
                  <a:cubicBezTo>
                    <a:pt x="74440" y="913"/>
                    <a:pt x="73558" y="1"/>
                    <a:pt x="7243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55"/>
            <p:cNvSpPr/>
            <p:nvPr/>
          </p:nvSpPr>
          <p:spPr>
            <a:xfrm>
              <a:off x="3121019" y="2732097"/>
              <a:ext cx="297989" cy="59300"/>
            </a:xfrm>
            <a:custGeom>
              <a:rect b="b" l="l" r="r" t="t"/>
              <a:pathLst>
                <a:path extrusionOk="0" h="2372" w="25929">
                  <a:moveTo>
                    <a:pt x="1186" y="0"/>
                  </a:moveTo>
                  <a:cubicBezTo>
                    <a:pt x="517" y="0"/>
                    <a:pt x="1" y="547"/>
                    <a:pt x="1" y="1186"/>
                  </a:cubicBezTo>
                  <a:cubicBezTo>
                    <a:pt x="1" y="1824"/>
                    <a:pt x="548" y="2371"/>
                    <a:pt x="1186" y="2371"/>
                  </a:cubicBezTo>
                  <a:lnTo>
                    <a:pt x="24743" y="2371"/>
                  </a:lnTo>
                  <a:cubicBezTo>
                    <a:pt x="25381" y="2371"/>
                    <a:pt x="25928" y="1885"/>
                    <a:pt x="25928" y="1186"/>
                  </a:cubicBezTo>
                  <a:cubicBezTo>
                    <a:pt x="25928" y="547"/>
                    <a:pt x="25381" y="0"/>
                    <a:pt x="24743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55"/>
            <p:cNvSpPr/>
            <p:nvPr/>
          </p:nvSpPr>
          <p:spPr>
            <a:xfrm>
              <a:off x="3110535" y="2593025"/>
              <a:ext cx="58525" cy="85900"/>
            </a:xfrm>
            <a:custGeom>
              <a:rect b="b" l="l" r="r" t="t"/>
              <a:pathLst>
                <a:path extrusionOk="0" h="3436" w="2341">
                  <a:moveTo>
                    <a:pt x="1155" y="1"/>
                  </a:moveTo>
                  <a:cubicBezTo>
                    <a:pt x="790" y="1"/>
                    <a:pt x="517" y="62"/>
                    <a:pt x="304" y="244"/>
                  </a:cubicBezTo>
                  <a:cubicBezTo>
                    <a:pt x="91" y="426"/>
                    <a:pt x="0" y="639"/>
                    <a:pt x="0" y="943"/>
                  </a:cubicBezTo>
                  <a:cubicBezTo>
                    <a:pt x="0" y="1186"/>
                    <a:pt x="61" y="1399"/>
                    <a:pt x="213" y="1521"/>
                  </a:cubicBezTo>
                  <a:cubicBezTo>
                    <a:pt x="365" y="1673"/>
                    <a:pt x="608" y="1794"/>
                    <a:pt x="942" y="1855"/>
                  </a:cubicBezTo>
                  <a:lnTo>
                    <a:pt x="1216" y="1885"/>
                  </a:lnTo>
                  <a:cubicBezTo>
                    <a:pt x="1459" y="1946"/>
                    <a:pt x="1611" y="2007"/>
                    <a:pt x="1702" y="2098"/>
                  </a:cubicBezTo>
                  <a:cubicBezTo>
                    <a:pt x="1824" y="2189"/>
                    <a:pt x="1854" y="2341"/>
                    <a:pt x="1854" y="2493"/>
                  </a:cubicBezTo>
                  <a:cubicBezTo>
                    <a:pt x="1854" y="2676"/>
                    <a:pt x="1793" y="2828"/>
                    <a:pt x="1672" y="2919"/>
                  </a:cubicBezTo>
                  <a:cubicBezTo>
                    <a:pt x="1520" y="3010"/>
                    <a:pt x="1307" y="3071"/>
                    <a:pt x="1064" y="3071"/>
                  </a:cubicBezTo>
                  <a:cubicBezTo>
                    <a:pt x="882" y="3071"/>
                    <a:pt x="730" y="3040"/>
                    <a:pt x="547" y="3010"/>
                  </a:cubicBezTo>
                  <a:cubicBezTo>
                    <a:pt x="365" y="2949"/>
                    <a:pt x="182" y="2858"/>
                    <a:pt x="0" y="2767"/>
                  </a:cubicBezTo>
                  <a:lnTo>
                    <a:pt x="0" y="3223"/>
                  </a:lnTo>
                  <a:cubicBezTo>
                    <a:pt x="213" y="3284"/>
                    <a:pt x="395" y="3344"/>
                    <a:pt x="547" y="3375"/>
                  </a:cubicBezTo>
                  <a:cubicBezTo>
                    <a:pt x="730" y="3436"/>
                    <a:pt x="912" y="3436"/>
                    <a:pt x="1064" y="3436"/>
                  </a:cubicBezTo>
                  <a:cubicBezTo>
                    <a:pt x="1490" y="3436"/>
                    <a:pt x="1793" y="3344"/>
                    <a:pt x="2006" y="3192"/>
                  </a:cubicBezTo>
                  <a:cubicBezTo>
                    <a:pt x="2219" y="3010"/>
                    <a:pt x="2341" y="2767"/>
                    <a:pt x="2341" y="2463"/>
                  </a:cubicBezTo>
                  <a:cubicBezTo>
                    <a:pt x="2341" y="2189"/>
                    <a:pt x="2249" y="1977"/>
                    <a:pt x="2097" y="1825"/>
                  </a:cubicBezTo>
                  <a:cubicBezTo>
                    <a:pt x="1945" y="1642"/>
                    <a:pt x="1702" y="1551"/>
                    <a:pt x="1368" y="1460"/>
                  </a:cubicBezTo>
                  <a:lnTo>
                    <a:pt x="1094" y="1429"/>
                  </a:lnTo>
                  <a:cubicBezTo>
                    <a:pt x="851" y="1369"/>
                    <a:pt x="669" y="1308"/>
                    <a:pt x="578" y="1247"/>
                  </a:cubicBezTo>
                  <a:cubicBezTo>
                    <a:pt x="486" y="1156"/>
                    <a:pt x="456" y="1065"/>
                    <a:pt x="456" y="913"/>
                  </a:cubicBezTo>
                  <a:cubicBezTo>
                    <a:pt x="456" y="730"/>
                    <a:pt x="517" y="578"/>
                    <a:pt x="638" y="487"/>
                  </a:cubicBezTo>
                  <a:cubicBezTo>
                    <a:pt x="790" y="396"/>
                    <a:pt x="973" y="366"/>
                    <a:pt x="1216" y="366"/>
                  </a:cubicBezTo>
                  <a:cubicBezTo>
                    <a:pt x="1368" y="366"/>
                    <a:pt x="1490" y="366"/>
                    <a:pt x="1641" y="426"/>
                  </a:cubicBezTo>
                  <a:cubicBezTo>
                    <a:pt x="1793" y="457"/>
                    <a:pt x="1976" y="518"/>
                    <a:pt x="2128" y="609"/>
                  </a:cubicBezTo>
                  <a:lnTo>
                    <a:pt x="2128" y="153"/>
                  </a:lnTo>
                  <a:cubicBezTo>
                    <a:pt x="1976" y="92"/>
                    <a:pt x="1793" y="62"/>
                    <a:pt x="1641" y="31"/>
                  </a:cubicBezTo>
                  <a:cubicBezTo>
                    <a:pt x="1490" y="1"/>
                    <a:pt x="1307" y="1"/>
                    <a:pt x="1155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55"/>
            <p:cNvSpPr/>
            <p:nvPr/>
          </p:nvSpPr>
          <p:spPr>
            <a:xfrm>
              <a:off x="3186510" y="2594550"/>
              <a:ext cx="53225" cy="82850"/>
            </a:xfrm>
            <a:custGeom>
              <a:rect b="b" l="l" r="r" t="t"/>
              <a:pathLst>
                <a:path extrusionOk="0" h="3314" w="2129">
                  <a:moveTo>
                    <a:pt x="1" y="1"/>
                  </a:moveTo>
                  <a:lnTo>
                    <a:pt x="1" y="3314"/>
                  </a:lnTo>
                  <a:lnTo>
                    <a:pt x="2128" y="3314"/>
                  </a:lnTo>
                  <a:lnTo>
                    <a:pt x="2128" y="2949"/>
                  </a:lnTo>
                  <a:lnTo>
                    <a:pt x="457" y="2949"/>
                  </a:lnTo>
                  <a:lnTo>
                    <a:pt x="457" y="1733"/>
                  </a:lnTo>
                  <a:lnTo>
                    <a:pt x="2037" y="1733"/>
                  </a:lnTo>
                  <a:lnTo>
                    <a:pt x="2037" y="1338"/>
                  </a:lnTo>
                  <a:lnTo>
                    <a:pt x="457" y="1338"/>
                  </a:lnTo>
                  <a:lnTo>
                    <a:pt x="457" y="365"/>
                  </a:lnTo>
                  <a:lnTo>
                    <a:pt x="2098" y="365"/>
                  </a:lnTo>
                  <a:lnTo>
                    <a:pt x="2098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55"/>
            <p:cNvSpPr/>
            <p:nvPr/>
          </p:nvSpPr>
          <p:spPr>
            <a:xfrm>
              <a:off x="3258710" y="2594550"/>
              <a:ext cx="51700" cy="82850"/>
            </a:xfrm>
            <a:custGeom>
              <a:rect b="b" l="l" r="r" t="t"/>
              <a:pathLst>
                <a:path extrusionOk="0" h="3314" w="2068">
                  <a:moveTo>
                    <a:pt x="0" y="1"/>
                  </a:moveTo>
                  <a:lnTo>
                    <a:pt x="0" y="3314"/>
                  </a:lnTo>
                  <a:lnTo>
                    <a:pt x="2067" y="3314"/>
                  </a:lnTo>
                  <a:lnTo>
                    <a:pt x="2067" y="2949"/>
                  </a:lnTo>
                  <a:lnTo>
                    <a:pt x="456" y="2949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55"/>
            <p:cNvSpPr/>
            <p:nvPr/>
          </p:nvSpPr>
          <p:spPr>
            <a:xfrm>
              <a:off x="3321785" y="2594550"/>
              <a:ext cx="51700" cy="82850"/>
            </a:xfrm>
            <a:custGeom>
              <a:rect b="b" l="l" r="r" t="t"/>
              <a:pathLst>
                <a:path extrusionOk="0" h="3314" w="2068">
                  <a:moveTo>
                    <a:pt x="0" y="1"/>
                  </a:moveTo>
                  <a:lnTo>
                    <a:pt x="0" y="3314"/>
                  </a:lnTo>
                  <a:lnTo>
                    <a:pt x="2067" y="3314"/>
                  </a:lnTo>
                  <a:lnTo>
                    <a:pt x="2067" y="2949"/>
                  </a:lnTo>
                  <a:lnTo>
                    <a:pt x="456" y="2949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55"/>
            <p:cNvSpPr/>
            <p:nvPr/>
          </p:nvSpPr>
          <p:spPr>
            <a:xfrm>
              <a:off x="3110539" y="2394692"/>
              <a:ext cx="855858" cy="101100"/>
            </a:xfrm>
            <a:custGeom>
              <a:rect b="b" l="l" r="r" t="t"/>
              <a:pathLst>
                <a:path extrusionOk="0" h="4044" w="74471">
                  <a:moveTo>
                    <a:pt x="72434" y="365"/>
                  </a:moveTo>
                  <a:cubicBezTo>
                    <a:pt x="73285" y="365"/>
                    <a:pt x="74045" y="1095"/>
                    <a:pt x="74045" y="2007"/>
                  </a:cubicBezTo>
                  <a:cubicBezTo>
                    <a:pt x="74045" y="2858"/>
                    <a:pt x="73346" y="3618"/>
                    <a:pt x="72434" y="3618"/>
                  </a:cubicBezTo>
                  <a:lnTo>
                    <a:pt x="2007" y="3618"/>
                  </a:lnTo>
                  <a:cubicBezTo>
                    <a:pt x="1156" y="3618"/>
                    <a:pt x="396" y="2919"/>
                    <a:pt x="396" y="2007"/>
                  </a:cubicBezTo>
                  <a:cubicBezTo>
                    <a:pt x="396" y="1125"/>
                    <a:pt x="1095" y="365"/>
                    <a:pt x="2007" y="365"/>
                  </a:cubicBezTo>
                  <a:close/>
                  <a:moveTo>
                    <a:pt x="2007" y="1"/>
                  </a:moveTo>
                  <a:cubicBezTo>
                    <a:pt x="913" y="1"/>
                    <a:pt x="1" y="912"/>
                    <a:pt x="1" y="2037"/>
                  </a:cubicBezTo>
                  <a:cubicBezTo>
                    <a:pt x="1" y="3131"/>
                    <a:pt x="913" y="4043"/>
                    <a:pt x="2007" y="4043"/>
                  </a:cubicBezTo>
                  <a:lnTo>
                    <a:pt x="72464" y="4043"/>
                  </a:lnTo>
                  <a:cubicBezTo>
                    <a:pt x="73558" y="4043"/>
                    <a:pt x="74470" y="3131"/>
                    <a:pt x="74440" y="2037"/>
                  </a:cubicBezTo>
                  <a:cubicBezTo>
                    <a:pt x="74440" y="912"/>
                    <a:pt x="73558" y="1"/>
                    <a:pt x="7243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55"/>
            <p:cNvSpPr/>
            <p:nvPr/>
          </p:nvSpPr>
          <p:spPr>
            <a:xfrm>
              <a:off x="3121019" y="2415218"/>
              <a:ext cx="471595" cy="58525"/>
            </a:xfrm>
            <a:custGeom>
              <a:rect b="b" l="l" r="r" t="t"/>
              <a:pathLst>
                <a:path extrusionOk="0" h="2341" w="41035">
                  <a:moveTo>
                    <a:pt x="1186" y="0"/>
                  </a:moveTo>
                  <a:cubicBezTo>
                    <a:pt x="517" y="0"/>
                    <a:pt x="1" y="517"/>
                    <a:pt x="1" y="1186"/>
                  </a:cubicBezTo>
                  <a:cubicBezTo>
                    <a:pt x="1" y="1824"/>
                    <a:pt x="548" y="2341"/>
                    <a:pt x="1186" y="2341"/>
                  </a:cubicBezTo>
                  <a:lnTo>
                    <a:pt x="39910" y="2341"/>
                  </a:lnTo>
                  <a:cubicBezTo>
                    <a:pt x="40549" y="2341"/>
                    <a:pt x="41035" y="1854"/>
                    <a:pt x="41035" y="1186"/>
                  </a:cubicBezTo>
                  <a:cubicBezTo>
                    <a:pt x="41035" y="517"/>
                    <a:pt x="40518" y="0"/>
                    <a:pt x="39850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55"/>
            <p:cNvSpPr/>
            <p:nvPr/>
          </p:nvSpPr>
          <p:spPr>
            <a:xfrm>
              <a:off x="3110528" y="2277675"/>
              <a:ext cx="58525" cy="83625"/>
            </a:xfrm>
            <a:custGeom>
              <a:rect b="b" l="l" r="r" t="t"/>
              <a:pathLst>
                <a:path extrusionOk="0" h="3345" w="2341">
                  <a:moveTo>
                    <a:pt x="1094" y="396"/>
                  </a:moveTo>
                  <a:cubicBezTo>
                    <a:pt x="1338" y="396"/>
                    <a:pt x="1489" y="426"/>
                    <a:pt x="1611" y="517"/>
                  </a:cubicBezTo>
                  <a:cubicBezTo>
                    <a:pt x="1702" y="578"/>
                    <a:pt x="1763" y="730"/>
                    <a:pt x="1763" y="882"/>
                  </a:cubicBezTo>
                  <a:cubicBezTo>
                    <a:pt x="1763" y="1065"/>
                    <a:pt x="1702" y="1186"/>
                    <a:pt x="1611" y="1277"/>
                  </a:cubicBezTo>
                  <a:cubicBezTo>
                    <a:pt x="1489" y="1338"/>
                    <a:pt x="1338" y="1399"/>
                    <a:pt x="1094" y="1399"/>
                  </a:cubicBezTo>
                  <a:lnTo>
                    <a:pt x="456" y="1399"/>
                  </a:lnTo>
                  <a:lnTo>
                    <a:pt x="456" y="396"/>
                  </a:lnTo>
                  <a:close/>
                  <a:moveTo>
                    <a:pt x="1155" y="1764"/>
                  </a:moveTo>
                  <a:cubicBezTo>
                    <a:pt x="1398" y="1764"/>
                    <a:pt x="1581" y="1794"/>
                    <a:pt x="1702" y="1885"/>
                  </a:cubicBezTo>
                  <a:cubicBezTo>
                    <a:pt x="1824" y="2007"/>
                    <a:pt x="1885" y="2159"/>
                    <a:pt x="1885" y="2372"/>
                  </a:cubicBezTo>
                  <a:cubicBezTo>
                    <a:pt x="1885" y="2554"/>
                    <a:pt x="1824" y="2706"/>
                    <a:pt x="1702" y="2827"/>
                  </a:cubicBezTo>
                  <a:cubicBezTo>
                    <a:pt x="1581" y="2919"/>
                    <a:pt x="1398" y="2979"/>
                    <a:pt x="1155" y="2979"/>
                  </a:cubicBezTo>
                  <a:lnTo>
                    <a:pt x="456" y="2979"/>
                  </a:lnTo>
                  <a:lnTo>
                    <a:pt x="456" y="1764"/>
                  </a:lnTo>
                  <a:close/>
                  <a:moveTo>
                    <a:pt x="0" y="1"/>
                  </a:moveTo>
                  <a:lnTo>
                    <a:pt x="0" y="3344"/>
                  </a:lnTo>
                  <a:lnTo>
                    <a:pt x="1186" y="3344"/>
                  </a:lnTo>
                  <a:cubicBezTo>
                    <a:pt x="1550" y="3344"/>
                    <a:pt x="1854" y="3253"/>
                    <a:pt x="2037" y="3101"/>
                  </a:cubicBezTo>
                  <a:cubicBezTo>
                    <a:pt x="2249" y="2919"/>
                    <a:pt x="2341" y="2706"/>
                    <a:pt x="2341" y="2402"/>
                  </a:cubicBezTo>
                  <a:cubicBezTo>
                    <a:pt x="2341" y="2189"/>
                    <a:pt x="2280" y="2007"/>
                    <a:pt x="2158" y="1855"/>
                  </a:cubicBezTo>
                  <a:cubicBezTo>
                    <a:pt x="2037" y="1703"/>
                    <a:pt x="1885" y="1581"/>
                    <a:pt x="1641" y="1551"/>
                  </a:cubicBezTo>
                  <a:cubicBezTo>
                    <a:pt x="1824" y="1520"/>
                    <a:pt x="1976" y="1429"/>
                    <a:pt x="2067" y="1308"/>
                  </a:cubicBezTo>
                  <a:cubicBezTo>
                    <a:pt x="2158" y="1186"/>
                    <a:pt x="2219" y="1034"/>
                    <a:pt x="2219" y="821"/>
                  </a:cubicBezTo>
                  <a:cubicBezTo>
                    <a:pt x="2219" y="578"/>
                    <a:pt x="2128" y="365"/>
                    <a:pt x="1945" y="213"/>
                  </a:cubicBezTo>
                  <a:cubicBezTo>
                    <a:pt x="1763" y="92"/>
                    <a:pt x="1489" y="1"/>
                    <a:pt x="1155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55"/>
            <p:cNvSpPr/>
            <p:nvPr/>
          </p:nvSpPr>
          <p:spPr>
            <a:xfrm>
              <a:off x="3187278" y="2277675"/>
              <a:ext cx="63850" cy="85125"/>
            </a:xfrm>
            <a:custGeom>
              <a:rect b="b" l="l" r="r" t="t"/>
              <a:pathLst>
                <a:path extrusionOk="0" h="3405" w="2554">
                  <a:moveTo>
                    <a:pt x="0" y="1"/>
                  </a:moveTo>
                  <a:lnTo>
                    <a:pt x="0" y="2098"/>
                  </a:lnTo>
                  <a:cubicBezTo>
                    <a:pt x="0" y="2524"/>
                    <a:pt x="122" y="2858"/>
                    <a:pt x="334" y="3071"/>
                  </a:cubicBezTo>
                  <a:cubicBezTo>
                    <a:pt x="547" y="3283"/>
                    <a:pt x="851" y="3405"/>
                    <a:pt x="1277" y="3405"/>
                  </a:cubicBezTo>
                  <a:cubicBezTo>
                    <a:pt x="1702" y="3405"/>
                    <a:pt x="2006" y="3283"/>
                    <a:pt x="2219" y="3071"/>
                  </a:cubicBezTo>
                  <a:cubicBezTo>
                    <a:pt x="2432" y="2858"/>
                    <a:pt x="2553" y="2524"/>
                    <a:pt x="2553" y="2098"/>
                  </a:cubicBezTo>
                  <a:lnTo>
                    <a:pt x="2553" y="1"/>
                  </a:lnTo>
                  <a:lnTo>
                    <a:pt x="2097" y="1"/>
                  </a:lnTo>
                  <a:lnTo>
                    <a:pt x="2097" y="2037"/>
                  </a:lnTo>
                  <a:cubicBezTo>
                    <a:pt x="2097" y="2402"/>
                    <a:pt x="2037" y="2645"/>
                    <a:pt x="1885" y="2797"/>
                  </a:cubicBezTo>
                  <a:cubicBezTo>
                    <a:pt x="1763" y="2949"/>
                    <a:pt x="1550" y="3040"/>
                    <a:pt x="1277" y="3040"/>
                  </a:cubicBezTo>
                  <a:cubicBezTo>
                    <a:pt x="973" y="3040"/>
                    <a:pt x="760" y="2949"/>
                    <a:pt x="638" y="2797"/>
                  </a:cubicBezTo>
                  <a:cubicBezTo>
                    <a:pt x="517" y="2645"/>
                    <a:pt x="456" y="2402"/>
                    <a:pt x="456" y="2037"/>
                  </a:cubicBezTo>
                  <a:lnTo>
                    <a:pt x="456" y="1"/>
                  </a:ln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55"/>
            <p:cNvSpPr/>
            <p:nvPr/>
          </p:nvSpPr>
          <p:spPr>
            <a:xfrm>
              <a:off x="3260228" y="2277675"/>
              <a:ext cx="70675" cy="83625"/>
            </a:xfrm>
            <a:custGeom>
              <a:rect b="b" l="l" r="r" t="t"/>
              <a:pathLst>
                <a:path extrusionOk="0" h="3345" w="2827">
                  <a:moveTo>
                    <a:pt x="0" y="1"/>
                  </a:moveTo>
                  <a:lnTo>
                    <a:pt x="1185" y="1764"/>
                  </a:lnTo>
                  <a:lnTo>
                    <a:pt x="1185" y="3344"/>
                  </a:lnTo>
                  <a:lnTo>
                    <a:pt x="1641" y="3344"/>
                  </a:lnTo>
                  <a:lnTo>
                    <a:pt x="1641" y="1764"/>
                  </a:lnTo>
                  <a:lnTo>
                    <a:pt x="2827" y="1"/>
                  </a:lnTo>
                  <a:lnTo>
                    <a:pt x="2341" y="1"/>
                  </a:lnTo>
                  <a:lnTo>
                    <a:pt x="1429" y="1368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2" name="Google Shape;1762;p55"/>
          <p:cNvGrpSpPr/>
          <p:nvPr/>
        </p:nvGrpSpPr>
        <p:grpSpPr>
          <a:xfrm>
            <a:off x="-351009" y="3230886"/>
            <a:ext cx="1446976" cy="2399961"/>
            <a:chOff x="2267775" y="2760875"/>
            <a:chExt cx="1231050" cy="2041825"/>
          </a:xfrm>
        </p:grpSpPr>
        <p:sp>
          <p:nvSpPr>
            <p:cNvPr id="1763" name="Google Shape;1763;p55"/>
            <p:cNvSpPr/>
            <p:nvPr/>
          </p:nvSpPr>
          <p:spPr>
            <a:xfrm>
              <a:off x="3042125" y="2760875"/>
              <a:ext cx="456700" cy="734175"/>
            </a:xfrm>
            <a:custGeom>
              <a:rect b="b" l="l" r="r" t="t"/>
              <a:pathLst>
                <a:path extrusionOk="0" h="29367" w="18268">
                  <a:moveTo>
                    <a:pt x="11557" y="1"/>
                  </a:moveTo>
                  <a:cubicBezTo>
                    <a:pt x="10946" y="1"/>
                    <a:pt x="10297" y="395"/>
                    <a:pt x="9909" y="1342"/>
                  </a:cubicBezTo>
                  <a:lnTo>
                    <a:pt x="4104" y="15780"/>
                  </a:lnTo>
                  <a:lnTo>
                    <a:pt x="3800" y="13378"/>
                  </a:lnTo>
                  <a:cubicBezTo>
                    <a:pt x="3800" y="13378"/>
                    <a:pt x="4377" y="12011"/>
                    <a:pt x="4863" y="10369"/>
                  </a:cubicBezTo>
                  <a:cubicBezTo>
                    <a:pt x="5350" y="8728"/>
                    <a:pt x="3769" y="8029"/>
                    <a:pt x="3769" y="8029"/>
                  </a:cubicBezTo>
                  <a:cubicBezTo>
                    <a:pt x="3769" y="8029"/>
                    <a:pt x="942" y="11615"/>
                    <a:pt x="578" y="12345"/>
                  </a:cubicBezTo>
                  <a:cubicBezTo>
                    <a:pt x="183" y="13074"/>
                    <a:pt x="0" y="17603"/>
                    <a:pt x="183" y="18880"/>
                  </a:cubicBezTo>
                  <a:cubicBezTo>
                    <a:pt x="395" y="20187"/>
                    <a:pt x="3526" y="27330"/>
                    <a:pt x="3526" y="27330"/>
                  </a:cubicBezTo>
                  <a:lnTo>
                    <a:pt x="13465" y="29366"/>
                  </a:lnTo>
                  <a:cubicBezTo>
                    <a:pt x="13465" y="29366"/>
                    <a:pt x="16140" y="24959"/>
                    <a:pt x="17204" y="21646"/>
                  </a:cubicBezTo>
                  <a:cubicBezTo>
                    <a:pt x="18268" y="18394"/>
                    <a:pt x="17964" y="16175"/>
                    <a:pt x="17964" y="16175"/>
                  </a:cubicBezTo>
                  <a:cubicBezTo>
                    <a:pt x="17884" y="14540"/>
                    <a:pt x="17307" y="13827"/>
                    <a:pt x="16276" y="13827"/>
                  </a:cubicBezTo>
                  <a:cubicBezTo>
                    <a:pt x="16137" y="13827"/>
                    <a:pt x="15991" y="13839"/>
                    <a:pt x="15836" y="13865"/>
                  </a:cubicBezTo>
                  <a:cubicBezTo>
                    <a:pt x="16151" y="11463"/>
                    <a:pt x="15497" y="10325"/>
                    <a:pt x="13875" y="10325"/>
                  </a:cubicBezTo>
                  <a:cubicBezTo>
                    <a:pt x="13773" y="10325"/>
                    <a:pt x="13667" y="10330"/>
                    <a:pt x="13557" y="10339"/>
                  </a:cubicBezTo>
                  <a:cubicBezTo>
                    <a:pt x="13683" y="8540"/>
                    <a:pt x="13472" y="7649"/>
                    <a:pt x="12095" y="7649"/>
                  </a:cubicBezTo>
                  <a:cubicBezTo>
                    <a:pt x="11820" y="7649"/>
                    <a:pt x="11499" y="7684"/>
                    <a:pt x="11125" y="7755"/>
                  </a:cubicBezTo>
                  <a:lnTo>
                    <a:pt x="12918" y="2557"/>
                  </a:lnTo>
                  <a:cubicBezTo>
                    <a:pt x="13488" y="1095"/>
                    <a:pt x="12574" y="1"/>
                    <a:pt x="11557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55"/>
            <p:cNvSpPr/>
            <p:nvPr/>
          </p:nvSpPr>
          <p:spPr>
            <a:xfrm>
              <a:off x="3114300" y="3153075"/>
              <a:ext cx="35750" cy="71450"/>
            </a:xfrm>
            <a:custGeom>
              <a:rect b="b" l="l" r="r" t="t"/>
              <a:pathLst>
                <a:path extrusionOk="0" h="2858" w="1430">
                  <a:moveTo>
                    <a:pt x="1065" y="0"/>
                  </a:moveTo>
                  <a:lnTo>
                    <a:pt x="1" y="2706"/>
                  </a:lnTo>
                  <a:lnTo>
                    <a:pt x="365" y="2858"/>
                  </a:lnTo>
                  <a:lnTo>
                    <a:pt x="1429" y="122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55"/>
            <p:cNvSpPr/>
            <p:nvPr/>
          </p:nvSpPr>
          <p:spPr>
            <a:xfrm>
              <a:off x="3268575" y="2952450"/>
              <a:ext cx="56250" cy="139850"/>
            </a:xfrm>
            <a:custGeom>
              <a:rect b="b" l="l" r="r" t="t"/>
              <a:pathLst>
                <a:path extrusionOk="0" h="5594" w="2250">
                  <a:moveTo>
                    <a:pt x="1885" y="1"/>
                  </a:moveTo>
                  <a:lnTo>
                    <a:pt x="0" y="5472"/>
                  </a:lnTo>
                  <a:lnTo>
                    <a:pt x="365" y="5594"/>
                  </a:lnTo>
                  <a:lnTo>
                    <a:pt x="2249" y="123"/>
                  </a:lnTo>
                  <a:lnTo>
                    <a:pt x="188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55"/>
            <p:cNvSpPr/>
            <p:nvPr/>
          </p:nvSpPr>
          <p:spPr>
            <a:xfrm>
              <a:off x="3352150" y="3017050"/>
              <a:ext cx="33450" cy="98800"/>
            </a:xfrm>
            <a:custGeom>
              <a:rect b="b" l="l" r="r" t="t"/>
              <a:pathLst>
                <a:path extrusionOk="0" h="3952" w="1338">
                  <a:moveTo>
                    <a:pt x="973" y="1"/>
                  </a:moveTo>
                  <a:lnTo>
                    <a:pt x="1" y="3830"/>
                  </a:lnTo>
                  <a:lnTo>
                    <a:pt x="365" y="3952"/>
                  </a:lnTo>
                  <a:lnTo>
                    <a:pt x="1338" y="92"/>
                  </a:lnTo>
                  <a:lnTo>
                    <a:pt x="97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55"/>
            <p:cNvSpPr/>
            <p:nvPr/>
          </p:nvSpPr>
          <p:spPr>
            <a:xfrm>
              <a:off x="3426625" y="3105950"/>
              <a:ext cx="15975" cy="38025"/>
            </a:xfrm>
            <a:custGeom>
              <a:rect b="b" l="l" r="r" t="t"/>
              <a:pathLst>
                <a:path extrusionOk="0" h="1521" w="639">
                  <a:moveTo>
                    <a:pt x="274" y="1"/>
                  </a:moveTo>
                  <a:lnTo>
                    <a:pt x="0" y="1460"/>
                  </a:lnTo>
                  <a:lnTo>
                    <a:pt x="396" y="1521"/>
                  </a:lnTo>
                  <a:lnTo>
                    <a:pt x="639" y="62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55"/>
            <p:cNvSpPr/>
            <p:nvPr/>
          </p:nvSpPr>
          <p:spPr>
            <a:xfrm>
              <a:off x="3061875" y="3374950"/>
              <a:ext cx="352625" cy="174050"/>
            </a:xfrm>
            <a:custGeom>
              <a:rect b="b" l="l" r="r" t="t"/>
              <a:pathLst>
                <a:path extrusionOk="0" h="6962" w="14105">
                  <a:moveTo>
                    <a:pt x="2954" y="1"/>
                  </a:moveTo>
                  <a:cubicBezTo>
                    <a:pt x="2299" y="1"/>
                    <a:pt x="1778" y="58"/>
                    <a:pt x="1459" y="183"/>
                  </a:cubicBezTo>
                  <a:cubicBezTo>
                    <a:pt x="852" y="852"/>
                    <a:pt x="0" y="4165"/>
                    <a:pt x="0" y="4165"/>
                  </a:cubicBezTo>
                  <a:lnTo>
                    <a:pt x="13618" y="6961"/>
                  </a:lnTo>
                  <a:cubicBezTo>
                    <a:pt x="13618" y="6961"/>
                    <a:pt x="14104" y="3284"/>
                    <a:pt x="13800" y="2767"/>
                  </a:cubicBezTo>
                  <a:cubicBezTo>
                    <a:pt x="12365" y="1332"/>
                    <a:pt x="6112" y="1"/>
                    <a:pt x="29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55"/>
            <p:cNvSpPr/>
            <p:nvPr/>
          </p:nvSpPr>
          <p:spPr>
            <a:xfrm>
              <a:off x="2267775" y="3348200"/>
              <a:ext cx="1147475" cy="1454500"/>
            </a:xfrm>
            <a:custGeom>
              <a:rect b="b" l="l" r="r" t="t"/>
              <a:pathLst>
                <a:path extrusionOk="0" h="58180" w="45899">
                  <a:moveTo>
                    <a:pt x="8087" y="1"/>
                  </a:moveTo>
                  <a:cubicBezTo>
                    <a:pt x="1066" y="1"/>
                    <a:pt x="1" y="31102"/>
                    <a:pt x="1" y="31102"/>
                  </a:cubicBezTo>
                  <a:cubicBezTo>
                    <a:pt x="1" y="31102"/>
                    <a:pt x="20411" y="58180"/>
                    <a:pt x="32647" y="58180"/>
                  </a:cubicBezTo>
                  <a:cubicBezTo>
                    <a:pt x="32966" y="58180"/>
                    <a:pt x="33280" y="58161"/>
                    <a:pt x="33588" y="58123"/>
                  </a:cubicBezTo>
                  <a:cubicBezTo>
                    <a:pt x="45716" y="56664"/>
                    <a:pt x="45199" y="22165"/>
                    <a:pt x="45898" y="6755"/>
                  </a:cubicBezTo>
                  <a:cubicBezTo>
                    <a:pt x="42941" y="5089"/>
                    <a:pt x="35453" y="3885"/>
                    <a:pt x="32302" y="3885"/>
                  </a:cubicBezTo>
                  <a:cubicBezTo>
                    <a:pt x="32117" y="3885"/>
                    <a:pt x="31948" y="3889"/>
                    <a:pt x="31795" y="3898"/>
                  </a:cubicBezTo>
                  <a:cubicBezTo>
                    <a:pt x="29728" y="9703"/>
                    <a:pt x="27631" y="16026"/>
                    <a:pt x="25837" y="22378"/>
                  </a:cubicBezTo>
                  <a:cubicBezTo>
                    <a:pt x="20670" y="13442"/>
                    <a:pt x="14834" y="4506"/>
                    <a:pt x="10244" y="889"/>
                  </a:cubicBezTo>
                  <a:cubicBezTo>
                    <a:pt x="9469" y="279"/>
                    <a:pt x="8752" y="1"/>
                    <a:pt x="8087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55"/>
            <p:cNvSpPr/>
            <p:nvPr/>
          </p:nvSpPr>
          <p:spPr>
            <a:xfrm>
              <a:off x="2908375" y="3903850"/>
              <a:ext cx="189250" cy="316900"/>
            </a:xfrm>
            <a:custGeom>
              <a:rect b="b" l="l" r="r" t="t"/>
              <a:pathLst>
                <a:path extrusionOk="0" h="12676" w="7570">
                  <a:moveTo>
                    <a:pt x="335" y="0"/>
                  </a:moveTo>
                  <a:lnTo>
                    <a:pt x="1" y="183"/>
                  </a:lnTo>
                  <a:lnTo>
                    <a:pt x="7235" y="12675"/>
                  </a:lnTo>
                  <a:lnTo>
                    <a:pt x="7569" y="12493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55"/>
            <p:cNvSpPr/>
            <p:nvPr/>
          </p:nvSpPr>
          <p:spPr>
            <a:xfrm>
              <a:off x="3369625" y="3454000"/>
              <a:ext cx="26625" cy="26600"/>
            </a:xfrm>
            <a:custGeom>
              <a:rect b="b" l="l" r="r" t="t"/>
              <a:pathLst>
                <a:path extrusionOk="0" h="1064" w="1065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5" y="821"/>
                    <a:pt x="1065" y="547"/>
                  </a:cubicBezTo>
                  <a:cubicBezTo>
                    <a:pt x="1065" y="243"/>
                    <a:pt x="821" y="0"/>
                    <a:pt x="548" y="0"/>
                  </a:cubicBez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2" name="Google Shape;1772;p55"/>
          <p:cNvSpPr txBox="1"/>
          <p:nvPr>
            <p:ph type="title"/>
          </p:nvPr>
        </p:nvSpPr>
        <p:spPr>
          <a:xfrm>
            <a:off x="720000" y="4829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Stocks To Target</a:t>
            </a:r>
            <a:endParaRPr sz="2700"/>
          </a:p>
        </p:txBody>
      </p:sp>
      <p:cxnSp>
        <p:nvCxnSpPr>
          <p:cNvPr id="1773" name="Google Shape;1773;p55"/>
          <p:cNvCxnSpPr/>
          <p:nvPr/>
        </p:nvCxnSpPr>
        <p:spPr>
          <a:xfrm>
            <a:off x="5379335" y="2639404"/>
            <a:ext cx="887100" cy="3630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4" name="Google Shape;1774;p55"/>
          <p:cNvCxnSpPr>
            <a:endCxn id="1775" idx="0"/>
          </p:cNvCxnSpPr>
          <p:nvPr/>
        </p:nvCxnSpPr>
        <p:spPr>
          <a:xfrm>
            <a:off x="4594873" y="2568862"/>
            <a:ext cx="0" cy="127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76" name="Google Shape;1776;p55"/>
          <p:cNvSpPr/>
          <p:nvPr/>
        </p:nvSpPr>
        <p:spPr>
          <a:xfrm>
            <a:off x="3659600" y="2262540"/>
            <a:ext cx="1940400" cy="629700"/>
          </a:xfrm>
          <a:prstGeom prst="rect">
            <a:avLst/>
          </a:prstGeom>
          <a:solidFill>
            <a:schemeClr val="accent6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777" name="Google Shape;177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2363" y="2289475"/>
            <a:ext cx="1779276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8" name="Google Shape;1778;p55"/>
          <p:cNvSpPr txBox="1"/>
          <p:nvPr>
            <p:ph idx="1" type="subTitle"/>
          </p:nvPr>
        </p:nvSpPr>
        <p:spPr>
          <a:xfrm>
            <a:off x="884300" y="1239825"/>
            <a:ext cx="7491000" cy="86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Based on research</a:t>
            </a:r>
            <a:r>
              <a:rPr b="1"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, KSA’s stock market</a:t>
            </a:r>
            <a:r>
              <a:rPr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, Tadawul, offers both </a:t>
            </a:r>
            <a:r>
              <a:rPr b="1"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stable </a:t>
            </a:r>
            <a:r>
              <a:rPr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dividend stocks and </a:t>
            </a:r>
            <a:r>
              <a:rPr b="1"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high-growth</a:t>
            </a:r>
            <a:r>
              <a:rPr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 options aligned with Vision 2030, making it attractive to both </a:t>
            </a:r>
            <a:r>
              <a:rPr b="1" lang="en" sz="1600">
                <a:latin typeface="Fira Sans Condensed"/>
                <a:ea typeface="Fira Sans Condensed"/>
                <a:cs typeface="Fira Sans Condensed"/>
                <a:sym typeface="Fira Sans Condensed"/>
              </a:rPr>
              <a:t>conservative &amp; aggressive investors.</a:t>
            </a:r>
            <a:endParaRPr b="1" sz="1600"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pic>
        <p:nvPicPr>
          <p:cNvPr id="1779" name="Google Shape;177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6075" y="3074831"/>
            <a:ext cx="1607644" cy="44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p55"/>
          <p:cNvSpPr/>
          <p:nvPr/>
        </p:nvSpPr>
        <p:spPr>
          <a:xfrm>
            <a:off x="3659600" y="3778058"/>
            <a:ext cx="1940400" cy="629700"/>
          </a:xfrm>
          <a:prstGeom prst="rect">
            <a:avLst/>
          </a:prstGeom>
          <a:solidFill>
            <a:schemeClr val="accent6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775" name="Google Shape;1775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6313" y="3847462"/>
            <a:ext cx="1377121" cy="4908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Google Shape;1781;p55"/>
          <p:cNvSpPr/>
          <p:nvPr/>
        </p:nvSpPr>
        <p:spPr>
          <a:xfrm>
            <a:off x="5319550" y="2980045"/>
            <a:ext cx="1940400" cy="629700"/>
          </a:xfrm>
          <a:prstGeom prst="rect">
            <a:avLst/>
          </a:prstGeom>
          <a:solidFill>
            <a:schemeClr val="accent6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782" name="Google Shape;1782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6200" y="3073113"/>
            <a:ext cx="887101" cy="44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56"/>
          <p:cNvSpPr txBox="1"/>
          <p:nvPr>
            <p:ph type="ctrTitle"/>
          </p:nvPr>
        </p:nvSpPr>
        <p:spPr>
          <a:xfrm>
            <a:off x="3202775" y="1731225"/>
            <a:ext cx="4715700" cy="134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grpSp>
        <p:nvGrpSpPr>
          <p:cNvPr id="1788" name="Google Shape;1788;p56"/>
          <p:cNvGrpSpPr/>
          <p:nvPr/>
        </p:nvGrpSpPr>
        <p:grpSpPr>
          <a:xfrm>
            <a:off x="791685" y="2286651"/>
            <a:ext cx="2360906" cy="2240406"/>
            <a:chOff x="3916300" y="2959225"/>
            <a:chExt cx="2175750" cy="2064700"/>
          </a:xfrm>
        </p:grpSpPr>
        <p:sp>
          <p:nvSpPr>
            <p:cNvPr id="1789" name="Google Shape;1789;p56"/>
            <p:cNvSpPr/>
            <p:nvPr/>
          </p:nvSpPr>
          <p:spPr>
            <a:xfrm>
              <a:off x="4247375" y="3082975"/>
              <a:ext cx="744725" cy="644800"/>
            </a:xfrm>
            <a:custGeom>
              <a:rect b="b" l="l" r="r" t="t"/>
              <a:pathLst>
                <a:path extrusionOk="0" h="25792" w="29789">
                  <a:moveTo>
                    <a:pt x="15302" y="1"/>
                  </a:moveTo>
                  <a:cubicBezTo>
                    <a:pt x="9652" y="1"/>
                    <a:pt x="4092" y="2910"/>
                    <a:pt x="2335" y="8927"/>
                  </a:cubicBezTo>
                  <a:cubicBezTo>
                    <a:pt x="0" y="16900"/>
                    <a:pt x="5671" y="25339"/>
                    <a:pt x="13743" y="25773"/>
                  </a:cubicBezTo>
                  <a:cubicBezTo>
                    <a:pt x="14016" y="25785"/>
                    <a:pt x="14290" y="25791"/>
                    <a:pt x="14566" y="25791"/>
                  </a:cubicBezTo>
                  <a:cubicBezTo>
                    <a:pt x="18750" y="25791"/>
                    <a:pt x="23271" y="24353"/>
                    <a:pt x="26119" y="21036"/>
                  </a:cubicBezTo>
                  <a:cubicBezTo>
                    <a:pt x="29121" y="17633"/>
                    <a:pt x="29788" y="12563"/>
                    <a:pt x="28321" y="8327"/>
                  </a:cubicBezTo>
                  <a:cubicBezTo>
                    <a:pt x="27487" y="5892"/>
                    <a:pt x="25919" y="3690"/>
                    <a:pt x="23651" y="2322"/>
                  </a:cubicBezTo>
                  <a:cubicBezTo>
                    <a:pt x="21189" y="784"/>
                    <a:pt x="18233" y="1"/>
                    <a:pt x="15302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56"/>
            <p:cNvSpPr/>
            <p:nvPr/>
          </p:nvSpPr>
          <p:spPr>
            <a:xfrm>
              <a:off x="4309925" y="3136550"/>
              <a:ext cx="622950" cy="537775"/>
            </a:xfrm>
            <a:custGeom>
              <a:rect b="b" l="l" r="r" t="t"/>
              <a:pathLst>
                <a:path extrusionOk="0" h="21511" w="24918">
                  <a:moveTo>
                    <a:pt x="12792" y="0"/>
                  </a:moveTo>
                  <a:cubicBezTo>
                    <a:pt x="8084" y="0"/>
                    <a:pt x="3460" y="2427"/>
                    <a:pt x="1968" y="7451"/>
                  </a:cubicBezTo>
                  <a:cubicBezTo>
                    <a:pt x="0" y="14123"/>
                    <a:pt x="4737" y="21161"/>
                    <a:pt x="11475" y="21495"/>
                  </a:cubicBezTo>
                  <a:cubicBezTo>
                    <a:pt x="11704" y="21505"/>
                    <a:pt x="11935" y="21510"/>
                    <a:pt x="12167" y="21510"/>
                  </a:cubicBezTo>
                  <a:cubicBezTo>
                    <a:pt x="15680" y="21510"/>
                    <a:pt x="19438" y="20314"/>
                    <a:pt x="21816" y="17592"/>
                  </a:cubicBezTo>
                  <a:cubicBezTo>
                    <a:pt x="24351" y="14690"/>
                    <a:pt x="24918" y="10487"/>
                    <a:pt x="23684" y="6951"/>
                  </a:cubicBezTo>
                  <a:cubicBezTo>
                    <a:pt x="22983" y="4916"/>
                    <a:pt x="21682" y="3115"/>
                    <a:pt x="19781" y="1947"/>
                  </a:cubicBezTo>
                  <a:cubicBezTo>
                    <a:pt x="17714" y="657"/>
                    <a:pt x="15242" y="0"/>
                    <a:pt x="12792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56"/>
            <p:cNvSpPr/>
            <p:nvPr/>
          </p:nvSpPr>
          <p:spPr>
            <a:xfrm>
              <a:off x="4275725" y="3057625"/>
              <a:ext cx="121775" cy="118450"/>
            </a:xfrm>
            <a:custGeom>
              <a:rect b="b" l="l" r="r" t="t"/>
              <a:pathLst>
                <a:path extrusionOk="0" h="4738" w="4871">
                  <a:moveTo>
                    <a:pt x="2102" y="1"/>
                  </a:moveTo>
                  <a:lnTo>
                    <a:pt x="1502" y="2102"/>
                  </a:lnTo>
                  <a:lnTo>
                    <a:pt x="0" y="2636"/>
                  </a:lnTo>
                  <a:lnTo>
                    <a:pt x="1502" y="3170"/>
                  </a:lnTo>
                  <a:lnTo>
                    <a:pt x="2102" y="4737"/>
                  </a:lnTo>
                  <a:lnTo>
                    <a:pt x="2636" y="3170"/>
                  </a:lnTo>
                  <a:lnTo>
                    <a:pt x="4871" y="2636"/>
                  </a:lnTo>
                  <a:lnTo>
                    <a:pt x="2636" y="2102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56"/>
            <p:cNvSpPr/>
            <p:nvPr/>
          </p:nvSpPr>
          <p:spPr>
            <a:xfrm>
              <a:off x="4796925" y="3536300"/>
              <a:ext cx="95100" cy="91775"/>
            </a:xfrm>
            <a:custGeom>
              <a:rect b="b" l="l" r="r" t="t"/>
              <a:pathLst>
                <a:path extrusionOk="0" h="3671" w="3804">
                  <a:moveTo>
                    <a:pt x="1635" y="1"/>
                  </a:moveTo>
                  <a:lnTo>
                    <a:pt x="1168" y="1635"/>
                  </a:lnTo>
                  <a:lnTo>
                    <a:pt x="1" y="2036"/>
                  </a:lnTo>
                  <a:lnTo>
                    <a:pt x="1168" y="2503"/>
                  </a:lnTo>
                  <a:lnTo>
                    <a:pt x="1635" y="3670"/>
                  </a:lnTo>
                  <a:lnTo>
                    <a:pt x="2035" y="2503"/>
                  </a:lnTo>
                  <a:lnTo>
                    <a:pt x="3803" y="2036"/>
                  </a:lnTo>
                  <a:lnTo>
                    <a:pt x="2035" y="1635"/>
                  </a:lnTo>
                  <a:lnTo>
                    <a:pt x="1635" y="1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56"/>
            <p:cNvSpPr/>
            <p:nvPr/>
          </p:nvSpPr>
          <p:spPr>
            <a:xfrm>
              <a:off x="4417500" y="3294475"/>
              <a:ext cx="57550" cy="56725"/>
            </a:xfrm>
            <a:custGeom>
              <a:rect b="b" l="l" r="r" t="t"/>
              <a:pathLst>
                <a:path extrusionOk="0" h="2269" w="2302">
                  <a:moveTo>
                    <a:pt x="968" y="0"/>
                  </a:moveTo>
                  <a:lnTo>
                    <a:pt x="701" y="1001"/>
                  </a:lnTo>
                  <a:lnTo>
                    <a:pt x="0" y="1268"/>
                  </a:lnTo>
                  <a:lnTo>
                    <a:pt x="701" y="1501"/>
                  </a:lnTo>
                  <a:lnTo>
                    <a:pt x="968" y="2268"/>
                  </a:lnTo>
                  <a:lnTo>
                    <a:pt x="1268" y="1501"/>
                  </a:lnTo>
                  <a:lnTo>
                    <a:pt x="2302" y="1268"/>
                  </a:lnTo>
                  <a:lnTo>
                    <a:pt x="1268" y="1001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56"/>
            <p:cNvSpPr/>
            <p:nvPr/>
          </p:nvSpPr>
          <p:spPr>
            <a:xfrm>
              <a:off x="5001250" y="3394550"/>
              <a:ext cx="58400" cy="55050"/>
            </a:xfrm>
            <a:custGeom>
              <a:rect b="b" l="l" r="r" t="t"/>
              <a:pathLst>
                <a:path extrusionOk="0" h="2202" w="2336">
                  <a:moveTo>
                    <a:pt x="1001" y="0"/>
                  </a:moveTo>
                  <a:lnTo>
                    <a:pt x="767" y="967"/>
                  </a:lnTo>
                  <a:lnTo>
                    <a:pt x="0" y="1201"/>
                  </a:lnTo>
                  <a:lnTo>
                    <a:pt x="767" y="1501"/>
                  </a:lnTo>
                  <a:lnTo>
                    <a:pt x="1001" y="2202"/>
                  </a:lnTo>
                  <a:lnTo>
                    <a:pt x="1268" y="1501"/>
                  </a:lnTo>
                  <a:lnTo>
                    <a:pt x="2335" y="1201"/>
                  </a:lnTo>
                  <a:lnTo>
                    <a:pt x="1268" y="967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56"/>
            <p:cNvSpPr/>
            <p:nvPr/>
          </p:nvSpPr>
          <p:spPr>
            <a:xfrm>
              <a:off x="4246525" y="3197725"/>
              <a:ext cx="58400" cy="55075"/>
            </a:xfrm>
            <a:custGeom>
              <a:rect b="b" l="l" r="r" t="t"/>
              <a:pathLst>
                <a:path extrusionOk="0" h="2203" w="2336">
                  <a:moveTo>
                    <a:pt x="1002" y="1"/>
                  </a:moveTo>
                  <a:lnTo>
                    <a:pt x="701" y="968"/>
                  </a:lnTo>
                  <a:lnTo>
                    <a:pt x="1" y="1235"/>
                  </a:lnTo>
                  <a:lnTo>
                    <a:pt x="701" y="1502"/>
                  </a:lnTo>
                  <a:lnTo>
                    <a:pt x="1002" y="2202"/>
                  </a:lnTo>
                  <a:lnTo>
                    <a:pt x="1269" y="1502"/>
                  </a:lnTo>
                  <a:lnTo>
                    <a:pt x="2336" y="1235"/>
                  </a:lnTo>
                  <a:lnTo>
                    <a:pt x="1269" y="968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56"/>
            <p:cNvSpPr/>
            <p:nvPr/>
          </p:nvSpPr>
          <p:spPr>
            <a:xfrm>
              <a:off x="4558425" y="2959225"/>
              <a:ext cx="20875" cy="92600"/>
            </a:xfrm>
            <a:custGeom>
              <a:rect b="b" l="l" r="r" t="t"/>
              <a:pathLst>
                <a:path extrusionOk="0" h="3704" w="835">
                  <a:moveTo>
                    <a:pt x="401" y="1"/>
                  </a:moveTo>
                  <a:cubicBezTo>
                    <a:pt x="167" y="1"/>
                    <a:pt x="1" y="134"/>
                    <a:pt x="1" y="401"/>
                  </a:cubicBezTo>
                  <a:lnTo>
                    <a:pt x="1" y="3270"/>
                  </a:lnTo>
                  <a:cubicBezTo>
                    <a:pt x="1" y="3536"/>
                    <a:pt x="167" y="3703"/>
                    <a:pt x="401" y="3703"/>
                  </a:cubicBezTo>
                  <a:cubicBezTo>
                    <a:pt x="668" y="3703"/>
                    <a:pt x="834" y="3470"/>
                    <a:pt x="834" y="3270"/>
                  </a:cubicBezTo>
                  <a:lnTo>
                    <a:pt x="834" y="401"/>
                  </a:lnTo>
                  <a:cubicBezTo>
                    <a:pt x="834" y="134"/>
                    <a:pt x="668" y="1"/>
                    <a:pt x="4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56"/>
            <p:cNvSpPr/>
            <p:nvPr/>
          </p:nvSpPr>
          <p:spPr>
            <a:xfrm>
              <a:off x="5143000" y="3030950"/>
              <a:ext cx="57575" cy="55050"/>
            </a:xfrm>
            <a:custGeom>
              <a:rect b="b" l="l" r="r" t="t"/>
              <a:pathLst>
                <a:path extrusionOk="0" h="2202" w="2303">
                  <a:moveTo>
                    <a:pt x="1002" y="0"/>
                  </a:moveTo>
                  <a:lnTo>
                    <a:pt x="701" y="1001"/>
                  </a:lnTo>
                  <a:lnTo>
                    <a:pt x="1" y="1235"/>
                  </a:lnTo>
                  <a:lnTo>
                    <a:pt x="701" y="1501"/>
                  </a:lnTo>
                  <a:lnTo>
                    <a:pt x="1002" y="2202"/>
                  </a:lnTo>
                  <a:lnTo>
                    <a:pt x="1268" y="1501"/>
                  </a:lnTo>
                  <a:lnTo>
                    <a:pt x="2303" y="1235"/>
                  </a:lnTo>
                  <a:lnTo>
                    <a:pt x="1268" y="1001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56"/>
            <p:cNvSpPr/>
            <p:nvPr/>
          </p:nvSpPr>
          <p:spPr>
            <a:xfrm>
              <a:off x="3916300" y="3359075"/>
              <a:ext cx="2119050" cy="1664850"/>
            </a:xfrm>
            <a:custGeom>
              <a:rect b="b" l="l" r="r" t="t"/>
              <a:pathLst>
                <a:path extrusionOk="0" h="66594" w="84762">
                  <a:moveTo>
                    <a:pt x="40494" y="0"/>
                  </a:moveTo>
                  <a:cubicBezTo>
                    <a:pt x="22378" y="0"/>
                    <a:pt x="4671" y="1029"/>
                    <a:pt x="3069" y="3320"/>
                  </a:cubicBezTo>
                  <a:cubicBezTo>
                    <a:pt x="1168" y="6389"/>
                    <a:pt x="1" y="61162"/>
                    <a:pt x="3069" y="64164"/>
                  </a:cubicBezTo>
                  <a:cubicBezTo>
                    <a:pt x="4676" y="65719"/>
                    <a:pt x="24433" y="66594"/>
                    <a:pt x="43653" y="66594"/>
                  </a:cubicBezTo>
                  <a:cubicBezTo>
                    <a:pt x="61539" y="66594"/>
                    <a:pt x="78961" y="65836"/>
                    <a:pt x="80858" y="64164"/>
                  </a:cubicBezTo>
                  <a:cubicBezTo>
                    <a:pt x="84761" y="60728"/>
                    <a:pt x="82593" y="6956"/>
                    <a:pt x="80858" y="3320"/>
                  </a:cubicBezTo>
                  <a:cubicBezTo>
                    <a:pt x="80182" y="1205"/>
                    <a:pt x="60098" y="0"/>
                    <a:pt x="404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56"/>
            <p:cNvSpPr/>
            <p:nvPr/>
          </p:nvSpPr>
          <p:spPr>
            <a:xfrm>
              <a:off x="3975500" y="3395375"/>
              <a:ext cx="1987275" cy="1605350"/>
            </a:xfrm>
            <a:custGeom>
              <a:rect b="b" l="l" r="r" t="t"/>
              <a:pathLst>
                <a:path extrusionOk="0" h="64214" w="79491">
                  <a:moveTo>
                    <a:pt x="30189" y="0"/>
                  </a:moveTo>
                  <a:lnTo>
                    <a:pt x="30189" y="434"/>
                  </a:lnTo>
                  <a:lnTo>
                    <a:pt x="31857" y="434"/>
                  </a:lnTo>
                  <a:lnTo>
                    <a:pt x="31857" y="0"/>
                  </a:lnTo>
                  <a:close/>
                  <a:moveTo>
                    <a:pt x="33525" y="0"/>
                  </a:moveTo>
                  <a:lnTo>
                    <a:pt x="33525" y="434"/>
                  </a:lnTo>
                  <a:lnTo>
                    <a:pt x="35193" y="434"/>
                  </a:lnTo>
                  <a:lnTo>
                    <a:pt x="35193" y="0"/>
                  </a:lnTo>
                  <a:close/>
                  <a:moveTo>
                    <a:pt x="36861" y="0"/>
                  </a:moveTo>
                  <a:lnTo>
                    <a:pt x="36861" y="434"/>
                  </a:lnTo>
                  <a:lnTo>
                    <a:pt x="38528" y="434"/>
                  </a:lnTo>
                  <a:lnTo>
                    <a:pt x="38528" y="0"/>
                  </a:lnTo>
                  <a:close/>
                  <a:moveTo>
                    <a:pt x="40196" y="0"/>
                  </a:moveTo>
                  <a:lnTo>
                    <a:pt x="40196" y="434"/>
                  </a:lnTo>
                  <a:lnTo>
                    <a:pt x="41864" y="434"/>
                  </a:lnTo>
                  <a:lnTo>
                    <a:pt x="41864" y="0"/>
                  </a:lnTo>
                  <a:close/>
                  <a:moveTo>
                    <a:pt x="43532" y="0"/>
                  </a:moveTo>
                  <a:lnTo>
                    <a:pt x="43532" y="434"/>
                  </a:lnTo>
                  <a:cubicBezTo>
                    <a:pt x="44066" y="467"/>
                    <a:pt x="44666" y="467"/>
                    <a:pt x="45200" y="467"/>
                  </a:cubicBezTo>
                  <a:lnTo>
                    <a:pt x="45200" y="67"/>
                  </a:lnTo>
                  <a:cubicBezTo>
                    <a:pt x="44666" y="0"/>
                    <a:pt x="44066" y="0"/>
                    <a:pt x="43532" y="0"/>
                  </a:cubicBezTo>
                  <a:close/>
                  <a:moveTo>
                    <a:pt x="28555" y="67"/>
                  </a:moveTo>
                  <a:cubicBezTo>
                    <a:pt x="28021" y="100"/>
                    <a:pt x="27454" y="100"/>
                    <a:pt x="26887" y="100"/>
                  </a:cubicBezTo>
                  <a:lnTo>
                    <a:pt x="26887" y="501"/>
                  </a:lnTo>
                  <a:cubicBezTo>
                    <a:pt x="27454" y="467"/>
                    <a:pt x="27988" y="467"/>
                    <a:pt x="28555" y="467"/>
                  </a:cubicBezTo>
                  <a:lnTo>
                    <a:pt x="28555" y="67"/>
                  </a:lnTo>
                  <a:close/>
                  <a:moveTo>
                    <a:pt x="46834" y="67"/>
                  </a:moveTo>
                  <a:lnTo>
                    <a:pt x="46834" y="467"/>
                  </a:lnTo>
                  <a:cubicBezTo>
                    <a:pt x="47368" y="467"/>
                    <a:pt x="47968" y="501"/>
                    <a:pt x="48502" y="501"/>
                  </a:cubicBezTo>
                  <a:lnTo>
                    <a:pt x="48502" y="100"/>
                  </a:lnTo>
                  <a:cubicBezTo>
                    <a:pt x="47968" y="67"/>
                    <a:pt x="47368" y="67"/>
                    <a:pt x="46834" y="67"/>
                  </a:cubicBezTo>
                  <a:close/>
                  <a:moveTo>
                    <a:pt x="25219" y="134"/>
                  </a:moveTo>
                  <a:cubicBezTo>
                    <a:pt x="24652" y="134"/>
                    <a:pt x="24118" y="167"/>
                    <a:pt x="23551" y="167"/>
                  </a:cubicBezTo>
                  <a:lnTo>
                    <a:pt x="23551" y="601"/>
                  </a:lnTo>
                  <a:cubicBezTo>
                    <a:pt x="24118" y="567"/>
                    <a:pt x="24652" y="567"/>
                    <a:pt x="25219" y="567"/>
                  </a:cubicBezTo>
                  <a:lnTo>
                    <a:pt x="25219" y="134"/>
                  </a:lnTo>
                  <a:close/>
                  <a:moveTo>
                    <a:pt x="50170" y="134"/>
                  </a:moveTo>
                  <a:lnTo>
                    <a:pt x="50170" y="567"/>
                  </a:lnTo>
                  <a:cubicBezTo>
                    <a:pt x="50704" y="567"/>
                    <a:pt x="51304" y="601"/>
                    <a:pt x="51838" y="601"/>
                  </a:cubicBezTo>
                  <a:lnTo>
                    <a:pt x="51838" y="167"/>
                  </a:lnTo>
                  <a:cubicBezTo>
                    <a:pt x="51304" y="167"/>
                    <a:pt x="50704" y="134"/>
                    <a:pt x="50170" y="134"/>
                  </a:cubicBezTo>
                  <a:close/>
                  <a:moveTo>
                    <a:pt x="21883" y="201"/>
                  </a:moveTo>
                  <a:cubicBezTo>
                    <a:pt x="21316" y="201"/>
                    <a:pt x="20782" y="267"/>
                    <a:pt x="20215" y="267"/>
                  </a:cubicBezTo>
                  <a:lnTo>
                    <a:pt x="20215" y="668"/>
                  </a:lnTo>
                  <a:cubicBezTo>
                    <a:pt x="20782" y="668"/>
                    <a:pt x="21316" y="634"/>
                    <a:pt x="21883" y="634"/>
                  </a:cubicBezTo>
                  <a:lnTo>
                    <a:pt x="21883" y="201"/>
                  </a:lnTo>
                  <a:close/>
                  <a:moveTo>
                    <a:pt x="53506" y="267"/>
                  </a:moveTo>
                  <a:lnTo>
                    <a:pt x="53506" y="668"/>
                  </a:lnTo>
                  <a:cubicBezTo>
                    <a:pt x="54073" y="668"/>
                    <a:pt x="54640" y="734"/>
                    <a:pt x="55174" y="734"/>
                  </a:cubicBezTo>
                  <a:lnTo>
                    <a:pt x="55174" y="301"/>
                  </a:lnTo>
                  <a:cubicBezTo>
                    <a:pt x="54640" y="301"/>
                    <a:pt x="54039" y="267"/>
                    <a:pt x="53506" y="267"/>
                  </a:cubicBezTo>
                  <a:close/>
                  <a:moveTo>
                    <a:pt x="18547" y="334"/>
                  </a:moveTo>
                  <a:cubicBezTo>
                    <a:pt x="17980" y="367"/>
                    <a:pt x="17447" y="367"/>
                    <a:pt x="16880" y="434"/>
                  </a:cubicBezTo>
                  <a:lnTo>
                    <a:pt x="16880" y="834"/>
                  </a:lnTo>
                  <a:cubicBezTo>
                    <a:pt x="17447" y="801"/>
                    <a:pt x="18014" y="768"/>
                    <a:pt x="18547" y="768"/>
                  </a:cubicBezTo>
                  <a:lnTo>
                    <a:pt x="18547" y="334"/>
                  </a:lnTo>
                  <a:close/>
                  <a:moveTo>
                    <a:pt x="56841" y="334"/>
                  </a:moveTo>
                  <a:lnTo>
                    <a:pt x="56841" y="768"/>
                  </a:lnTo>
                  <a:cubicBezTo>
                    <a:pt x="57409" y="801"/>
                    <a:pt x="57976" y="801"/>
                    <a:pt x="58509" y="834"/>
                  </a:cubicBezTo>
                  <a:lnTo>
                    <a:pt x="58509" y="434"/>
                  </a:lnTo>
                  <a:cubicBezTo>
                    <a:pt x="57976" y="401"/>
                    <a:pt x="57375" y="401"/>
                    <a:pt x="56841" y="334"/>
                  </a:cubicBezTo>
                  <a:close/>
                  <a:moveTo>
                    <a:pt x="15212" y="501"/>
                  </a:moveTo>
                  <a:cubicBezTo>
                    <a:pt x="14645" y="501"/>
                    <a:pt x="14111" y="567"/>
                    <a:pt x="13544" y="601"/>
                  </a:cubicBezTo>
                  <a:lnTo>
                    <a:pt x="13611" y="1001"/>
                  </a:lnTo>
                  <a:cubicBezTo>
                    <a:pt x="14144" y="968"/>
                    <a:pt x="14678" y="968"/>
                    <a:pt x="15278" y="934"/>
                  </a:cubicBezTo>
                  <a:lnTo>
                    <a:pt x="15212" y="501"/>
                  </a:lnTo>
                  <a:close/>
                  <a:moveTo>
                    <a:pt x="60144" y="501"/>
                  </a:moveTo>
                  <a:lnTo>
                    <a:pt x="60144" y="934"/>
                  </a:lnTo>
                  <a:cubicBezTo>
                    <a:pt x="60711" y="968"/>
                    <a:pt x="61245" y="968"/>
                    <a:pt x="61812" y="1001"/>
                  </a:cubicBezTo>
                  <a:lnTo>
                    <a:pt x="61812" y="601"/>
                  </a:lnTo>
                  <a:cubicBezTo>
                    <a:pt x="61245" y="567"/>
                    <a:pt x="60711" y="567"/>
                    <a:pt x="60144" y="501"/>
                  </a:cubicBezTo>
                  <a:close/>
                  <a:moveTo>
                    <a:pt x="63513" y="668"/>
                  </a:moveTo>
                  <a:lnTo>
                    <a:pt x="63480" y="1101"/>
                  </a:lnTo>
                  <a:cubicBezTo>
                    <a:pt x="64047" y="1101"/>
                    <a:pt x="64580" y="1135"/>
                    <a:pt x="65147" y="1168"/>
                  </a:cubicBezTo>
                  <a:lnTo>
                    <a:pt x="65181" y="768"/>
                  </a:lnTo>
                  <a:cubicBezTo>
                    <a:pt x="64647" y="768"/>
                    <a:pt x="64080" y="734"/>
                    <a:pt x="63513" y="668"/>
                  </a:cubicBezTo>
                  <a:close/>
                  <a:moveTo>
                    <a:pt x="11876" y="701"/>
                  </a:moveTo>
                  <a:cubicBezTo>
                    <a:pt x="11309" y="768"/>
                    <a:pt x="10775" y="801"/>
                    <a:pt x="10208" y="834"/>
                  </a:cubicBezTo>
                  <a:lnTo>
                    <a:pt x="10275" y="1268"/>
                  </a:lnTo>
                  <a:cubicBezTo>
                    <a:pt x="10809" y="1235"/>
                    <a:pt x="11342" y="1168"/>
                    <a:pt x="11943" y="1135"/>
                  </a:cubicBezTo>
                  <a:lnTo>
                    <a:pt x="11876" y="701"/>
                  </a:lnTo>
                  <a:close/>
                  <a:moveTo>
                    <a:pt x="66849" y="901"/>
                  </a:moveTo>
                  <a:lnTo>
                    <a:pt x="66815" y="1301"/>
                  </a:lnTo>
                  <a:cubicBezTo>
                    <a:pt x="67382" y="1335"/>
                    <a:pt x="67916" y="1401"/>
                    <a:pt x="68483" y="1435"/>
                  </a:cubicBezTo>
                  <a:lnTo>
                    <a:pt x="68516" y="1001"/>
                  </a:lnTo>
                  <a:cubicBezTo>
                    <a:pt x="67983" y="968"/>
                    <a:pt x="67416" y="934"/>
                    <a:pt x="66849" y="901"/>
                  </a:cubicBezTo>
                  <a:close/>
                  <a:moveTo>
                    <a:pt x="8574" y="1001"/>
                  </a:moveTo>
                  <a:cubicBezTo>
                    <a:pt x="8007" y="1101"/>
                    <a:pt x="7406" y="1135"/>
                    <a:pt x="6906" y="1235"/>
                  </a:cubicBezTo>
                  <a:lnTo>
                    <a:pt x="6973" y="1635"/>
                  </a:lnTo>
                  <a:cubicBezTo>
                    <a:pt x="7473" y="1568"/>
                    <a:pt x="8007" y="1501"/>
                    <a:pt x="8640" y="1435"/>
                  </a:cubicBezTo>
                  <a:lnTo>
                    <a:pt x="8574" y="1001"/>
                  </a:lnTo>
                  <a:close/>
                  <a:moveTo>
                    <a:pt x="70151" y="1168"/>
                  </a:moveTo>
                  <a:lnTo>
                    <a:pt x="70084" y="1602"/>
                  </a:lnTo>
                  <a:cubicBezTo>
                    <a:pt x="70685" y="1635"/>
                    <a:pt x="71252" y="1735"/>
                    <a:pt x="71752" y="1768"/>
                  </a:cubicBezTo>
                  <a:lnTo>
                    <a:pt x="71819" y="1335"/>
                  </a:lnTo>
                  <a:cubicBezTo>
                    <a:pt x="71252" y="1301"/>
                    <a:pt x="70718" y="1235"/>
                    <a:pt x="70151" y="1168"/>
                  </a:cubicBezTo>
                  <a:close/>
                  <a:moveTo>
                    <a:pt x="5205" y="1435"/>
                  </a:moveTo>
                  <a:cubicBezTo>
                    <a:pt x="4604" y="1535"/>
                    <a:pt x="4037" y="1668"/>
                    <a:pt x="3603" y="1802"/>
                  </a:cubicBezTo>
                  <a:lnTo>
                    <a:pt x="3704" y="2235"/>
                  </a:lnTo>
                  <a:cubicBezTo>
                    <a:pt x="4171" y="2135"/>
                    <a:pt x="4704" y="2002"/>
                    <a:pt x="5305" y="1835"/>
                  </a:cubicBezTo>
                  <a:lnTo>
                    <a:pt x="5205" y="1435"/>
                  </a:lnTo>
                  <a:close/>
                  <a:moveTo>
                    <a:pt x="73420" y="1568"/>
                  </a:moveTo>
                  <a:lnTo>
                    <a:pt x="73387" y="1968"/>
                  </a:lnTo>
                  <a:cubicBezTo>
                    <a:pt x="74020" y="2069"/>
                    <a:pt x="74554" y="2169"/>
                    <a:pt x="75021" y="2269"/>
                  </a:cubicBezTo>
                  <a:lnTo>
                    <a:pt x="75088" y="1835"/>
                  </a:lnTo>
                  <a:cubicBezTo>
                    <a:pt x="74587" y="1735"/>
                    <a:pt x="74054" y="1635"/>
                    <a:pt x="73420" y="1568"/>
                  </a:cubicBezTo>
                  <a:close/>
                  <a:moveTo>
                    <a:pt x="76756" y="2335"/>
                  </a:moveTo>
                  <a:lnTo>
                    <a:pt x="76589" y="2702"/>
                  </a:lnTo>
                  <a:cubicBezTo>
                    <a:pt x="76923" y="2836"/>
                    <a:pt x="76956" y="2936"/>
                    <a:pt x="76956" y="2969"/>
                  </a:cubicBezTo>
                  <a:cubicBezTo>
                    <a:pt x="77023" y="3103"/>
                    <a:pt x="77089" y="3336"/>
                    <a:pt x="77223" y="3937"/>
                  </a:cubicBezTo>
                  <a:lnTo>
                    <a:pt x="77623" y="3903"/>
                  </a:lnTo>
                  <a:cubicBezTo>
                    <a:pt x="77556" y="3403"/>
                    <a:pt x="77423" y="3069"/>
                    <a:pt x="77356" y="2836"/>
                  </a:cubicBezTo>
                  <a:cubicBezTo>
                    <a:pt x="77256" y="2636"/>
                    <a:pt x="77089" y="2502"/>
                    <a:pt x="76756" y="2335"/>
                  </a:cubicBezTo>
                  <a:close/>
                  <a:moveTo>
                    <a:pt x="2002" y="2569"/>
                  </a:moveTo>
                  <a:cubicBezTo>
                    <a:pt x="1936" y="2636"/>
                    <a:pt x="1869" y="2702"/>
                    <a:pt x="1836" y="2769"/>
                  </a:cubicBezTo>
                  <a:cubicBezTo>
                    <a:pt x="1669" y="3003"/>
                    <a:pt x="1535" y="3470"/>
                    <a:pt x="1435" y="4237"/>
                  </a:cubicBezTo>
                  <a:lnTo>
                    <a:pt x="1836" y="4303"/>
                  </a:lnTo>
                  <a:cubicBezTo>
                    <a:pt x="2002" y="3436"/>
                    <a:pt x="2136" y="3103"/>
                    <a:pt x="2202" y="2969"/>
                  </a:cubicBezTo>
                  <a:cubicBezTo>
                    <a:pt x="2202" y="2936"/>
                    <a:pt x="2236" y="2902"/>
                    <a:pt x="2303" y="2836"/>
                  </a:cubicBezTo>
                  <a:lnTo>
                    <a:pt x="2002" y="2569"/>
                  </a:lnTo>
                  <a:close/>
                  <a:moveTo>
                    <a:pt x="77890" y="5504"/>
                  </a:moveTo>
                  <a:lnTo>
                    <a:pt x="77490" y="5571"/>
                  </a:lnTo>
                  <a:cubicBezTo>
                    <a:pt x="77556" y="6038"/>
                    <a:pt x="77590" y="6638"/>
                    <a:pt x="77690" y="7239"/>
                  </a:cubicBezTo>
                  <a:lnTo>
                    <a:pt x="78090" y="7172"/>
                  </a:lnTo>
                  <a:cubicBezTo>
                    <a:pt x="78023" y="6538"/>
                    <a:pt x="77990" y="6005"/>
                    <a:pt x="77890" y="5504"/>
                  </a:cubicBezTo>
                  <a:close/>
                  <a:moveTo>
                    <a:pt x="1168" y="5838"/>
                  </a:moveTo>
                  <a:cubicBezTo>
                    <a:pt x="1135" y="6338"/>
                    <a:pt x="1035" y="6939"/>
                    <a:pt x="1002" y="7506"/>
                  </a:cubicBezTo>
                  <a:lnTo>
                    <a:pt x="1435" y="7572"/>
                  </a:lnTo>
                  <a:cubicBezTo>
                    <a:pt x="1502" y="6972"/>
                    <a:pt x="1535" y="6438"/>
                    <a:pt x="1602" y="5905"/>
                  </a:cubicBezTo>
                  <a:lnTo>
                    <a:pt x="1168" y="5838"/>
                  </a:lnTo>
                  <a:close/>
                  <a:moveTo>
                    <a:pt x="78257" y="8807"/>
                  </a:moveTo>
                  <a:lnTo>
                    <a:pt x="77857" y="8840"/>
                  </a:lnTo>
                  <a:cubicBezTo>
                    <a:pt x="77890" y="9407"/>
                    <a:pt x="77923" y="9941"/>
                    <a:pt x="77990" y="10508"/>
                  </a:cubicBezTo>
                  <a:lnTo>
                    <a:pt x="78390" y="10475"/>
                  </a:lnTo>
                  <a:cubicBezTo>
                    <a:pt x="78357" y="9908"/>
                    <a:pt x="78324" y="9340"/>
                    <a:pt x="78257" y="8807"/>
                  </a:cubicBezTo>
                  <a:close/>
                  <a:moveTo>
                    <a:pt x="868" y="9174"/>
                  </a:moveTo>
                  <a:cubicBezTo>
                    <a:pt x="835" y="9741"/>
                    <a:pt x="801" y="10274"/>
                    <a:pt x="768" y="10842"/>
                  </a:cubicBezTo>
                  <a:lnTo>
                    <a:pt x="1168" y="10908"/>
                  </a:lnTo>
                  <a:cubicBezTo>
                    <a:pt x="1202" y="10308"/>
                    <a:pt x="1268" y="9774"/>
                    <a:pt x="1302" y="9240"/>
                  </a:cubicBezTo>
                  <a:lnTo>
                    <a:pt x="868" y="9174"/>
                  </a:lnTo>
                  <a:close/>
                  <a:moveTo>
                    <a:pt x="78524" y="12142"/>
                  </a:moveTo>
                  <a:lnTo>
                    <a:pt x="78090" y="12176"/>
                  </a:lnTo>
                  <a:cubicBezTo>
                    <a:pt x="78157" y="12743"/>
                    <a:pt x="78190" y="13277"/>
                    <a:pt x="78223" y="13844"/>
                  </a:cubicBezTo>
                  <a:lnTo>
                    <a:pt x="78657" y="13810"/>
                  </a:lnTo>
                  <a:cubicBezTo>
                    <a:pt x="78590" y="13243"/>
                    <a:pt x="78557" y="12676"/>
                    <a:pt x="78524" y="12142"/>
                  </a:cubicBezTo>
                  <a:close/>
                  <a:moveTo>
                    <a:pt x="635" y="12509"/>
                  </a:moveTo>
                  <a:cubicBezTo>
                    <a:pt x="601" y="13076"/>
                    <a:pt x="601" y="13610"/>
                    <a:pt x="535" y="14177"/>
                  </a:cubicBezTo>
                  <a:lnTo>
                    <a:pt x="968" y="14244"/>
                  </a:lnTo>
                  <a:cubicBezTo>
                    <a:pt x="1002" y="13644"/>
                    <a:pt x="1035" y="13110"/>
                    <a:pt x="1035" y="12576"/>
                  </a:cubicBezTo>
                  <a:lnTo>
                    <a:pt x="635" y="12509"/>
                  </a:lnTo>
                  <a:close/>
                  <a:moveTo>
                    <a:pt x="78757" y="15445"/>
                  </a:moveTo>
                  <a:lnTo>
                    <a:pt x="78357" y="15478"/>
                  </a:lnTo>
                  <a:cubicBezTo>
                    <a:pt x="78357" y="16012"/>
                    <a:pt x="78390" y="16579"/>
                    <a:pt x="78424" y="17146"/>
                  </a:cubicBezTo>
                  <a:lnTo>
                    <a:pt x="78857" y="17113"/>
                  </a:lnTo>
                  <a:cubicBezTo>
                    <a:pt x="78857" y="16512"/>
                    <a:pt x="78824" y="15979"/>
                    <a:pt x="78757" y="15445"/>
                  </a:cubicBezTo>
                  <a:close/>
                  <a:moveTo>
                    <a:pt x="468" y="15845"/>
                  </a:moveTo>
                  <a:cubicBezTo>
                    <a:pt x="435" y="16412"/>
                    <a:pt x="435" y="16946"/>
                    <a:pt x="368" y="17513"/>
                  </a:cubicBezTo>
                  <a:lnTo>
                    <a:pt x="801" y="17513"/>
                  </a:lnTo>
                  <a:cubicBezTo>
                    <a:pt x="835" y="16979"/>
                    <a:pt x="835" y="16446"/>
                    <a:pt x="868" y="15845"/>
                  </a:cubicBezTo>
                  <a:close/>
                  <a:moveTo>
                    <a:pt x="78924" y="18781"/>
                  </a:moveTo>
                  <a:lnTo>
                    <a:pt x="78524" y="18814"/>
                  </a:lnTo>
                  <a:cubicBezTo>
                    <a:pt x="78557" y="19348"/>
                    <a:pt x="78557" y="19948"/>
                    <a:pt x="78590" y="20482"/>
                  </a:cubicBezTo>
                  <a:lnTo>
                    <a:pt x="79024" y="20448"/>
                  </a:lnTo>
                  <a:cubicBezTo>
                    <a:pt x="78991" y="19848"/>
                    <a:pt x="78991" y="19314"/>
                    <a:pt x="78924" y="18781"/>
                  </a:cubicBezTo>
                  <a:close/>
                  <a:moveTo>
                    <a:pt x="301" y="19181"/>
                  </a:moveTo>
                  <a:cubicBezTo>
                    <a:pt x="301" y="19748"/>
                    <a:pt x="268" y="20315"/>
                    <a:pt x="268" y="20849"/>
                  </a:cubicBezTo>
                  <a:lnTo>
                    <a:pt x="668" y="20849"/>
                  </a:lnTo>
                  <a:cubicBezTo>
                    <a:pt x="701" y="20315"/>
                    <a:pt x="701" y="19748"/>
                    <a:pt x="701" y="19181"/>
                  </a:cubicBezTo>
                  <a:close/>
                  <a:moveTo>
                    <a:pt x="78690" y="22150"/>
                  </a:moveTo>
                  <a:cubicBezTo>
                    <a:pt x="78724" y="22683"/>
                    <a:pt x="78724" y="23284"/>
                    <a:pt x="78757" y="23817"/>
                  </a:cubicBezTo>
                  <a:lnTo>
                    <a:pt x="79191" y="23817"/>
                  </a:lnTo>
                  <a:cubicBezTo>
                    <a:pt x="79157" y="23250"/>
                    <a:pt x="79157" y="22683"/>
                    <a:pt x="79091" y="22150"/>
                  </a:cubicBezTo>
                  <a:close/>
                  <a:moveTo>
                    <a:pt x="201" y="22517"/>
                  </a:moveTo>
                  <a:cubicBezTo>
                    <a:pt x="201" y="23084"/>
                    <a:pt x="168" y="23651"/>
                    <a:pt x="168" y="24184"/>
                  </a:cubicBezTo>
                  <a:lnTo>
                    <a:pt x="601" y="24184"/>
                  </a:lnTo>
                  <a:cubicBezTo>
                    <a:pt x="601" y="23617"/>
                    <a:pt x="635" y="23084"/>
                    <a:pt x="635" y="22517"/>
                  </a:cubicBezTo>
                  <a:close/>
                  <a:moveTo>
                    <a:pt x="78824" y="25485"/>
                  </a:moveTo>
                  <a:cubicBezTo>
                    <a:pt x="78824" y="26019"/>
                    <a:pt x="78857" y="26619"/>
                    <a:pt x="78857" y="27153"/>
                  </a:cubicBezTo>
                  <a:lnTo>
                    <a:pt x="79258" y="27153"/>
                  </a:lnTo>
                  <a:cubicBezTo>
                    <a:pt x="79258" y="26619"/>
                    <a:pt x="79224" y="26019"/>
                    <a:pt x="79224" y="25485"/>
                  </a:cubicBezTo>
                  <a:close/>
                  <a:moveTo>
                    <a:pt x="134" y="25852"/>
                  </a:moveTo>
                  <a:cubicBezTo>
                    <a:pt x="134" y="26419"/>
                    <a:pt x="68" y="26986"/>
                    <a:pt x="68" y="27520"/>
                  </a:cubicBezTo>
                  <a:lnTo>
                    <a:pt x="501" y="27520"/>
                  </a:lnTo>
                  <a:cubicBezTo>
                    <a:pt x="501" y="26953"/>
                    <a:pt x="535" y="26419"/>
                    <a:pt x="535" y="25852"/>
                  </a:cubicBezTo>
                  <a:close/>
                  <a:moveTo>
                    <a:pt x="78924" y="28788"/>
                  </a:moveTo>
                  <a:cubicBezTo>
                    <a:pt x="78924" y="29321"/>
                    <a:pt x="78991" y="29922"/>
                    <a:pt x="78991" y="30456"/>
                  </a:cubicBezTo>
                  <a:lnTo>
                    <a:pt x="79391" y="30456"/>
                  </a:lnTo>
                  <a:cubicBezTo>
                    <a:pt x="79391" y="29922"/>
                    <a:pt x="79358" y="29321"/>
                    <a:pt x="79358" y="28788"/>
                  </a:cubicBezTo>
                  <a:close/>
                  <a:moveTo>
                    <a:pt x="101" y="29188"/>
                  </a:moveTo>
                  <a:cubicBezTo>
                    <a:pt x="34" y="29755"/>
                    <a:pt x="34" y="30322"/>
                    <a:pt x="34" y="30856"/>
                  </a:cubicBezTo>
                  <a:lnTo>
                    <a:pt x="468" y="30856"/>
                  </a:lnTo>
                  <a:cubicBezTo>
                    <a:pt x="468" y="30289"/>
                    <a:pt x="468" y="29755"/>
                    <a:pt x="501" y="29188"/>
                  </a:cubicBezTo>
                  <a:close/>
                  <a:moveTo>
                    <a:pt x="78991" y="32123"/>
                  </a:moveTo>
                  <a:cubicBezTo>
                    <a:pt x="79024" y="32657"/>
                    <a:pt x="79024" y="33258"/>
                    <a:pt x="79024" y="33791"/>
                  </a:cubicBezTo>
                  <a:lnTo>
                    <a:pt x="79424" y="33791"/>
                  </a:lnTo>
                  <a:cubicBezTo>
                    <a:pt x="79391" y="33258"/>
                    <a:pt x="79391" y="32657"/>
                    <a:pt x="79391" y="32123"/>
                  </a:cubicBezTo>
                  <a:close/>
                  <a:moveTo>
                    <a:pt x="1" y="32490"/>
                  </a:moveTo>
                  <a:lnTo>
                    <a:pt x="1" y="34158"/>
                  </a:lnTo>
                  <a:lnTo>
                    <a:pt x="435" y="34158"/>
                  </a:lnTo>
                  <a:lnTo>
                    <a:pt x="435" y="32490"/>
                  </a:lnTo>
                  <a:close/>
                  <a:moveTo>
                    <a:pt x="79057" y="35459"/>
                  </a:moveTo>
                  <a:lnTo>
                    <a:pt x="79057" y="37127"/>
                  </a:lnTo>
                  <a:lnTo>
                    <a:pt x="79491" y="37127"/>
                  </a:lnTo>
                  <a:lnTo>
                    <a:pt x="79491" y="35459"/>
                  </a:lnTo>
                  <a:close/>
                  <a:moveTo>
                    <a:pt x="1" y="35826"/>
                  </a:moveTo>
                  <a:lnTo>
                    <a:pt x="1" y="37494"/>
                  </a:lnTo>
                  <a:lnTo>
                    <a:pt x="435" y="37494"/>
                  </a:lnTo>
                  <a:lnTo>
                    <a:pt x="435" y="35826"/>
                  </a:lnTo>
                  <a:close/>
                  <a:moveTo>
                    <a:pt x="79057" y="38795"/>
                  </a:moveTo>
                  <a:lnTo>
                    <a:pt x="79057" y="39362"/>
                  </a:lnTo>
                  <a:lnTo>
                    <a:pt x="79057" y="40463"/>
                  </a:lnTo>
                  <a:lnTo>
                    <a:pt x="79491" y="40463"/>
                  </a:lnTo>
                  <a:lnTo>
                    <a:pt x="79491" y="39362"/>
                  </a:lnTo>
                  <a:lnTo>
                    <a:pt x="79491" y="38795"/>
                  </a:lnTo>
                  <a:close/>
                  <a:moveTo>
                    <a:pt x="1" y="39162"/>
                  </a:moveTo>
                  <a:lnTo>
                    <a:pt x="1" y="40830"/>
                  </a:lnTo>
                  <a:lnTo>
                    <a:pt x="435" y="40830"/>
                  </a:lnTo>
                  <a:lnTo>
                    <a:pt x="435" y="39162"/>
                  </a:lnTo>
                  <a:close/>
                  <a:moveTo>
                    <a:pt x="79024" y="42131"/>
                  </a:moveTo>
                  <a:lnTo>
                    <a:pt x="79024" y="43798"/>
                  </a:lnTo>
                  <a:lnTo>
                    <a:pt x="79424" y="43798"/>
                  </a:lnTo>
                  <a:cubicBezTo>
                    <a:pt x="79491" y="43265"/>
                    <a:pt x="79491" y="42664"/>
                    <a:pt x="79424" y="42131"/>
                  </a:cubicBezTo>
                  <a:close/>
                  <a:moveTo>
                    <a:pt x="1" y="42497"/>
                  </a:moveTo>
                  <a:cubicBezTo>
                    <a:pt x="34" y="43098"/>
                    <a:pt x="34" y="43632"/>
                    <a:pt x="34" y="44165"/>
                  </a:cubicBezTo>
                  <a:lnTo>
                    <a:pt x="468" y="44165"/>
                  </a:lnTo>
                  <a:cubicBezTo>
                    <a:pt x="435" y="43632"/>
                    <a:pt x="435" y="43031"/>
                    <a:pt x="435" y="42497"/>
                  </a:cubicBezTo>
                  <a:close/>
                  <a:moveTo>
                    <a:pt x="79024" y="45466"/>
                  </a:moveTo>
                  <a:cubicBezTo>
                    <a:pt x="79024" y="46033"/>
                    <a:pt x="78991" y="46600"/>
                    <a:pt x="78991" y="47134"/>
                  </a:cubicBezTo>
                  <a:lnTo>
                    <a:pt x="79391" y="47134"/>
                  </a:lnTo>
                  <a:cubicBezTo>
                    <a:pt x="79391" y="46534"/>
                    <a:pt x="79391" y="46000"/>
                    <a:pt x="79424" y="45466"/>
                  </a:cubicBezTo>
                  <a:close/>
                  <a:moveTo>
                    <a:pt x="68" y="45833"/>
                  </a:moveTo>
                  <a:cubicBezTo>
                    <a:pt x="68" y="46434"/>
                    <a:pt x="134" y="46967"/>
                    <a:pt x="134" y="47501"/>
                  </a:cubicBezTo>
                  <a:lnTo>
                    <a:pt x="535" y="47501"/>
                  </a:lnTo>
                  <a:cubicBezTo>
                    <a:pt x="535" y="46967"/>
                    <a:pt x="501" y="46434"/>
                    <a:pt x="501" y="45833"/>
                  </a:cubicBezTo>
                  <a:close/>
                  <a:moveTo>
                    <a:pt x="78891" y="48769"/>
                  </a:moveTo>
                  <a:cubicBezTo>
                    <a:pt x="78857" y="49336"/>
                    <a:pt x="78857" y="49869"/>
                    <a:pt x="78824" y="50437"/>
                  </a:cubicBezTo>
                  <a:lnTo>
                    <a:pt x="79224" y="50437"/>
                  </a:lnTo>
                  <a:cubicBezTo>
                    <a:pt x="79258" y="49869"/>
                    <a:pt x="79324" y="49336"/>
                    <a:pt x="79324" y="48769"/>
                  </a:cubicBezTo>
                  <a:close/>
                  <a:moveTo>
                    <a:pt x="168" y="49169"/>
                  </a:moveTo>
                  <a:cubicBezTo>
                    <a:pt x="201" y="49769"/>
                    <a:pt x="201" y="50303"/>
                    <a:pt x="268" y="50837"/>
                  </a:cubicBezTo>
                  <a:lnTo>
                    <a:pt x="668" y="50837"/>
                  </a:lnTo>
                  <a:cubicBezTo>
                    <a:pt x="635" y="50303"/>
                    <a:pt x="635" y="49769"/>
                    <a:pt x="601" y="49169"/>
                  </a:cubicBezTo>
                  <a:close/>
                  <a:moveTo>
                    <a:pt x="78724" y="52038"/>
                  </a:moveTo>
                  <a:cubicBezTo>
                    <a:pt x="78690" y="52638"/>
                    <a:pt x="78657" y="53172"/>
                    <a:pt x="78590" y="53706"/>
                  </a:cubicBezTo>
                  <a:lnTo>
                    <a:pt x="79024" y="53772"/>
                  </a:lnTo>
                  <a:cubicBezTo>
                    <a:pt x="79057" y="53205"/>
                    <a:pt x="79091" y="52671"/>
                    <a:pt x="79157" y="52104"/>
                  </a:cubicBezTo>
                  <a:lnTo>
                    <a:pt x="78724" y="52038"/>
                  </a:lnTo>
                  <a:close/>
                  <a:moveTo>
                    <a:pt x="768" y="52438"/>
                  </a:moveTo>
                  <a:lnTo>
                    <a:pt x="334" y="52471"/>
                  </a:lnTo>
                  <a:cubicBezTo>
                    <a:pt x="368" y="53038"/>
                    <a:pt x="435" y="53605"/>
                    <a:pt x="468" y="54139"/>
                  </a:cubicBezTo>
                  <a:lnTo>
                    <a:pt x="868" y="54106"/>
                  </a:lnTo>
                  <a:cubicBezTo>
                    <a:pt x="835" y="53539"/>
                    <a:pt x="801" y="53005"/>
                    <a:pt x="768" y="52438"/>
                  </a:cubicBezTo>
                  <a:close/>
                  <a:moveTo>
                    <a:pt x="78490" y="55440"/>
                  </a:moveTo>
                  <a:cubicBezTo>
                    <a:pt x="78390" y="55974"/>
                    <a:pt x="78357" y="56541"/>
                    <a:pt x="78257" y="57041"/>
                  </a:cubicBezTo>
                  <a:lnTo>
                    <a:pt x="78690" y="57108"/>
                  </a:lnTo>
                  <a:cubicBezTo>
                    <a:pt x="78757" y="56608"/>
                    <a:pt x="78824" y="56007"/>
                    <a:pt x="78891" y="55473"/>
                  </a:cubicBezTo>
                  <a:lnTo>
                    <a:pt x="78490" y="55440"/>
                  </a:lnTo>
                  <a:close/>
                  <a:moveTo>
                    <a:pt x="1002" y="55774"/>
                  </a:moveTo>
                  <a:lnTo>
                    <a:pt x="601" y="55807"/>
                  </a:lnTo>
                  <a:cubicBezTo>
                    <a:pt x="635" y="56374"/>
                    <a:pt x="701" y="56975"/>
                    <a:pt x="768" y="57475"/>
                  </a:cubicBezTo>
                  <a:lnTo>
                    <a:pt x="1168" y="57442"/>
                  </a:lnTo>
                  <a:cubicBezTo>
                    <a:pt x="1135" y="56874"/>
                    <a:pt x="1035" y="56341"/>
                    <a:pt x="1002" y="55774"/>
                  </a:cubicBezTo>
                  <a:close/>
                  <a:moveTo>
                    <a:pt x="77990" y="58676"/>
                  </a:moveTo>
                  <a:cubicBezTo>
                    <a:pt x="77857" y="59310"/>
                    <a:pt x="77723" y="59843"/>
                    <a:pt x="77590" y="60277"/>
                  </a:cubicBezTo>
                  <a:lnTo>
                    <a:pt x="78023" y="60377"/>
                  </a:lnTo>
                  <a:cubicBezTo>
                    <a:pt x="78190" y="59943"/>
                    <a:pt x="78324" y="59376"/>
                    <a:pt x="78390" y="58742"/>
                  </a:cubicBezTo>
                  <a:lnTo>
                    <a:pt x="77990" y="58676"/>
                  </a:lnTo>
                  <a:close/>
                  <a:moveTo>
                    <a:pt x="1435" y="59009"/>
                  </a:moveTo>
                  <a:lnTo>
                    <a:pt x="1002" y="59109"/>
                  </a:lnTo>
                  <a:cubicBezTo>
                    <a:pt x="1135" y="59777"/>
                    <a:pt x="1268" y="60344"/>
                    <a:pt x="1369" y="60777"/>
                  </a:cubicBezTo>
                  <a:lnTo>
                    <a:pt x="1802" y="60610"/>
                  </a:lnTo>
                  <a:cubicBezTo>
                    <a:pt x="1669" y="60177"/>
                    <a:pt x="1535" y="59676"/>
                    <a:pt x="1435" y="59009"/>
                  </a:cubicBezTo>
                  <a:close/>
                  <a:moveTo>
                    <a:pt x="78390" y="60277"/>
                  </a:moveTo>
                  <a:lnTo>
                    <a:pt x="77156" y="61378"/>
                  </a:lnTo>
                  <a:lnTo>
                    <a:pt x="77023" y="61478"/>
                  </a:lnTo>
                  <a:cubicBezTo>
                    <a:pt x="76856" y="61645"/>
                    <a:pt x="76489" y="61845"/>
                    <a:pt x="75555" y="62045"/>
                  </a:cubicBezTo>
                  <a:lnTo>
                    <a:pt x="75655" y="62478"/>
                  </a:lnTo>
                  <a:cubicBezTo>
                    <a:pt x="76489" y="62278"/>
                    <a:pt x="77023" y="62045"/>
                    <a:pt x="77323" y="61778"/>
                  </a:cubicBezTo>
                  <a:lnTo>
                    <a:pt x="78690" y="60544"/>
                  </a:lnTo>
                  <a:lnTo>
                    <a:pt x="78390" y="60277"/>
                  </a:lnTo>
                  <a:close/>
                  <a:moveTo>
                    <a:pt x="2636" y="61778"/>
                  </a:moveTo>
                  <a:lnTo>
                    <a:pt x="2469" y="62145"/>
                  </a:lnTo>
                  <a:cubicBezTo>
                    <a:pt x="2870" y="62278"/>
                    <a:pt x="3437" y="62445"/>
                    <a:pt x="4137" y="62545"/>
                  </a:cubicBezTo>
                  <a:lnTo>
                    <a:pt x="4204" y="62178"/>
                  </a:lnTo>
                  <a:cubicBezTo>
                    <a:pt x="3503" y="62011"/>
                    <a:pt x="3003" y="61878"/>
                    <a:pt x="2636" y="61778"/>
                  </a:cubicBezTo>
                  <a:close/>
                  <a:moveTo>
                    <a:pt x="5838" y="62378"/>
                  </a:moveTo>
                  <a:lnTo>
                    <a:pt x="5805" y="62812"/>
                  </a:lnTo>
                  <a:cubicBezTo>
                    <a:pt x="6305" y="62879"/>
                    <a:pt x="6872" y="62945"/>
                    <a:pt x="7473" y="63012"/>
                  </a:cubicBezTo>
                  <a:lnTo>
                    <a:pt x="7506" y="62612"/>
                  </a:lnTo>
                  <a:cubicBezTo>
                    <a:pt x="6872" y="62512"/>
                    <a:pt x="6339" y="62478"/>
                    <a:pt x="5838" y="62378"/>
                  </a:cubicBezTo>
                  <a:close/>
                  <a:moveTo>
                    <a:pt x="73920" y="62345"/>
                  </a:moveTo>
                  <a:cubicBezTo>
                    <a:pt x="73487" y="62445"/>
                    <a:pt x="72886" y="62512"/>
                    <a:pt x="72319" y="62612"/>
                  </a:cubicBezTo>
                  <a:lnTo>
                    <a:pt x="72353" y="63012"/>
                  </a:lnTo>
                  <a:cubicBezTo>
                    <a:pt x="72986" y="62945"/>
                    <a:pt x="73520" y="62879"/>
                    <a:pt x="74020" y="62779"/>
                  </a:cubicBezTo>
                  <a:lnTo>
                    <a:pt x="73920" y="62345"/>
                  </a:lnTo>
                  <a:close/>
                  <a:moveTo>
                    <a:pt x="9141" y="62779"/>
                  </a:moveTo>
                  <a:lnTo>
                    <a:pt x="9107" y="63179"/>
                  </a:lnTo>
                  <a:cubicBezTo>
                    <a:pt x="9641" y="63212"/>
                    <a:pt x="10175" y="63279"/>
                    <a:pt x="10775" y="63312"/>
                  </a:cubicBezTo>
                  <a:lnTo>
                    <a:pt x="10809" y="62879"/>
                  </a:lnTo>
                  <a:cubicBezTo>
                    <a:pt x="10208" y="62845"/>
                    <a:pt x="9674" y="62812"/>
                    <a:pt x="9141" y="62779"/>
                  </a:cubicBezTo>
                  <a:close/>
                  <a:moveTo>
                    <a:pt x="70651" y="62779"/>
                  </a:moveTo>
                  <a:cubicBezTo>
                    <a:pt x="70084" y="62845"/>
                    <a:pt x="69551" y="62879"/>
                    <a:pt x="68983" y="62945"/>
                  </a:cubicBezTo>
                  <a:lnTo>
                    <a:pt x="69017" y="63346"/>
                  </a:lnTo>
                  <a:cubicBezTo>
                    <a:pt x="69584" y="63312"/>
                    <a:pt x="70184" y="63279"/>
                    <a:pt x="70685" y="63179"/>
                  </a:cubicBezTo>
                  <a:lnTo>
                    <a:pt x="70651" y="62779"/>
                  </a:lnTo>
                  <a:close/>
                  <a:moveTo>
                    <a:pt x="12476" y="63012"/>
                  </a:moveTo>
                  <a:lnTo>
                    <a:pt x="12443" y="63446"/>
                  </a:lnTo>
                  <a:cubicBezTo>
                    <a:pt x="12977" y="63479"/>
                    <a:pt x="13511" y="63513"/>
                    <a:pt x="14111" y="63546"/>
                  </a:cubicBezTo>
                  <a:lnTo>
                    <a:pt x="14144" y="63146"/>
                  </a:lnTo>
                  <a:cubicBezTo>
                    <a:pt x="13544" y="63112"/>
                    <a:pt x="13010" y="63046"/>
                    <a:pt x="12476" y="63012"/>
                  </a:cubicBezTo>
                  <a:close/>
                  <a:moveTo>
                    <a:pt x="67349" y="63046"/>
                  </a:moveTo>
                  <a:cubicBezTo>
                    <a:pt x="66815" y="63112"/>
                    <a:pt x="66248" y="63146"/>
                    <a:pt x="65681" y="63179"/>
                  </a:cubicBezTo>
                  <a:lnTo>
                    <a:pt x="65714" y="63613"/>
                  </a:lnTo>
                  <a:cubicBezTo>
                    <a:pt x="66248" y="63546"/>
                    <a:pt x="66849" y="63513"/>
                    <a:pt x="67382" y="63479"/>
                  </a:cubicBezTo>
                  <a:lnTo>
                    <a:pt x="67349" y="63046"/>
                  </a:lnTo>
                  <a:close/>
                  <a:moveTo>
                    <a:pt x="15812" y="63212"/>
                  </a:moveTo>
                  <a:lnTo>
                    <a:pt x="15779" y="63646"/>
                  </a:lnTo>
                  <a:cubicBezTo>
                    <a:pt x="16313" y="63679"/>
                    <a:pt x="16846" y="63679"/>
                    <a:pt x="17447" y="63713"/>
                  </a:cubicBezTo>
                  <a:lnTo>
                    <a:pt x="17480" y="63312"/>
                  </a:lnTo>
                  <a:cubicBezTo>
                    <a:pt x="16880" y="63279"/>
                    <a:pt x="16346" y="63279"/>
                    <a:pt x="15812" y="63212"/>
                  </a:cubicBezTo>
                  <a:close/>
                  <a:moveTo>
                    <a:pt x="64047" y="63279"/>
                  </a:moveTo>
                  <a:cubicBezTo>
                    <a:pt x="63513" y="63312"/>
                    <a:pt x="62979" y="63312"/>
                    <a:pt x="62379" y="63346"/>
                  </a:cubicBezTo>
                  <a:lnTo>
                    <a:pt x="62379" y="63779"/>
                  </a:lnTo>
                  <a:cubicBezTo>
                    <a:pt x="62912" y="63779"/>
                    <a:pt x="63513" y="63713"/>
                    <a:pt x="64080" y="63679"/>
                  </a:cubicBezTo>
                  <a:lnTo>
                    <a:pt x="64047" y="63279"/>
                  </a:lnTo>
                  <a:close/>
                  <a:moveTo>
                    <a:pt x="19115" y="63346"/>
                  </a:moveTo>
                  <a:lnTo>
                    <a:pt x="19115" y="63779"/>
                  </a:lnTo>
                  <a:cubicBezTo>
                    <a:pt x="19648" y="63813"/>
                    <a:pt x="20215" y="63813"/>
                    <a:pt x="20782" y="63846"/>
                  </a:cubicBezTo>
                  <a:lnTo>
                    <a:pt x="20782" y="63446"/>
                  </a:lnTo>
                  <a:cubicBezTo>
                    <a:pt x="20182" y="63379"/>
                    <a:pt x="19648" y="63379"/>
                    <a:pt x="19115" y="63346"/>
                  </a:cubicBezTo>
                  <a:close/>
                  <a:moveTo>
                    <a:pt x="60711" y="63446"/>
                  </a:moveTo>
                  <a:cubicBezTo>
                    <a:pt x="60177" y="63479"/>
                    <a:pt x="59577" y="63513"/>
                    <a:pt x="59043" y="63513"/>
                  </a:cubicBezTo>
                  <a:lnTo>
                    <a:pt x="59043" y="63946"/>
                  </a:lnTo>
                  <a:cubicBezTo>
                    <a:pt x="59643" y="63879"/>
                    <a:pt x="60177" y="63879"/>
                    <a:pt x="60711" y="63846"/>
                  </a:cubicBezTo>
                  <a:lnTo>
                    <a:pt x="60711" y="63446"/>
                  </a:lnTo>
                  <a:close/>
                  <a:moveTo>
                    <a:pt x="22384" y="63513"/>
                  </a:moveTo>
                  <a:lnTo>
                    <a:pt x="22384" y="63946"/>
                  </a:lnTo>
                  <a:cubicBezTo>
                    <a:pt x="22951" y="63946"/>
                    <a:pt x="23518" y="63980"/>
                    <a:pt x="24051" y="63980"/>
                  </a:cubicBezTo>
                  <a:lnTo>
                    <a:pt x="24051" y="63546"/>
                  </a:lnTo>
                  <a:cubicBezTo>
                    <a:pt x="23484" y="63546"/>
                    <a:pt x="22951" y="63513"/>
                    <a:pt x="22384" y="63513"/>
                  </a:cubicBezTo>
                  <a:close/>
                  <a:moveTo>
                    <a:pt x="57375" y="63546"/>
                  </a:moveTo>
                  <a:cubicBezTo>
                    <a:pt x="56841" y="63546"/>
                    <a:pt x="56241" y="63613"/>
                    <a:pt x="55707" y="63613"/>
                  </a:cubicBezTo>
                  <a:lnTo>
                    <a:pt x="55707" y="64013"/>
                  </a:lnTo>
                  <a:cubicBezTo>
                    <a:pt x="56308" y="64013"/>
                    <a:pt x="56841" y="64013"/>
                    <a:pt x="57375" y="63980"/>
                  </a:cubicBezTo>
                  <a:lnTo>
                    <a:pt x="57375" y="63546"/>
                  </a:lnTo>
                  <a:close/>
                  <a:moveTo>
                    <a:pt x="25719" y="63613"/>
                  </a:moveTo>
                  <a:lnTo>
                    <a:pt x="25719" y="64013"/>
                  </a:lnTo>
                  <a:cubicBezTo>
                    <a:pt x="26286" y="64013"/>
                    <a:pt x="26853" y="64046"/>
                    <a:pt x="27387" y="64046"/>
                  </a:cubicBezTo>
                  <a:lnTo>
                    <a:pt x="27387" y="63646"/>
                  </a:lnTo>
                  <a:cubicBezTo>
                    <a:pt x="26820" y="63646"/>
                    <a:pt x="26286" y="63613"/>
                    <a:pt x="25719" y="63613"/>
                  </a:cubicBezTo>
                  <a:close/>
                  <a:moveTo>
                    <a:pt x="54039" y="63646"/>
                  </a:moveTo>
                  <a:cubicBezTo>
                    <a:pt x="53506" y="63646"/>
                    <a:pt x="52905" y="63679"/>
                    <a:pt x="52372" y="63679"/>
                  </a:cubicBezTo>
                  <a:lnTo>
                    <a:pt x="52372" y="64113"/>
                  </a:lnTo>
                  <a:cubicBezTo>
                    <a:pt x="52972" y="64113"/>
                    <a:pt x="53506" y="64113"/>
                    <a:pt x="54039" y="64046"/>
                  </a:cubicBezTo>
                  <a:lnTo>
                    <a:pt x="54039" y="63646"/>
                  </a:lnTo>
                  <a:close/>
                  <a:moveTo>
                    <a:pt x="29055" y="63679"/>
                  </a:moveTo>
                  <a:lnTo>
                    <a:pt x="29055" y="64113"/>
                  </a:lnTo>
                  <a:cubicBezTo>
                    <a:pt x="29622" y="64146"/>
                    <a:pt x="30189" y="64146"/>
                    <a:pt x="30723" y="64146"/>
                  </a:cubicBezTo>
                  <a:lnTo>
                    <a:pt x="30723" y="63713"/>
                  </a:lnTo>
                  <a:cubicBezTo>
                    <a:pt x="30189" y="63713"/>
                    <a:pt x="29622" y="63679"/>
                    <a:pt x="29055" y="63679"/>
                  </a:cubicBezTo>
                  <a:close/>
                  <a:moveTo>
                    <a:pt x="32391" y="63713"/>
                  </a:moveTo>
                  <a:lnTo>
                    <a:pt x="32391" y="64146"/>
                  </a:lnTo>
                  <a:cubicBezTo>
                    <a:pt x="32958" y="64180"/>
                    <a:pt x="33525" y="64180"/>
                    <a:pt x="34059" y="64180"/>
                  </a:cubicBezTo>
                  <a:lnTo>
                    <a:pt x="34059" y="63779"/>
                  </a:lnTo>
                  <a:cubicBezTo>
                    <a:pt x="33525" y="63713"/>
                    <a:pt x="32958" y="63713"/>
                    <a:pt x="32391" y="63713"/>
                  </a:cubicBezTo>
                  <a:close/>
                  <a:moveTo>
                    <a:pt x="45734" y="63779"/>
                  </a:moveTo>
                  <a:lnTo>
                    <a:pt x="45734" y="64180"/>
                  </a:lnTo>
                  <a:lnTo>
                    <a:pt x="47401" y="64180"/>
                  </a:lnTo>
                  <a:lnTo>
                    <a:pt x="47401" y="63779"/>
                  </a:lnTo>
                  <a:close/>
                  <a:moveTo>
                    <a:pt x="50704" y="63713"/>
                  </a:moveTo>
                  <a:cubicBezTo>
                    <a:pt x="50170" y="63779"/>
                    <a:pt x="49570" y="63779"/>
                    <a:pt x="49036" y="63779"/>
                  </a:cubicBezTo>
                  <a:lnTo>
                    <a:pt x="49036" y="64180"/>
                  </a:lnTo>
                  <a:cubicBezTo>
                    <a:pt x="49636" y="64146"/>
                    <a:pt x="50170" y="64146"/>
                    <a:pt x="50704" y="64146"/>
                  </a:cubicBezTo>
                  <a:lnTo>
                    <a:pt x="50704" y="63713"/>
                  </a:lnTo>
                  <a:close/>
                  <a:moveTo>
                    <a:pt x="35726" y="63813"/>
                  </a:moveTo>
                  <a:lnTo>
                    <a:pt x="35726" y="64213"/>
                  </a:lnTo>
                  <a:lnTo>
                    <a:pt x="37394" y="64213"/>
                  </a:lnTo>
                  <a:lnTo>
                    <a:pt x="37394" y="63813"/>
                  </a:lnTo>
                  <a:close/>
                  <a:moveTo>
                    <a:pt x="39062" y="63813"/>
                  </a:moveTo>
                  <a:lnTo>
                    <a:pt x="39062" y="64213"/>
                  </a:lnTo>
                  <a:lnTo>
                    <a:pt x="40730" y="64213"/>
                  </a:lnTo>
                  <a:lnTo>
                    <a:pt x="40730" y="63813"/>
                  </a:lnTo>
                  <a:close/>
                  <a:moveTo>
                    <a:pt x="42398" y="63813"/>
                  </a:moveTo>
                  <a:lnTo>
                    <a:pt x="42398" y="64213"/>
                  </a:lnTo>
                  <a:lnTo>
                    <a:pt x="44066" y="64213"/>
                  </a:lnTo>
                  <a:lnTo>
                    <a:pt x="44066" y="638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56"/>
            <p:cNvSpPr/>
            <p:nvPr/>
          </p:nvSpPr>
          <p:spPr>
            <a:xfrm>
              <a:off x="5463250" y="3999650"/>
              <a:ext cx="628800" cy="416300"/>
            </a:xfrm>
            <a:custGeom>
              <a:rect b="b" l="l" r="r" t="t"/>
              <a:pathLst>
                <a:path extrusionOk="0" h="16652" w="25152">
                  <a:moveTo>
                    <a:pt x="12583" y="1"/>
                  </a:moveTo>
                  <a:cubicBezTo>
                    <a:pt x="6957" y="1"/>
                    <a:pt x="1289" y="176"/>
                    <a:pt x="901" y="514"/>
                  </a:cubicBezTo>
                  <a:cubicBezTo>
                    <a:pt x="167" y="1181"/>
                    <a:pt x="0" y="15291"/>
                    <a:pt x="901" y="16025"/>
                  </a:cubicBezTo>
                  <a:cubicBezTo>
                    <a:pt x="1386" y="16424"/>
                    <a:pt x="7291" y="16651"/>
                    <a:pt x="13012" y="16651"/>
                  </a:cubicBezTo>
                  <a:cubicBezTo>
                    <a:pt x="18296" y="16651"/>
                    <a:pt x="23423" y="16457"/>
                    <a:pt x="23984" y="16025"/>
                  </a:cubicBezTo>
                  <a:cubicBezTo>
                    <a:pt x="25151" y="15158"/>
                    <a:pt x="24851" y="1248"/>
                    <a:pt x="23984" y="514"/>
                  </a:cubicBezTo>
                  <a:cubicBezTo>
                    <a:pt x="23523" y="168"/>
                    <a:pt x="18073" y="1"/>
                    <a:pt x="125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56"/>
            <p:cNvSpPr/>
            <p:nvPr/>
          </p:nvSpPr>
          <p:spPr>
            <a:xfrm>
              <a:off x="5464900" y="3994325"/>
              <a:ext cx="537925" cy="426800"/>
            </a:xfrm>
            <a:custGeom>
              <a:rect b="b" l="l" r="r" t="t"/>
              <a:pathLst>
                <a:path extrusionOk="0" h="17072" w="21517">
                  <a:moveTo>
                    <a:pt x="12006" y="0"/>
                  </a:moveTo>
                  <a:cubicBezTo>
                    <a:pt x="6592" y="0"/>
                    <a:pt x="1154" y="161"/>
                    <a:pt x="735" y="560"/>
                  </a:cubicBezTo>
                  <a:cubicBezTo>
                    <a:pt x="101" y="1127"/>
                    <a:pt x="1" y="7632"/>
                    <a:pt x="67" y="10500"/>
                  </a:cubicBezTo>
                  <a:cubicBezTo>
                    <a:pt x="101" y="14070"/>
                    <a:pt x="334" y="16071"/>
                    <a:pt x="735" y="16405"/>
                  </a:cubicBezTo>
                  <a:cubicBezTo>
                    <a:pt x="1235" y="16872"/>
                    <a:pt x="7106" y="17072"/>
                    <a:pt x="12743" y="17072"/>
                  </a:cubicBezTo>
                  <a:cubicBezTo>
                    <a:pt x="16146" y="17072"/>
                    <a:pt x="19481" y="17005"/>
                    <a:pt x="21516" y="16838"/>
                  </a:cubicBezTo>
                  <a:lnTo>
                    <a:pt x="21483" y="16405"/>
                  </a:lnTo>
                  <a:cubicBezTo>
                    <a:pt x="19280" y="16577"/>
                    <a:pt x="16014" y="16654"/>
                    <a:pt x="12731" y="16654"/>
                  </a:cubicBezTo>
                  <a:cubicBezTo>
                    <a:pt x="7116" y="16654"/>
                    <a:pt x="1452" y="16429"/>
                    <a:pt x="968" y="16071"/>
                  </a:cubicBezTo>
                  <a:cubicBezTo>
                    <a:pt x="234" y="15404"/>
                    <a:pt x="234" y="1794"/>
                    <a:pt x="968" y="894"/>
                  </a:cubicBezTo>
                  <a:cubicBezTo>
                    <a:pt x="1416" y="616"/>
                    <a:pt x="7040" y="421"/>
                    <a:pt x="12684" y="421"/>
                  </a:cubicBezTo>
                  <a:cubicBezTo>
                    <a:pt x="15862" y="421"/>
                    <a:pt x="19045" y="483"/>
                    <a:pt x="21316" y="627"/>
                  </a:cubicBezTo>
                  <a:lnTo>
                    <a:pt x="21349" y="193"/>
                  </a:lnTo>
                  <a:cubicBezTo>
                    <a:pt x="19260" y="72"/>
                    <a:pt x="15638" y="0"/>
                    <a:pt x="12006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56"/>
            <p:cNvSpPr/>
            <p:nvPr/>
          </p:nvSpPr>
          <p:spPr>
            <a:xfrm>
              <a:off x="5573325" y="4112150"/>
              <a:ext cx="227675" cy="191725"/>
            </a:xfrm>
            <a:custGeom>
              <a:rect b="b" l="l" r="r" t="t"/>
              <a:pathLst>
                <a:path extrusionOk="0" h="7669" w="9107">
                  <a:moveTo>
                    <a:pt x="4678" y="0"/>
                  </a:moveTo>
                  <a:cubicBezTo>
                    <a:pt x="2939" y="0"/>
                    <a:pt x="1241" y="868"/>
                    <a:pt x="734" y="2652"/>
                  </a:cubicBezTo>
                  <a:cubicBezTo>
                    <a:pt x="0" y="5020"/>
                    <a:pt x="1735" y="7522"/>
                    <a:pt x="4237" y="7655"/>
                  </a:cubicBezTo>
                  <a:cubicBezTo>
                    <a:pt x="4358" y="7664"/>
                    <a:pt x="4479" y="7669"/>
                    <a:pt x="4601" y="7669"/>
                  </a:cubicBezTo>
                  <a:cubicBezTo>
                    <a:pt x="5860" y="7669"/>
                    <a:pt x="7155" y="7200"/>
                    <a:pt x="8006" y="6288"/>
                  </a:cubicBezTo>
                  <a:cubicBezTo>
                    <a:pt x="8907" y="5254"/>
                    <a:pt x="9107" y="3753"/>
                    <a:pt x="8640" y="2485"/>
                  </a:cubicBezTo>
                  <a:cubicBezTo>
                    <a:pt x="8406" y="1785"/>
                    <a:pt x="7906" y="1117"/>
                    <a:pt x="7239" y="684"/>
                  </a:cubicBezTo>
                  <a:cubicBezTo>
                    <a:pt x="6479" y="230"/>
                    <a:pt x="5573" y="0"/>
                    <a:pt x="46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56"/>
            <p:cNvSpPr/>
            <p:nvPr/>
          </p:nvSpPr>
          <p:spPr>
            <a:xfrm>
              <a:off x="5576650" y="4108375"/>
              <a:ext cx="224350" cy="200175"/>
            </a:xfrm>
            <a:custGeom>
              <a:rect b="b" l="l" r="r" t="t"/>
              <a:pathLst>
                <a:path extrusionOk="0" h="8007" w="8974">
                  <a:moveTo>
                    <a:pt x="4003" y="1"/>
                  </a:moveTo>
                  <a:cubicBezTo>
                    <a:pt x="2202" y="168"/>
                    <a:pt x="835" y="1235"/>
                    <a:pt x="368" y="2769"/>
                  </a:cubicBezTo>
                  <a:cubicBezTo>
                    <a:pt x="1" y="3970"/>
                    <a:pt x="201" y="5271"/>
                    <a:pt x="968" y="6305"/>
                  </a:cubicBezTo>
                  <a:cubicBezTo>
                    <a:pt x="1702" y="7339"/>
                    <a:pt x="2836" y="7973"/>
                    <a:pt x="4037" y="8007"/>
                  </a:cubicBezTo>
                  <a:lnTo>
                    <a:pt x="4337" y="8007"/>
                  </a:lnTo>
                  <a:cubicBezTo>
                    <a:pt x="5805" y="8007"/>
                    <a:pt x="7172" y="7473"/>
                    <a:pt x="8006" y="6572"/>
                  </a:cubicBezTo>
                  <a:cubicBezTo>
                    <a:pt x="8607" y="5938"/>
                    <a:pt x="8940" y="5104"/>
                    <a:pt x="8974" y="4237"/>
                  </a:cubicBezTo>
                  <a:lnTo>
                    <a:pt x="8540" y="4170"/>
                  </a:lnTo>
                  <a:cubicBezTo>
                    <a:pt x="8507" y="4971"/>
                    <a:pt x="8206" y="5705"/>
                    <a:pt x="7706" y="6272"/>
                  </a:cubicBezTo>
                  <a:cubicBezTo>
                    <a:pt x="6922" y="7119"/>
                    <a:pt x="5695" y="7612"/>
                    <a:pt x="4358" y="7612"/>
                  </a:cubicBezTo>
                  <a:cubicBezTo>
                    <a:pt x="4273" y="7612"/>
                    <a:pt x="4189" y="7610"/>
                    <a:pt x="4104" y="7606"/>
                  </a:cubicBezTo>
                  <a:cubicBezTo>
                    <a:pt x="3003" y="7573"/>
                    <a:pt x="2002" y="6972"/>
                    <a:pt x="1335" y="6038"/>
                  </a:cubicBezTo>
                  <a:cubicBezTo>
                    <a:pt x="668" y="5138"/>
                    <a:pt x="468" y="3970"/>
                    <a:pt x="801" y="2870"/>
                  </a:cubicBezTo>
                  <a:cubicBezTo>
                    <a:pt x="1201" y="1502"/>
                    <a:pt x="2436" y="601"/>
                    <a:pt x="4037" y="434"/>
                  </a:cubicBezTo>
                  <a:lnTo>
                    <a:pt x="400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56"/>
            <p:cNvSpPr/>
            <p:nvPr/>
          </p:nvSpPr>
          <p:spPr>
            <a:xfrm>
              <a:off x="4053900" y="4759150"/>
              <a:ext cx="492050" cy="169000"/>
            </a:xfrm>
            <a:custGeom>
              <a:rect b="b" l="l" r="r" t="t"/>
              <a:pathLst>
                <a:path extrusionOk="0" h="6760" w="19682">
                  <a:moveTo>
                    <a:pt x="2592" y="395"/>
                  </a:moveTo>
                  <a:cubicBezTo>
                    <a:pt x="6999" y="395"/>
                    <a:pt x="18046" y="1000"/>
                    <a:pt x="18814" y="1356"/>
                  </a:cubicBezTo>
                  <a:cubicBezTo>
                    <a:pt x="19181" y="1656"/>
                    <a:pt x="19214" y="5459"/>
                    <a:pt x="18747" y="6160"/>
                  </a:cubicBezTo>
                  <a:cubicBezTo>
                    <a:pt x="18565" y="6254"/>
                    <a:pt x="17855" y="6295"/>
                    <a:pt x="16818" y="6295"/>
                  </a:cubicBezTo>
                  <a:cubicBezTo>
                    <a:pt x="12366" y="6295"/>
                    <a:pt x="1884" y="5539"/>
                    <a:pt x="1235" y="5025"/>
                  </a:cubicBezTo>
                  <a:cubicBezTo>
                    <a:pt x="701" y="4392"/>
                    <a:pt x="501" y="989"/>
                    <a:pt x="834" y="489"/>
                  </a:cubicBezTo>
                  <a:cubicBezTo>
                    <a:pt x="995" y="424"/>
                    <a:pt x="1638" y="395"/>
                    <a:pt x="2592" y="395"/>
                  </a:cubicBezTo>
                  <a:close/>
                  <a:moveTo>
                    <a:pt x="2824" y="0"/>
                  </a:moveTo>
                  <a:cubicBezTo>
                    <a:pt x="2062" y="0"/>
                    <a:pt x="1474" y="17"/>
                    <a:pt x="1135" y="55"/>
                  </a:cubicBezTo>
                  <a:cubicBezTo>
                    <a:pt x="701" y="89"/>
                    <a:pt x="568" y="155"/>
                    <a:pt x="501" y="255"/>
                  </a:cubicBezTo>
                  <a:cubicBezTo>
                    <a:pt x="0" y="889"/>
                    <a:pt x="234" y="4558"/>
                    <a:pt x="868" y="5326"/>
                  </a:cubicBezTo>
                  <a:cubicBezTo>
                    <a:pt x="1468" y="6093"/>
                    <a:pt x="12643" y="6760"/>
                    <a:pt x="16679" y="6760"/>
                  </a:cubicBezTo>
                  <a:lnTo>
                    <a:pt x="17246" y="6760"/>
                  </a:lnTo>
                  <a:cubicBezTo>
                    <a:pt x="18747" y="6727"/>
                    <a:pt x="18981" y="6593"/>
                    <a:pt x="19047" y="6460"/>
                  </a:cubicBezTo>
                  <a:cubicBezTo>
                    <a:pt x="19548" y="5759"/>
                    <a:pt x="19681" y="1623"/>
                    <a:pt x="19047" y="1089"/>
                  </a:cubicBezTo>
                  <a:cubicBezTo>
                    <a:pt x="18503" y="631"/>
                    <a:pt x="7455" y="0"/>
                    <a:pt x="2824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5" name="Google Shape;1805;p56"/>
          <p:cNvGrpSpPr/>
          <p:nvPr/>
        </p:nvGrpSpPr>
        <p:grpSpPr>
          <a:xfrm>
            <a:off x="1796617" y="1456200"/>
            <a:ext cx="712368" cy="825899"/>
            <a:chOff x="5815634" y="1650855"/>
            <a:chExt cx="452039" cy="524114"/>
          </a:xfrm>
        </p:grpSpPr>
        <p:sp>
          <p:nvSpPr>
            <p:cNvPr id="1806" name="Google Shape;1806;p5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5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5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5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5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5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2" name="Google Shape;1812;p56"/>
          <p:cNvGrpSpPr/>
          <p:nvPr/>
        </p:nvGrpSpPr>
        <p:grpSpPr>
          <a:xfrm>
            <a:off x="941742" y="798000"/>
            <a:ext cx="712368" cy="825899"/>
            <a:chOff x="5815634" y="1650855"/>
            <a:chExt cx="452039" cy="524114"/>
          </a:xfrm>
        </p:grpSpPr>
        <p:sp>
          <p:nvSpPr>
            <p:cNvPr id="1813" name="Google Shape;1813;p5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5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5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5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5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5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9" name="Google Shape;1819;p56"/>
          <p:cNvGrpSpPr/>
          <p:nvPr/>
        </p:nvGrpSpPr>
        <p:grpSpPr>
          <a:xfrm>
            <a:off x="1615954" y="67925"/>
            <a:ext cx="712368" cy="825899"/>
            <a:chOff x="5815634" y="1650855"/>
            <a:chExt cx="452039" cy="524114"/>
          </a:xfrm>
        </p:grpSpPr>
        <p:sp>
          <p:nvSpPr>
            <p:cNvPr id="1820" name="Google Shape;1820;p5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5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5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5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5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5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6" name="Google Shape;1826;p56"/>
          <p:cNvGrpSpPr/>
          <p:nvPr/>
        </p:nvGrpSpPr>
        <p:grpSpPr>
          <a:xfrm>
            <a:off x="8229879" y="1731225"/>
            <a:ext cx="712368" cy="825899"/>
            <a:chOff x="5815634" y="1650855"/>
            <a:chExt cx="452039" cy="524114"/>
          </a:xfrm>
        </p:grpSpPr>
        <p:sp>
          <p:nvSpPr>
            <p:cNvPr id="1827" name="Google Shape;1827;p5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5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5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5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5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5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3" name="Google Shape;1833;p56"/>
          <p:cNvSpPr/>
          <p:nvPr/>
        </p:nvSpPr>
        <p:spPr>
          <a:xfrm>
            <a:off x="3659475" y="3732400"/>
            <a:ext cx="4715700" cy="470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inancial Markets Consulting Services by Slidesgo">
  <a:themeElements>
    <a:clrScheme name="Simple Light">
      <a:dk1>
        <a:srgbClr val="162E4C"/>
      </a:dk1>
      <a:lt1>
        <a:srgbClr val="476B9E"/>
      </a:lt1>
      <a:dk2>
        <a:srgbClr val="5982B2"/>
      </a:dk2>
      <a:lt2>
        <a:srgbClr val="2F4A7F"/>
      </a:lt2>
      <a:accent1>
        <a:srgbClr val="7DB6F9"/>
      </a:accent1>
      <a:accent2>
        <a:srgbClr val="EFAC37"/>
      </a:accent2>
      <a:accent3>
        <a:srgbClr val="E8615B"/>
      </a:accent3>
      <a:accent4>
        <a:srgbClr val="D9EBFF"/>
      </a:accent4>
      <a:accent5>
        <a:srgbClr val="E5931C"/>
      </a:accent5>
      <a:accent6>
        <a:srgbClr val="FFFFFF"/>
      </a:accent6>
      <a:hlink>
        <a:srgbClr val="162E4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